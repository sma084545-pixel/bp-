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8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80" r:id="rId26"/>
    <p:sldId id="279" r:id="rId27"/>
    <p:sldId id="281" r:id="rId28"/>
    <p:sldId id="282" r:id="rId29"/>
    <p:sldId id="283" r:id="rId30"/>
    <p:sldId id="28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6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8D95E7-C42F-4D5C-9C83-F20C4250C247}" type="doc">
      <dgm:prSet loTypeId="urn:microsoft.com/office/officeart/2005/8/layout/hierarchy1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2A8F425-D5D8-42FC-8659-2CE32D5BB91D}">
      <dgm:prSet phldrT="[Text]"/>
      <dgm:spPr/>
      <dgm:t>
        <a:bodyPr/>
        <a:lstStyle/>
        <a:p>
          <a:r>
            <a:rPr lang="en-US" altLang="zh-CN" dirty="0"/>
            <a:t>Molecular Formula</a:t>
          </a:r>
          <a:endParaRPr lang="en-US" dirty="0"/>
        </a:p>
      </dgm:t>
    </dgm:pt>
    <dgm:pt modelId="{6871CBF7-3839-41FC-BB9E-1812F8D37F50}" type="parTrans" cxnId="{AAA95EF6-FE24-4EDE-947D-E189C15F438A}">
      <dgm:prSet/>
      <dgm:spPr/>
      <dgm:t>
        <a:bodyPr/>
        <a:lstStyle/>
        <a:p>
          <a:endParaRPr lang="en-US"/>
        </a:p>
      </dgm:t>
    </dgm:pt>
    <dgm:pt modelId="{F9D85F5F-CE3A-4BDA-8994-E2834DD40989}" type="sibTrans" cxnId="{AAA95EF6-FE24-4EDE-947D-E189C15F438A}">
      <dgm:prSet/>
      <dgm:spPr/>
      <dgm:t>
        <a:bodyPr/>
        <a:lstStyle/>
        <a:p>
          <a:endParaRPr lang="en-US"/>
        </a:p>
      </dgm:t>
    </dgm:pt>
    <dgm:pt modelId="{CA2C4D61-7DA4-4DCE-9174-56E5CCF37FA3}">
      <dgm:prSet phldrT="[Text]"/>
      <dgm:spPr/>
      <dgm:t>
        <a:bodyPr/>
        <a:lstStyle/>
        <a:p>
          <a:r>
            <a:rPr lang="en-US" dirty="0"/>
            <a:t>M</a:t>
          </a:r>
          <a:r>
            <a:rPr lang="en-US" altLang="zh-CN" dirty="0"/>
            <a:t>etal+Non-Metal?</a:t>
          </a:r>
          <a:endParaRPr lang="en-US" dirty="0"/>
        </a:p>
      </dgm:t>
    </dgm:pt>
    <dgm:pt modelId="{F673F79C-05D0-4DBB-A6E8-2BD55D492CEA}" type="parTrans" cxnId="{29B3350E-C089-4B90-AAF6-68D6E90528D7}">
      <dgm:prSet/>
      <dgm:spPr/>
      <dgm:t>
        <a:bodyPr/>
        <a:lstStyle/>
        <a:p>
          <a:endParaRPr lang="en-US"/>
        </a:p>
      </dgm:t>
    </dgm:pt>
    <dgm:pt modelId="{954946DF-B3D8-4870-A60E-10E86FE5D919}" type="sibTrans" cxnId="{29B3350E-C089-4B90-AAF6-68D6E90528D7}">
      <dgm:prSet/>
      <dgm:spPr/>
      <dgm:t>
        <a:bodyPr/>
        <a:lstStyle/>
        <a:p>
          <a:endParaRPr lang="en-US"/>
        </a:p>
      </dgm:t>
    </dgm:pt>
    <dgm:pt modelId="{2BC76D97-EEC4-430F-8729-23EE7FCB029D}">
      <dgm:prSet phldrT="[Text]"/>
      <dgm:spPr/>
      <dgm:t>
        <a:bodyPr/>
        <a:lstStyle/>
        <a:p>
          <a:r>
            <a:rPr lang="en-US" dirty="0"/>
            <a:t>The Metal is not a transition metal</a:t>
          </a:r>
        </a:p>
      </dgm:t>
    </dgm:pt>
    <dgm:pt modelId="{9B87ECB5-0784-4CD7-BB28-786C7BF06DA5}" type="parTrans" cxnId="{238D21E8-ED74-4E42-A36A-2C41E0BEC1B4}">
      <dgm:prSet/>
      <dgm:spPr/>
      <dgm:t>
        <a:bodyPr/>
        <a:lstStyle/>
        <a:p>
          <a:endParaRPr lang="en-US"/>
        </a:p>
      </dgm:t>
    </dgm:pt>
    <dgm:pt modelId="{641263E5-ED63-4226-A6D2-9655F17110B2}" type="sibTrans" cxnId="{238D21E8-ED74-4E42-A36A-2C41E0BEC1B4}">
      <dgm:prSet/>
      <dgm:spPr/>
      <dgm:t>
        <a:bodyPr/>
        <a:lstStyle/>
        <a:p>
          <a:endParaRPr lang="en-US"/>
        </a:p>
      </dgm:t>
    </dgm:pt>
    <dgm:pt modelId="{BAFCB615-E8DA-4EE4-A884-4DDFE648BD4D}">
      <dgm:prSet phldrT="[Text]"/>
      <dgm:spPr/>
      <dgm:t>
        <a:bodyPr/>
        <a:lstStyle/>
        <a:p>
          <a:r>
            <a:rPr lang="en-US" dirty="0"/>
            <a:t>The Metal is a transitional metal</a:t>
          </a:r>
        </a:p>
      </dgm:t>
    </dgm:pt>
    <dgm:pt modelId="{06759C65-AAF3-444B-A2F9-198B13E83DDC}" type="parTrans" cxnId="{6BD644F0-66E6-4BB3-AF23-9CABC50245CA}">
      <dgm:prSet/>
      <dgm:spPr/>
      <dgm:t>
        <a:bodyPr/>
        <a:lstStyle/>
        <a:p>
          <a:endParaRPr lang="en-US"/>
        </a:p>
      </dgm:t>
    </dgm:pt>
    <dgm:pt modelId="{C5901344-75F8-442A-82FD-48BABFD68AD4}" type="sibTrans" cxnId="{6BD644F0-66E6-4BB3-AF23-9CABC50245CA}">
      <dgm:prSet/>
      <dgm:spPr/>
      <dgm:t>
        <a:bodyPr/>
        <a:lstStyle/>
        <a:p>
          <a:endParaRPr lang="en-US"/>
        </a:p>
      </dgm:t>
    </dgm:pt>
    <dgm:pt modelId="{8654E2C0-F53E-4EC2-A767-4AD3C8775F27}">
      <dgm:prSet phldrT="[Text]"/>
      <dgm:spPr/>
      <dgm:t>
        <a:bodyPr/>
        <a:lstStyle/>
        <a:p>
          <a:r>
            <a:rPr lang="en-US" dirty="0"/>
            <a:t>Non-metal Only?</a:t>
          </a:r>
        </a:p>
      </dgm:t>
    </dgm:pt>
    <dgm:pt modelId="{DAD51643-A427-4A93-916E-FB2E27210EBB}" type="parTrans" cxnId="{FADC0111-751D-40E3-B5B9-2479E6B748DB}">
      <dgm:prSet/>
      <dgm:spPr/>
      <dgm:t>
        <a:bodyPr/>
        <a:lstStyle/>
        <a:p>
          <a:endParaRPr lang="en-US"/>
        </a:p>
      </dgm:t>
    </dgm:pt>
    <dgm:pt modelId="{349BBC8D-A203-4A9D-BEB2-D4628FDC0AC0}" type="sibTrans" cxnId="{FADC0111-751D-40E3-B5B9-2479E6B748DB}">
      <dgm:prSet/>
      <dgm:spPr/>
      <dgm:t>
        <a:bodyPr/>
        <a:lstStyle/>
        <a:p>
          <a:endParaRPr lang="en-US"/>
        </a:p>
      </dgm:t>
    </dgm:pt>
    <dgm:pt modelId="{2A9E4378-87C9-47B5-952C-94C153CA2911}" type="pres">
      <dgm:prSet presAssocID="{F18D95E7-C42F-4D5C-9C83-F20C4250C24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1118B71-80F6-4C29-831E-6A747011BE76}" type="pres">
      <dgm:prSet presAssocID="{A2A8F425-D5D8-42FC-8659-2CE32D5BB91D}" presName="hierRoot1" presStyleCnt="0"/>
      <dgm:spPr/>
    </dgm:pt>
    <dgm:pt modelId="{22F9A439-EC3A-4815-9F8B-F3AFB6A5EFDE}" type="pres">
      <dgm:prSet presAssocID="{A2A8F425-D5D8-42FC-8659-2CE32D5BB91D}" presName="composite" presStyleCnt="0"/>
      <dgm:spPr/>
    </dgm:pt>
    <dgm:pt modelId="{46737C87-A1DD-4D98-B163-3A1797E11294}" type="pres">
      <dgm:prSet presAssocID="{A2A8F425-D5D8-42FC-8659-2CE32D5BB91D}" presName="background" presStyleLbl="node0" presStyleIdx="0" presStyleCnt="1"/>
      <dgm:spPr/>
    </dgm:pt>
    <dgm:pt modelId="{D8CCCC80-F3D7-4C0B-AF12-F09572FDF7E7}" type="pres">
      <dgm:prSet presAssocID="{A2A8F425-D5D8-42FC-8659-2CE32D5BB91D}" presName="text" presStyleLbl="fgAcc0" presStyleIdx="0" presStyleCnt="1">
        <dgm:presLayoutVars>
          <dgm:chPref val="3"/>
        </dgm:presLayoutVars>
      </dgm:prSet>
      <dgm:spPr/>
    </dgm:pt>
    <dgm:pt modelId="{5F4CF368-60B2-442F-8647-A5C99BF4AFF4}" type="pres">
      <dgm:prSet presAssocID="{A2A8F425-D5D8-42FC-8659-2CE32D5BB91D}" presName="hierChild2" presStyleCnt="0"/>
      <dgm:spPr/>
    </dgm:pt>
    <dgm:pt modelId="{724E6060-3053-4042-A973-2BE350C7A247}" type="pres">
      <dgm:prSet presAssocID="{F673F79C-05D0-4DBB-A6E8-2BD55D492CEA}" presName="Name10" presStyleLbl="parChTrans1D2" presStyleIdx="0" presStyleCnt="2"/>
      <dgm:spPr/>
    </dgm:pt>
    <dgm:pt modelId="{F590D984-478F-4CCE-844E-C1C61E5F7052}" type="pres">
      <dgm:prSet presAssocID="{CA2C4D61-7DA4-4DCE-9174-56E5CCF37FA3}" presName="hierRoot2" presStyleCnt="0"/>
      <dgm:spPr/>
    </dgm:pt>
    <dgm:pt modelId="{8BAE5471-628F-4385-BBE1-3220BD0CA284}" type="pres">
      <dgm:prSet presAssocID="{CA2C4D61-7DA4-4DCE-9174-56E5CCF37FA3}" presName="composite2" presStyleCnt="0"/>
      <dgm:spPr/>
    </dgm:pt>
    <dgm:pt modelId="{47344EB9-C80E-4CA5-A3ED-22BC5B94145B}" type="pres">
      <dgm:prSet presAssocID="{CA2C4D61-7DA4-4DCE-9174-56E5CCF37FA3}" presName="background2" presStyleLbl="node2" presStyleIdx="0" presStyleCnt="2"/>
      <dgm:spPr/>
    </dgm:pt>
    <dgm:pt modelId="{2792A33A-3F33-4349-A550-20533AB964BB}" type="pres">
      <dgm:prSet presAssocID="{CA2C4D61-7DA4-4DCE-9174-56E5CCF37FA3}" presName="text2" presStyleLbl="fgAcc2" presStyleIdx="0" presStyleCnt="2">
        <dgm:presLayoutVars>
          <dgm:chPref val="3"/>
        </dgm:presLayoutVars>
      </dgm:prSet>
      <dgm:spPr/>
    </dgm:pt>
    <dgm:pt modelId="{8FD7485B-F9C9-4458-B9D8-390E7FA64763}" type="pres">
      <dgm:prSet presAssocID="{CA2C4D61-7DA4-4DCE-9174-56E5CCF37FA3}" presName="hierChild3" presStyleCnt="0"/>
      <dgm:spPr/>
    </dgm:pt>
    <dgm:pt modelId="{A2519B9D-04C2-4F07-B1C4-CCC07A5510CA}" type="pres">
      <dgm:prSet presAssocID="{9B87ECB5-0784-4CD7-BB28-786C7BF06DA5}" presName="Name17" presStyleLbl="parChTrans1D3" presStyleIdx="0" presStyleCnt="2"/>
      <dgm:spPr/>
    </dgm:pt>
    <dgm:pt modelId="{9118E00E-E345-46BC-AAD8-40BB1A4A7E4E}" type="pres">
      <dgm:prSet presAssocID="{2BC76D97-EEC4-430F-8729-23EE7FCB029D}" presName="hierRoot3" presStyleCnt="0"/>
      <dgm:spPr/>
    </dgm:pt>
    <dgm:pt modelId="{36DC39BE-48A5-49DD-B59E-0D008FB76735}" type="pres">
      <dgm:prSet presAssocID="{2BC76D97-EEC4-430F-8729-23EE7FCB029D}" presName="composite3" presStyleCnt="0"/>
      <dgm:spPr/>
    </dgm:pt>
    <dgm:pt modelId="{E06B5A60-658D-4D9D-B99F-3FE8972AE7C3}" type="pres">
      <dgm:prSet presAssocID="{2BC76D97-EEC4-430F-8729-23EE7FCB029D}" presName="background3" presStyleLbl="node3" presStyleIdx="0" presStyleCnt="2"/>
      <dgm:spPr/>
    </dgm:pt>
    <dgm:pt modelId="{06E98BE5-41D1-44CC-8EB3-88BAF7003608}" type="pres">
      <dgm:prSet presAssocID="{2BC76D97-EEC4-430F-8729-23EE7FCB029D}" presName="text3" presStyleLbl="fgAcc3" presStyleIdx="0" presStyleCnt="2">
        <dgm:presLayoutVars>
          <dgm:chPref val="3"/>
        </dgm:presLayoutVars>
      </dgm:prSet>
      <dgm:spPr/>
    </dgm:pt>
    <dgm:pt modelId="{AAC7FB0B-1AED-47EC-AC6D-CA66B27F3FE8}" type="pres">
      <dgm:prSet presAssocID="{2BC76D97-EEC4-430F-8729-23EE7FCB029D}" presName="hierChild4" presStyleCnt="0"/>
      <dgm:spPr/>
    </dgm:pt>
    <dgm:pt modelId="{FE1ECFE8-2400-4E35-A323-43F5FD1275B1}" type="pres">
      <dgm:prSet presAssocID="{06759C65-AAF3-444B-A2F9-198B13E83DDC}" presName="Name17" presStyleLbl="parChTrans1D3" presStyleIdx="1" presStyleCnt="2"/>
      <dgm:spPr/>
    </dgm:pt>
    <dgm:pt modelId="{96631D71-7468-4C13-B936-EE942AC1ACDF}" type="pres">
      <dgm:prSet presAssocID="{BAFCB615-E8DA-4EE4-A884-4DDFE648BD4D}" presName="hierRoot3" presStyleCnt="0"/>
      <dgm:spPr/>
    </dgm:pt>
    <dgm:pt modelId="{D2DC0523-024D-480E-B801-7CAF4C56AE80}" type="pres">
      <dgm:prSet presAssocID="{BAFCB615-E8DA-4EE4-A884-4DDFE648BD4D}" presName="composite3" presStyleCnt="0"/>
      <dgm:spPr/>
    </dgm:pt>
    <dgm:pt modelId="{70CC7658-6AB1-4077-9D16-5BAF1D55B3A0}" type="pres">
      <dgm:prSet presAssocID="{BAFCB615-E8DA-4EE4-A884-4DDFE648BD4D}" presName="background3" presStyleLbl="node3" presStyleIdx="1" presStyleCnt="2"/>
      <dgm:spPr/>
    </dgm:pt>
    <dgm:pt modelId="{6CB0F403-5BF3-4E29-A2E8-25930C2A59B0}" type="pres">
      <dgm:prSet presAssocID="{BAFCB615-E8DA-4EE4-A884-4DDFE648BD4D}" presName="text3" presStyleLbl="fgAcc3" presStyleIdx="1" presStyleCnt="2">
        <dgm:presLayoutVars>
          <dgm:chPref val="3"/>
        </dgm:presLayoutVars>
      </dgm:prSet>
      <dgm:spPr/>
    </dgm:pt>
    <dgm:pt modelId="{E867E094-5819-4D14-AB85-DE612DF28591}" type="pres">
      <dgm:prSet presAssocID="{BAFCB615-E8DA-4EE4-A884-4DDFE648BD4D}" presName="hierChild4" presStyleCnt="0"/>
      <dgm:spPr/>
    </dgm:pt>
    <dgm:pt modelId="{1AE09645-8656-4ED7-8D73-D6813554F4A2}" type="pres">
      <dgm:prSet presAssocID="{DAD51643-A427-4A93-916E-FB2E27210EBB}" presName="Name10" presStyleLbl="parChTrans1D2" presStyleIdx="1" presStyleCnt="2"/>
      <dgm:spPr/>
    </dgm:pt>
    <dgm:pt modelId="{746EA376-F26C-4A40-8955-4AEE6623BBDC}" type="pres">
      <dgm:prSet presAssocID="{8654E2C0-F53E-4EC2-A767-4AD3C8775F27}" presName="hierRoot2" presStyleCnt="0"/>
      <dgm:spPr/>
    </dgm:pt>
    <dgm:pt modelId="{49132AC7-D84C-4D7D-9970-5B53ED8C2750}" type="pres">
      <dgm:prSet presAssocID="{8654E2C0-F53E-4EC2-A767-4AD3C8775F27}" presName="composite2" presStyleCnt="0"/>
      <dgm:spPr/>
    </dgm:pt>
    <dgm:pt modelId="{4D6C07B9-9A99-4886-AD13-2941B4805467}" type="pres">
      <dgm:prSet presAssocID="{8654E2C0-F53E-4EC2-A767-4AD3C8775F27}" presName="background2" presStyleLbl="node2" presStyleIdx="1" presStyleCnt="2"/>
      <dgm:spPr/>
    </dgm:pt>
    <dgm:pt modelId="{27882799-C419-4E2B-A67D-C4C78942FB90}" type="pres">
      <dgm:prSet presAssocID="{8654E2C0-F53E-4EC2-A767-4AD3C8775F27}" presName="text2" presStyleLbl="fgAcc2" presStyleIdx="1" presStyleCnt="2">
        <dgm:presLayoutVars>
          <dgm:chPref val="3"/>
        </dgm:presLayoutVars>
      </dgm:prSet>
      <dgm:spPr/>
    </dgm:pt>
    <dgm:pt modelId="{262671CB-4D89-4A51-8E4F-F48502029C16}" type="pres">
      <dgm:prSet presAssocID="{8654E2C0-F53E-4EC2-A767-4AD3C8775F27}" presName="hierChild3" presStyleCnt="0"/>
      <dgm:spPr/>
    </dgm:pt>
  </dgm:ptLst>
  <dgm:cxnLst>
    <dgm:cxn modelId="{29B3350E-C089-4B90-AAF6-68D6E90528D7}" srcId="{A2A8F425-D5D8-42FC-8659-2CE32D5BB91D}" destId="{CA2C4D61-7DA4-4DCE-9174-56E5CCF37FA3}" srcOrd="0" destOrd="0" parTransId="{F673F79C-05D0-4DBB-A6E8-2BD55D492CEA}" sibTransId="{954946DF-B3D8-4870-A60E-10E86FE5D919}"/>
    <dgm:cxn modelId="{FADC0111-751D-40E3-B5B9-2479E6B748DB}" srcId="{A2A8F425-D5D8-42FC-8659-2CE32D5BB91D}" destId="{8654E2C0-F53E-4EC2-A767-4AD3C8775F27}" srcOrd="1" destOrd="0" parTransId="{DAD51643-A427-4A93-916E-FB2E27210EBB}" sibTransId="{349BBC8D-A203-4A9D-BEB2-D4628FDC0AC0}"/>
    <dgm:cxn modelId="{C5BB9413-39B0-452C-A61B-1415A5649F0C}" type="presOf" srcId="{DAD51643-A427-4A93-916E-FB2E27210EBB}" destId="{1AE09645-8656-4ED7-8D73-D6813554F4A2}" srcOrd="0" destOrd="0" presId="urn:microsoft.com/office/officeart/2005/8/layout/hierarchy1"/>
    <dgm:cxn modelId="{A9247A4F-13DE-43DE-9DE1-D3228A244790}" type="presOf" srcId="{8654E2C0-F53E-4EC2-A767-4AD3C8775F27}" destId="{27882799-C419-4E2B-A67D-C4C78942FB90}" srcOrd="0" destOrd="0" presId="urn:microsoft.com/office/officeart/2005/8/layout/hierarchy1"/>
    <dgm:cxn modelId="{7066F858-F336-4BF7-9CE3-AEF76DAA9FF3}" type="presOf" srcId="{9B87ECB5-0784-4CD7-BB28-786C7BF06DA5}" destId="{A2519B9D-04C2-4F07-B1C4-CCC07A5510CA}" srcOrd="0" destOrd="0" presId="urn:microsoft.com/office/officeart/2005/8/layout/hierarchy1"/>
    <dgm:cxn modelId="{0A0BB859-3E13-4321-B71D-326CC8AFA54D}" type="presOf" srcId="{A2A8F425-D5D8-42FC-8659-2CE32D5BB91D}" destId="{D8CCCC80-F3D7-4C0B-AF12-F09572FDF7E7}" srcOrd="0" destOrd="0" presId="urn:microsoft.com/office/officeart/2005/8/layout/hierarchy1"/>
    <dgm:cxn modelId="{E43E0773-E504-43D5-A885-69476B0AA175}" type="presOf" srcId="{BAFCB615-E8DA-4EE4-A884-4DDFE648BD4D}" destId="{6CB0F403-5BF3-4E29-A2E8-25930C2A59B0}" srcOrd="0" destOrd="0" presId="urn:microsoft.com/office/officeart/2005/8/layout/hierarchy1"/>
    <dgm:cxn modelId="{094ACC76-5C01-4885-B740-8D15CD0315AF}" type="presOf" srcId="{2BC76D97-EEC4-430F-8729-23EE7FCB029D}" destId="{06E98BE5-41D1-44CC-8EB3-88BAF7003608}" srcOrd="0" destOrd="0" presId="urn:microsoft.com/office/officeart/2005/8/layout/hierarchy1"/>
    <dgm:cxn modelId="{AC88BC7D-8D75-44A3-8570-755C1854A31F}" type="presOf" srcId="{F673F79C-05D0-4DBB-A6E8-2BD55D492CEA}" destId="{724E6060-3053-4042-A973-2BE350C7A247}" srcOrd="0" destOrd="0" presId="urn:microsoft.com/office/officeart/2005/8/layout/hierarchy1"/>
    <dgm:cxn modelId="{202E8C91-15A3-43CB-80CB-6EDB42E695C1}" type="presOf" srcId="{06759C65-AAF3-444B-A2F9-198B13E83DDC}" destId="{FE1ECFE8-2400-4E35-A323-43F5FD1275B1}" srcOrd="0" destOrd="0" presId="urn:microsoft.com/office/officeart/2005/8/layout/hierarchy1"/>
    <dgm:cxn modelId="{449BC6B5-46F6-40EC-A3F9-AE40F333EAA5}" type="presOf" srcId="{F18D95E7-C42F-4D5C-9C83-F20C4250C247}" destId="{2A9E4378-87C9-47B5-952C-94C153CA2911}" srcOrd="0" destOrd="0" presId="urn:microsoft.com/office/officeart/2005/8/layout/hierarchy1"/>
    <dgm:cxn modelId="{A1E8CFE0-491A-4E8D-BBCD-81F8D0661912}" type="presOf" srcId="{CA2C4D61-7DA4-4DCE-9174-56E5CCF37FA3}" destId="{2792A33A-3F33-4349-A550-20533AB964BB}" srcOrd="0" destOrd="0" presId="urn:microsoft.com/office/officeart/2005/8/layout/hierarchy1"/>
    <dgm:cxn modelId="{238D21E8-ED74-4E42-A36A-2C41E0BEC1B4}" srcId="{CA2C4D61-7DA4-4DCE-9174-56E5CCF37FA3}" destId="{2BC76D97-EEC4-430F-8729-23EE7FCB029D}" srcOrd="0" destOrd="0" parTransId="{9B87ECB5-0784-4CD7-BB28-786C7BF06DA5}" sibTransId="{641263E5-ED63-4226-A6D2-9655F17110B2}"/>
    <dgm:cxn modelId="{6BD644F0-66E6-4BB3-AF23-9CABC50245CA}" srcId="{CA2C4D61-7DA4-4DCE-9174-56E5CCF37FA3}" destId="{BAFCB615-E8DA-4EE4-A884-4DDFE648BD4D}" srcOrd="1" destOrd="0" parTransId="{06759C65-AAF3-444B-A2F9-198B13E83DDC}" sibTransId="{C5901344-75F8-442A-82FD-48BABFD68AD4}"/>
    <dgm:cxn modelId="{AAA95EF6-FE24-4EDE-947D-E189C15F438A}" srcId="{F18D95E7-C42F-4D5C-9C83-F20C4250C247}" destId="{A2A8F425-D5D8-42FC-8659-2CE32D5BB91D}" srcOrd="0" destOrd="0" parTransId="{6871CBF7-3839-41FC-BB9E-1812F8D37F50}" sibTransId="{F9D85F5F-CE3A-4BDA-8994-E2834DD40989}"/>
    <dgm:cxn modelId="{26732997-A908-4E0C-9013-E8C06E38469E}" type="presParOf" srcId="{2A9E4378-87C9-47B5-952C-94C153CA2911}" destId="{61118B71-80F6-4C29-831E-6A747011BE76}" srcOrd="0" destOrd="0" presId="urn:microsoft.com/office/officeart/2005/8/layout/hierarchy1"/>
    <dgm:cxn modelId="{2E2066A0-0CE3-495A-A66E-F9B6F7A3CFCC}" type="presParOf" srcId="{61118B71-80F6-4C29-831E-6A747011BE76}" destId="{22F9A439-EC3A-4815-9F8B-F3AFB6A5EFDE}" srcOrd="0" destOrd="0" presId="urn:microsoft.com/office/officeart/2005/8/layout/hierarchy1"/>
    <dgm:cxn modelId="{E6F4AD92-5A58-4157-ACFB-CDA37266FBC5}" type="presParOf" srcId="{22F9A439-EC3A-4815-9F8B-F3AFB6A5EFDE}" destId="{46737C87-A1DD-4D98-B163-3A1797E11294}" srcOrd="0" destOrd="0" presId="urn:microsoft.com/office/officeart/2005/8/layout/hierarchy1"/>
    <dgm:cxn modelId="{08486955-28F4-40A7-909F-FA3C8C5E65FA}" type="presParOf" srcId="{22F9A439-EC3A-4815-9F8B-F3AFB6A5EFDE}" destId="{D8CCCC80-F3D7-4C0B-AF12-F09572FDF7E7}" srcOrd="1" destOrd="0" presId="urn:microsoft.com/office/officeart/2005/8/layout/hierarchy1"/>
    <dgm:cxn modelId="{03D82244-5CE0-42CE-896E-7D2BEF8A3EC0}" type="presParOf" srcId="{61118B71-80F6-4C29-831E-6A747011BE76}" destId="{5F4CF368-60B2-442F-8647-A5C99BF4AFF4}" srcOrd="1" destOrd="0" presId="urn:microsoft.com/office/officeart/2005/8/layout/hierarchy1"/>
    <dgm:cxn modelId="{775B278D-CC3B-4576-A76D-198B0DD8E1D4}" type="presParOf" srcId="{5F4CF368-60B2-442F-8647-A5C99BF4AFF4}" destId="{724E6060-3053-4042-A973-2BE350C7A247}" srcOrd="0" destOrd="0" presId="urn:microsoft.com/office/officeart/2005/8/layout/hierarchy1"/>
    <dgm:cxn modelId="{6CCCE16A-E9D8-478E-9BC2-070EBB2C54E1}" type="presParOf" srcId="{5F4CF368-60B2-442F-8647-A5C99BF4AFF4}" destId="{F590D984-478F-4CCE-844E-C1C61E5F7052}" srcOrd="1" destOrd="0" presId="urn:microsoft.com/office/officeart/2005/8/layout/hierarchy1"/>
    <dgm:cxn modelId="{742CDFAB-9B0A-49EA-8215-470BE12AE55C}" type="presParOf" srcId="{F590D984-478F-4CCE-844E-C1C61E5F7052}" destId="{8BAE5471-628F-4385-BBE1-3220BD0CA284}" srcOrd="0" destOrd="0" presId="urn:microsoft.com/office/officeart/2005/8/layout/hierarchy1"/>
    <dgm:cxn modelId="{F41336F2-8F37-436C-9DB8-DDD7B4F36A01}" type="presParOf" srcId="{8BAE5471-628F-4385-BBE1-3220BD0CA284}" destId="{47344EB9-C80E-4CA5-A3ED-22BC5B94145B}" srcOrd="0" destOrd="0" presId="urn:microsoft.com/office/officeart/2005/8/layout/hierarchy1"/>
    <dgm:cxn modelId="{E20D34D1-4753-4CE3-8444-AF92871349E0}" type="presParOf" srcId="{8BAE5471-628F-4385-BBE1-3220BD0CA284}" destId="{2792A33A-3F33-4349-A550-20533AB964BB}" srcOrd="1" destOrd="0" presId="urn:microsoft.com/office/officeart/2005/8/layout/hierarchy1"/>
    <dgm:cxn modelId="{884E102F-1727-4AA8-98A3-41CBFE752DED}" type="presParOf" srcId="{F590D984-478F-4CCE-844E-C1C61E5F7052}" destId="{8FD7485B-F9C9-4458-B9D8-390E7FA64763}" srcOrd="1" destOrd="0" presId="urn:microsoft.com/office/officeart/2005/8/layout/hierarchy1"/>
    <dgm:cxn modelId="{59D110D4-EE01-43FD-823C-9B30B2C10E7D}" type="presParOf" srcId="{8FD7485B-F9C9-4458-B9D8-390E7FA64763}" destId="{A2519B9D-04C2-4F07-B1C4-CCC07A5510CA}" srcOrd="0" destOrd="0" presId="urn:microsoft.com/office/officeart/2005/8/layout/hierarchy1"/>
    <dgm:cxn modelId="{7548AFC5-B601-4777-A7A2-13C87B61F249}" type="presParOf" srcId="{8FD7485B-F9C9-4458-B9D8-390E7FA64763}" destId="{9118E00E-E345-46BC-AAD8-40BB1A4A7E4E}" srcOrd="1" destOrd="0" presId="urn:microsoft.com/office/officeart/2005/8/layout/hierarchy1"/>
    <dgm:cxn modelId="{FE1B7F99-C378-4B15-9465-BB433F4B5F0C}" type="presParOf" srcId="{9118E00E-E345-46BC-AAD8-40BB1A4A7E4E}" destId="{36DC39BE-48A5-49DD-B59E-0D008FB76735}" srcOrd="0" destOrd="0" presId="urn:microsoft.com/office/officeart/2005/8/layout/hierarchy1"/>
    <dgm:cxn modelId="{F14F1E7C-F219-4941-91A1-97A47B7A30A1}" type="presParOf" srcId="{36DC39BE-48A5-49DD-B59E-0D008FB76735}" destId="{E06B5A60-658D-4D9D-B99F-3FE8972AE7C3}" srcOrd="0" destOrd="0" presId="urn:microsoft.com/office/officeart/2005/8/layout/hierarchy1"/>
    <dgm:cxn modelId="{B733F43C-B55B-49EE-8860-18696FDCA1D1}" type="presParOf" srcId="{36DC39BE-48A5-49DD-B59E-0D008FB76735}" destId="{06E98BE5-41D1-44CC-8EB3-88BAF7003608}" srcOrd="1" destOrd="0" presId="urn:microsoft.com/office/officeart/2005/8/layout/hierarchy1"/>
    <dgm:cxn modelId="{9CF9349B-AB8B-423D-A64A-047CFB8620B8}" type="presParOf" srcId="{9118E00E-E345-46BC-AAD8-40BB1A4A7E4E}" destId="{AAC7FB0B-1AED-47EC-AC6D-CA66B27F3FE8}" srcOrd="1" destOrd="0" presId="urn:microsoft.com/office/officeart/2005/8/layout/hierarchy1"/>
    <dgm:cxn modelId="{4AE25CF5-E1BA-4E42-8158-5F06A828D98D}" type="presParOf" srcId="{8FD7485B-F9C9-4458-B9D8-390E7FA64763}" destId="{FE1ECFE8-2400-4E35-A323-43F5FD1275B1}" srcOrd="2" destOrd="0" presId="urn:microsoft.com/office/officeart/2005/8/layout/hierarchy1"/>
    <dgm:cxn modelId="{4093AC2D-0FDE-406F-8DD3-466340627C34}" type="presParOf" srcId="{8FD7485B-F9C9-4458-B9D8-390E7FA64763}" destId="{96631D71-7468-4C13-B936-EE942AC1ACDF}" srcOrd="3" destOrd="0" presId="urn:microsoft.com/office/officeart/2005/8/layout/hierarchy1"/>
    <dgm:cxn modelId="{68FF9B06-C1F3-4942-89DE-91123D051648}" type="presParOf" srcId="{96631D71-7468-4C13-B936-EE942AC1ACDF}" destId="{D2DC0523-024D-480E-B801-7CAF4C56AE80}" srcOrd="0" destOrd="0" presId="urn:microsoft.com/office/officeart/2005/8/layout/hierarchy1"/>
    <dgm:cxn modelId="{1BCF7707-CECD-4C43-9805-E29E316ED19B}" type="presParOf" srcId="{D2DC0523-024D-480E-B801-7CAF4C56AE80}" destId="{70CC7658-6AB1-4077-9D16-5BAF1D55B3A0}" srcOrd="0" destOrd="0" presId="urn:microsoft.com/office/officeart/2005/8/layout/hierarchy1"/>
    <dgm:cxn modelId="{15D31EE9-AA17-433D-8325-E9D3A5AD2E63}" type="presParOf" srcId="{D2DC0523-024D-480E-B801-7CAF4C56AE80}" destId="{6CB0F403-5BF3-4E29-A2E8-25930C2A59B0}" srcOrd="1" destOrd="0" presId="urn:microsoft.com/office/officeart/2005/8/layout/hierarchy1"/>
    <dgm:cxn modelId="{2393D4C0-C77D-471A-B695-DF8D115A7A27}" type="presParOf" srcId="{96631D71-7468-4C13-B936-EE942AC1ACDF}" destId="{E867E094-5819-4D14-AB85-DE612DF28591}" srcOrd="1" destOrd="0" presId="urn:microsoft.com/office/officeart/2005/8/layout/hierarchy1"/>
    <dgm:cxn modelId="{1B9FC021-0677-4AD0-AEAA-604E5F1D7BE8}" type="presParOf" srcId="{5F4CF368-60B2-442F-8647-A5C99BF4AFF4}" destId="{1AE09645-8656-4ED7-8D73-D6813554F4A2}" srcOrd="2" destOrd="0" presId="urn:microsoft.com/office/officeart/2005/8/layout/hierarchy1"/>
    <dgm:cxn modelId="{3A347590-8191-497F-B0BC-CD598A15FCE9}" type="presParOf" srcId="{5F4CF368-60B2-442F-8647-A5C99BF4AFF4}" destId="{746EA376-F26C-4A40-8955-4AEE6623BBDC}" srcOrd="3" destOrd="0" presId="urn:microsoft.com/office/officeart/2005/8/layout/hierarchy1"/>
    <dgm:cxn modelId="{05B7DAF6-0DA4-469C-A192-AC13F4F63F6E}" type="presParOf" srcId="{746EA376-F26C-4A40-8955-4AEE6623BBDC}" destId="{49132AC7-D84C-4D7D-9970-5B53ED8C2750}" srcOrd="0" destOrd="0" presId="urn:microsoft.com/office/officeart/2005/8/layout/hierarchy1"/>
    <dgm:cxn modelId="{E845D38F-D91A-4A8C-ADBD-B2A725BDE2FA}" type="presParOf" srcId="{49132AC7-D84C-4D7D-9970-5B53ED8C2750}" destId="{4D6C07B9-9A99-4886-AD13-2941B4805467}" srcOrd="0" destOrd="0" presId="urn:microsoft.com/office/officeart/2005/8/layout/hierarchy1"/>
    <dgm:cxn modelId="{31A51BEA-D1EB-4E30-80CB-EA963FD435F9}" type="presParOf" srcId="{49132AC7-D84C-4D7D-9970-5B53ED8C2750}" destId="{27882799-C419-4E2B-A67D-C4C78942FB90}" srcOrd="1" destOrd="0" presId="urn:microsoft.com/office/officeart/2005/8/layout/hierarchy1"/>
    <dgm:cxn modelId="{F39E0EAA-9366-4E0F-A902-6F12A0B70EF8}" type="presParOf" srcId="{746EA376-F26C-4A40-8955-4AEE6623BBDC}" destId="{262671CB-4D89-4A51-8E4F-F48502029C1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18D95E7-C42F-4D5C-9C83-F20C4250C247}" type="doc">
      <dgm:prSet loTypeId="urn:microsoft.com/office/officeart/2005/8/layout/hierarchy1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2A8F425-D5D8-42FC-8659-2CE32D5BB91D}">
      <dgm:prSet phldrT="[Text]"/>
      <dgm:spPr/>
      <dgm:t>
        <a:bodyPr/>
        <a:lstStyle/>
        <a:p>
          <a:r>
            <a:rPr lang="en-US" altLang="zh-CN" dirty="0"/>
            <a:t>Molecular Formula</a:t>
          </a:r>
          <a:endParaRPr lang="en-US" dirty="0"/>
        </a:p>
      </dgm:t>
    </dgm:pt>
    <dgm:pt modelId="{6871CBF7-3839-41FC-BB9E-1812F8D37F50}" type="parTrans" cxnId="{AAA95EF6-FE24-4EDE-947D-E189C15F438A}">
      <dgm:prSet/>
      <dgm:spPr/>
      <dgm:t>
        <a:bodyPr/>
        <a:lstStyle/>
        <a:p>
          <a:endParaRPr lang="en-US"/>
        </a:p>
      </dgm:t>
    </dgm:pt>
    <dgm:pt modelId="{F9D85F5F-CE3A-4BDA-8994-E2834DD40989}" type="sibTrans" cxnId="{AAA95EF6-FE24-4EDE-947D-E189C15F438A}">
      <dgm:prSet/>
      <dgm:spPr/>
      <dgm:t>
        <a:bodyPr/>
        <a:lstStyle/>
        <a:p>
          <a:endParaRPr lang="en-US"/>
        </a:p>
      </dgm:t>
    </dgm:pt>
    <dgm:pt modelId="{CA2C4D61-7DA4-4DCE-9174-56E5CCF37FA3}">
      <dgm:prSet phldrT="[Text]"/>
      <dgm:spPr/>
      <dgm:t>
        <a:bodyPr/>
        <a:lstStyle/>
        <a:p>
          <a:r>
            <a:rPr lang="en-US" dirty="0"/>
            <a:t>M</a:t>
          </a:r>
          <a:r>
            <a:rPr lang="en-US" altLang="zh-CN" dirty="0"/>
            <a:t>etal+Non-Metal?</a:t>
          </a:r>
          <a:endParaRPr lang="en-US" dirty="0"/>
        </a:p>
      </dgm:t>
    </dgm:pt>
    <dgm:pt modelId="{F673F79C-05D0-4DBB-A6E8-2BD55D492CEA}" type="parTrans" cxnId="{29B3350E-C089-4B90-AAF6-68D6E90528D7}">
      <dgm:prSet/>
      <dgm:spPr/>
      <dgm:t>
        <a:bodyPr/>
        <a:lstStyle/>
        <a:p>
          <a:endParaRPr lang="en-US"/>
        </a:p>
      </dgm:t>
    </dgm:pt>
    <dgm:pt modelId="{954946DF-B3D8-4870-A60E-10E86FE5D919}" type="sibTrans" cxnId="{29B3350E-C089-4B90-AAF6-68D6E90528D7}">
      <dgm:prSet/>
      <dgm:spPr/>
      <dgm:t>
        <a:bodyPr/>
        <a:lstStyle/>
        <a:p>
          <a:endParaRPr lang="en-US"/>
        </a:p>
      </dgm:t>
    </dgm:pt>
    <dgm:pt modelId="{2BC76D97-EEC4-430F-8729-23EE7FCB029D}">
      <dgm:prSet phldrT="[Text]"/>
      <dgm:spPr/>
      <dgm:t>
        <a:bodyPr/>
        <a:lstStyle/>
        <a:p>
          <a:r>
            <a:rPr lang="en-US" dirty="0"/>
            <a:t>The Metal is not a transition metal</a:t>
          </a:r>
        </a:p>
      </dgm:t>
    </dgm:pt>
    <dgm:pt modelId="{9B87ECB5-0784-4CD7-BB28-786C7BF06DA5}" type="parTrans" cxnId="{238D21E8-ED74-4E42-A36A-2C41E0BEC1B4}">
      <dgm:prSet/>
      <dgm:spPr/>
      <dgm:t>
        <a:bodyPr/>
        <a:lstStyle/>
        <a:p>
          <a:endParaRPr lang="en-US"/>
        </a:p>
      </dgm:t>
    </dgm:pt>
    <dgm:pt modelId="{641263E5-ED63-4226-A6D2-9655F17110B2}" type="sibTrans" cxnId="{238D21E8-ED74-4E42-A36A-2C41E0BEC1B4}">
      <dgm:prSet/>
      <dgm:spPr/>
      <dgm:t>
        <a:bodyPr/>
        <a:lstStyle/>
        <a:p>
          <a:endParaRPr lang="en-US"/>
        </a:p>
      </dgm:t>
    </dgm:pt>
    <dgm:pt modelId="{BAFCB615-E8DA-4EE4-A884-4DDFE648BD4D}">
      <dgm:prSet phldrT="[Text]"/>
      <dgm:spPr/>
      <dgm:t>
        <a:bodyPr/>
        <a:lstStyle/>
        <a:p>
          <a:r>
            <a:rPr lang="en-US" dirty="0"/>
            <a:t>The Metal is a transitional metal</a:t>
          </a:r>
        </a:p>
      </dgm:t>
    </dgm:pt>
    <dgm:pt modelId="{06759C65-AAF3-444B-A2F9-198B13E83DDC}" type="parTrans" cxnId="{6BD644F0-66E6-4BB3-AF23-9CABC50245CA}">
      <dgm:prSet/>
      <dgm:spPr/>
      <dgm:t>
        <a:bodyPr/>
        <a:lstStyle/>
        <a:p>
          <a:endParaRPr lang="en-US"/>
        </a:p>
      </dgm:t>
    </dgm:pt>
    <dgm:pt modelId="{C5901344-75F8-442A-82FD-48BABFD68AD4}" type="sibTrans" cxnId="{6BD644F0-66E6-4BB3-AF23-9CABC50245CA}">
      <dgm:prSet/>
      <dgm:spPr/>
      <dgm:t>
        <a:bodyPr/>
        <a:lstStyle/>
        <a:p>
          <a:endParaRPr lang="en-US"/>
        </a:p>
      </dgm:t>
    </dgm:pt>
    <dgm:pt modelId="{8654E2C0-F53E-4EC2-A767-4AD3C8775F27}">
      <dgm:prSet phldrT="[Text]"/>
      <dgm:spPr/>
      <dgm:t>
        <a:bodyPr/>
        <a:lstStyle/>
        <a:p>
          <a:r>
            <a:rPr lang="en-US" dirty="0"/>
            <a:t>Non-metal Only?</a:t>
          </a:r>
        </a:p>
      </dgm:t>
    </dgm:pt>
    <dgm:pt modelId="{DAD51643-A427-4A93-916E-FB2E27210EBB}" type="parTrans" cxnId="{FADC0111-751D-40E3-B5B9-2479E6B748DB}">
      <dgm:prSet/>
      <dgm:spPr/>
      <dgm:t>
        <a:bodyPr/>
        <a:lstStyle/>
        <a:p>
          <a:endParaRPr lang="en-US"/>
        </a:p>
      </dgm:t>
    </dgm:pt>
    <dgm:pt modelId="{349BBC8D-A203-4A9D-BEB2-D4628FDC0AC0}" type="sibTrans" cxnId="{FADC0111-751D-40E3-B5B9-2479E6B748DB}">
      <dgm:prSet/>
      <dgm:spPr/>
      <dgm:t>
        <a:bodyPr/>
        <a:lstStyle/>
        <a:p>
          <a:endParaRPr lang="en-US"/>
        </a:p>
      </dgm:t>
    </dgm:pt>
    <dgm:pt modelId="{2A9E4378-87C9-47B5-952C-94C153CA2911}" type="pres">
      <dgm:prSet presAssocID="{F18D95E7-C42F-4D5C-9C83-F20C4250C24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1118B71-80F6-4C29-831E-6A747011BE76}" type="pres">
      <dgm:prSet presAssocID="{A2A8F425-D5D8-42FC-8659-2CE32D5BB91D}" presName="hierRoot1" presStyleCnt="0"/>
      <dgm:spPr/>
    </dgm:pt>
    <dgm:pt modelId="{22F9A439-EC3A-4815-9F8B-F3AFB6A5EFDE}" type="pres">
      <dgm:prSet presAssocID="{A2A8F425-D5D8-42FC-8659-2CE32D5BB91D}" presName="composite" presStyleCnt="0"/>
      <dgm:spPr/>
    </dgm:pt>
    <dgm:pt modelId="{46737C87-A1DD-4D98-B163-3A1797E11294}" type="pres">
      <dgm:prSet presAssocID="{A2A8F425-D5D8-42FC-8659-2CE32D5BB91D}" presName="background" presStyleLbl="node0" presStyleIdx="0" presStyleCnt="1"/>
      <dgm:spPr/>
    </dgm:pt>
    <dgm:pt modelId="{D8CCCC80-F3D7-4C0B-AF12-F09572FDF7E7}" type="pres">
      <dgm:prSet presAssocID="{A2A8F425-D5D8-42FC-8659-2CE32D5BB91D}" presName="text" presStyleLbl="fgAcc0" presStyleIdx="0" presStyleCnt="1">
        <dgm:presLayoutVars>
          <dgm:chPref val="3"/>
        </dgm:presLayoutVars>
      </dgm:prSet>
      <dgm:spPr/>
    </dgm:pt>
    <dgm:pt modelId="{5F4CF368-60B2-442F-8647-A5C99BF4AFF4}" type="pres">
      <dgm:prSet presAssocID="{A2A8F425-D5D8-42FC-8659-2CE32D5BB91D}" presName="hierChild2" presStyleCnt="0"/>
      <dgm:spPr/>
    </dgm:pt>
    <dgm:pt modelId="{724E6060-3053-4042-A973-2BE350C7A247}" type="pres">
      <dgm:prSet presAssocID="{F673F79C-05D0-4DBB-A6E8-2BD55D492CEA}" presName="Name10" presStyleLbl="parChTrans1D2" presStyleIdx="0" presStyleCnt="2"/>
      <dgm:spPr/>
    </dgm:pt>
    <dgm:pt modelId="{F590D984-478F-4CCE-844E-C1C61E5F7052}" type="pres">
      <dgm:prSet presAssocID="{CA2C4D61-7DA4-4DCE-9174-56E5CCF37FA3}" presName="hierRoot2" presStyleCnt="0"/>
      <dgm:spPr/>
    </dgm:pt>
    <dgm:pt modelId="{8BAE5471-628F-4385-BBE1-3220BD0CA284}" type="pres">
      <dgm:prSet presAssocID="{CA2C4D61-7DA4-4DCE-9174-56E5CCF37FA3}" presName="composite2" presStyleCnt="0"/>
      <dgm:spPr/>
    </dgm:pt>
    <dgm:pt modelId="{47344EB9-C80E-4CA5-A3ED-22BC5B94145B}" type="pres">
      <dgm:prSet presAssocID="{CA2C4D61-7DA4-4DCE-9174-56E5CCF37FA3}" presName="background2" presStyleLbl="node2" presStyleIdx="0" presStyleCnt="2"/>
      <dgm:spPr/>
    </dgm:pt>
    <dgm:pt modelId="{2792A33A-3F33-4349-A550-20533AB964BB}" type="pres">
      <dgm:prSet presAssocID="{CA2C4D61-7DA4-4DCE-9174-56E5CCF37FA3}" presName="text2" presStyleLbl="fgAcc2" presStyleIdx="0" presStyleCnt="2">
        <dgm:presLayoutVars>
          <dgm:chPref val="3"/>
        </dgm:presLayoutVars>
      </dgm:prSet>
      <dgm:spPr/>
    </dgm:pt>
    <dgm:pt modelId="{8FD7485B-F9C9-4458-B9D8-390E7FA64763}" type="pres">
      <dgm:prSet presAssocID="{CA2C4D61-7DA4-4DCE-9174-56E5CCF37FA3}" presName="hierChild3" presStyleCnt="0"/>
      <dgm:spPr/>
    </dgm:pt>
    <dgm:pt modelId="{A2519B9D-04C2-4F07-B1C4-CCC07A5510CA}" type="pres">
      <dgm:prSet presAssocID="{9B87ECB5-0784-4CD7-BB28-786C7BF06DA5}" presName="Name17" presStyleLbl="parChTrans1D3" presStyleIdx="0" presStyleCnt="2"/>
      <dgm:spPr/>
    </dgm:pt>
    <dgm:pt modelId="{9118E00E-E345-46BC-AAD8-40BB1A4A7E4E}" type="pres">
      <dgm:prSet presAssocID="{2BC76D97-EEC4-430F-8729-23EE7FCB029D}" presName="hierRoot3" presStyleCnt="0"/>
      <dgm:spPr/>
    </dgm:pt>
    <dgm:pt modelId="{36DC39BE-48A5-49DD-B59E-0D008FB76735}" type="pres">
      <dgm:prSet presAssocID="{2BC76D97-EEC4-430F-8729-23EE7FCB029D}" presName="composite3" presStyleCnt="0"/>
      <dgm:spPr/>
    </dgm:pt>
    <dgm:pt modelId="{E06B5A60-658D-4D9D-B99F-3FE8972AE7C3}" type="pres">
      <dgm:prSet presAssocID="{2BC76D97-EEC4-430F-8729-23EE7FCB029D}" presName="background3" presStyleLbl="node3" presStyleIdx="0" presStyleCnt="2"/>
      <dgm:spPr/>
    </dgm:pt>
    <dgm:pt modelId="{06E98BE5-41D1-44CC-8EB3-88BAF7003608}" type="pres">
      <dgm:prSet presAssocID="{2BC76D97-EEC4-430F-8729-23EE7FCB029D}" presName="text3" presStyleLbl="fgAcc3" presStyleIdx="0" presStyleCnt="2">
        <dgm:presLayoutVars>
          <dgm:chPref val="3"/>
        </dgm:presLayoutVars>
      </dgm:prSet>
      <dgm:spPr/>
    </dgm:pt>
    <dgm:pt modelId="{AAC7FB0B-1AED-47EC-AC6D-CA66B27F3FE8}" type="pres">
      <dgm:prSet presAssocID="{2BC76D97-EEC4-430F-8729-23EE7FCB029D}" presName="hierChild4" presStyleCnt="0"/>
      <dgm:spPr/>
    </dgm:pt>
    <dgm:pt modelId="{FE1ECFE8-2400-4E35-A323-43F5FD1275B1}" type="pres">
      <dgm:prSet presAssocID="{06759C65-AAF3-444B-A2F9-198B13E83DDC}" presName="Name17" presStyleLbl="parChTrans1D3" presStyleIdx="1" presStyleCnt="2"/>
      <dgm:spPr/>
    </dgm:pt>
    <dgm:pt modelId="{96631D71-7468-4C13-B936-EE942AC1ACDF}" type="pres">
      <dgm:prSet presAssocID="{BAFCB615-E8DA-4EE4-A884-4DDFE648BD4D}" presName="hierRoot3" presStyleCnt="0"/>
      <dgm:spPr/>
    </dgm:pt>
    <dgm:pt modelId="{D2DC0523-024D-480E-B801-7CAF4C56AE80}" type="pres">
      <dgm:prSet presAssocID="{BAFCB615-E8DA-4EE4-A884-4DDFE648BD4D}" presName="composite3" presStyleCnt="0"/>
      <dgm:spPr/>
    </dgm:pt>
    <dgm:pt modelId="{70CC7658-6AB1-4077-9D16-5BAF1D55B3A0}" type="pres">
      <dgm:prSet presAssocID="{BAFCB615-E8DA-4EE4-A884-4DDFE648BD4D}" presName="background3" presStyleLbl="node3" presStyleIdx="1" presStyleCnt="2"/>
      <dgm:spPr/>
    </dgm:pt>
    <dgm:pt modelId="{6CB0F403-5BF3-4E29-A2E8-25930C2A59B0}" type="pres">
      <dgm:prSet presAssocID="{BAFCB615-E8DA-4EE4-A884-4DDFE648BD4D}" presName="text3" presStyleLbl="fgAcc3" presStyleIdx="1" presStyleCnt="2">
        <dgm:presLayoutVars>
          <dgm:chPref val="3"/>
        </dgm:presLayoutVars>
      </dgm:prSet>
      <dgm:spPr/>
    </dgm:pt>
    <dgm:pt modelId="{E867E094-5819-4D14-AB85-DE612DF28591}" type="pres">
      <dgm:prSet presAssocID="{BAFCB615-E8DA-4EE4-A884-4DDFE648BD4D}" presName="hierChild4" presStyleCnt="0"/>
      <dgm:spPr/>
    </dgm:pt>
    <dgm:pt modelId="{1AE09645-8656-4ED7-8D73-D6813554F4A2}" type="pres">
      <dgm:prSet presAssocID="{DAD51643-A427-4A93-916E-FB2E27210EBB}" presName="Name10" presStyleLbl="parChTrans1D2" presStyleIdx="1" presStyleCnt="2"/>
      <dgm:spPr/>
    </dgm:pt>
    <dgm:pt modelId="{746EA376-F26C-4A40-8955-4AEE6623BBDC}" type="pres">
      <dgm:prSet presAssocID="{8654E2C0-F53E-4EC2-A767-4AD3C8775F27}" presName="hierRoot2" presStyleCnt="0"/>
      <dgm:spPr/>
    </dgm:pt>
    <dgm:pt modelId="{49132AC7-D84C-4D7D-9970-5B53ED8C2750}" type="pres">
      <dgm:prSet presAssocID="{8654E2C0-F53E-4EC2-A767-4AD3C8775F27}" presName="composite2" presStyleCnt="0"/>
      <dgm:spPr/>
    </dgm:pt>
    <dgm:pt modelId="{4D6C07B9-9A99-4886-AD13-2941B4805467}" type="pres">
      <dgm:prSet presAssocID="{8654E2C0-F53E-4EC2-A767-4AD3C8775F27}" presName="background2" presStyleLbl="node2" presStyleIdx="1" presStyleCnt="2"/>
      <dgm:spPr/>
    </dgm:pt>
    <dgm:pt modelId="{27882799-C419-4E2B-A67D-C4C78942FB90}" type="pres">
      <dgm:prSet presAssocID="{8654E2C0-F53E-4EC2-A767-4AD3C8775F27}" presName="text2" presStyleLbl="fgAcc2" presStyleIdx="1" presStyleCnt="2">
        <dgm:presLayoutVars>
          <dgm:chPref val="3"/>
        </dgm:presLayoutVars>
      </dgm:prSet>
      <dgm:spPr/>
    </dgm:pt>
    <dgm:pt modelId="{262671CB-4D89-4A51-8E4F-F48502029C16}" type="pres">
      <dgm:prSet presAssocID="{8654E2C0-F53E-4EC2-A767-4AD3C8775F27}" presName="hierChild3" presStyleCnt="0"/>
      <dgm:spPr/>
    </dgm:pt>
  </dgm:ptLst>
  <dgm:cxnLst>
    <dgm:cxn modelId="{29B3350E-C089-4B90-AAF6-68D6E90528D7}" srcId="{A2A8F425-D5D8-42FC-8659-2CE32D5BB91D}" destId="{CA2C4D61-7DA4-4DCE-9174-56E5CCF37FA3}" srcOrd="0" destOrd="0" parTransId="{F673F79C-05D0-4DBB-A6E8-2BD55D492CEA}" sibTransId="{954946DF-B3D8-4870-A60E-10E86FE5D919}"/>
    <dgm:cxn modelId="{FADC0111-751D-40E3-B5B9-2479E6B748DB}" srcId="{A2A8F425-D5D8-42FC-8659-2CE32D5BB91D}" destId="{8654E2C0-F53E-4EC2-A767-4AD3C8775F27}" srcOrd="1" destOrd="0" parTransId="{DAD51643-A427-4A93-916E-FB2E27210EBB}" sibTransId="{349BBC8D-A203-4A9D-BEB2-D4628FDC0AC0}"/>
    <dgm:cxn modelId="{C5BB9413-39B0-452C-A61B-1415A5649F0C}" type="presOf" srcId="{DAD51643-A427-4A93-916E-FB2E27210EBB}" destId="{1AE09645-8656-4ED7-8D73-D6813554F4A2}" srcOrd="0" destOrd="0" presId="urn:microsoft.com/office/officeart/2005/8/layout/hierarchy1"/>
    <dgm:cxn modelId="{A9247A4F-13DE-43DE-9DE1-D3228A244790}" type="presOf" srcId="{8654E2C0-F53E-4EC2-A767-4AD3C8775F27}" destId="{27882799-C419-4E2B-A67D-C4C78942FB90}" srcOrd="0" destOrd="0" presId="urn:microsoft.com/office/officeart/2005/8/layout/hierarchy1"/>
    <dgm:cxn modelId="{7066F858-F336-4BF7-9CE3-AEF76DAA9FF3}" type="presOf" srcId="{9B87ECB5-0784-4CD7-BB28-786C7BF06DA5}" destId="{A2519B9D-04C2-4F07-B1C4-CCC07A5510CA}" srcOrd="0" destOrd="0" presId="urn:microsoft.com/office/officeart/2005/8/layout/hierarchy1"/>
    <dgm:cxn modelId="{0A0BB859-3E13-4321-B71D-326CC8AFA54D}" type="presOf" srcId="{A2A8F425-D5D8-42FC-8659-2CE32D5BB91D}" destId="{D8CCCC80-F3D7-4C0B-AF12-F09572FDF7E7}" srcOrd="0" destOrd="0" presId="urn:microsoft.com/office/officeart/2005/8/layout/hierarchy1"/>
    <dgm:cxn modelId="{E43E0773-E504-43D5-A885-69476B0AA175}" type="presOf" srcId="{BAFCB615-E8DA-4EE4-A884-4DDFE648BD4D}" destId="{6CB0F403-5BF3-4E29-A2E8-25930C2A59B0}" srcOrd="0" destOrd="0" presId="urn:microsoft.com/office/officeart/2005/8/layout/hierarchy1"/>
    <dgm:cxn modelId="{094ACC76-5C01-4885-B740-8D15CD0315AF}" type="presOf" srcId="{2BC76D97-EEC4-430F-8729-23EE7FCB029D}" destId="{06E98BE5-41D1-44CC-8EB3-88BAF7003608}" srcOrd="0" destOrd="0" presId="urn:microsoft.com/office/officeart/2005/8/layout/hierarchy1"/>
    <dgm:cxn modelId="{AC88BC7D-8D75-44A3-8570-755C1854A31F}" type="presOf" srcId="{F673F79C-05D0-4DBB-A6E8-2BD55D492CEA}" destId="{724E6060-3053-4042-A973-2BE350C7A247}" srcOrd="0" destOrd="0" presId="urn:microsoft.com/office/officeart/2005/8/layout/hierarchy1"/>
    <dgm:cxn modelId="{202E8C91-15A3-43CB-80CB-6EDB42E695C1}" type="presOf" srcId="{06759C65-AAF3-444B-A2F9-198B13E83DDC}" destId="{FE1ECFE8-2400-4E35-A323-43F5FD1275B1}" srcOrd="0" destOrd="0" presId="urn:microsoft.com/office/officeart/2005/8/layout/hierarchy1"/>
    <dgm:cxn modelId="{449BC6B5-46F6-40EC-A3F9-AE40F333EAA5}" type="presOf" srcId="{F18D95E7-C42F-4D5C-9C83-F20C4250C247}" destId="{2A9E4378-87C9-47B5-952C-94C153CA2911}" srcOrd="0" destOrd="0" presId="urn:microsoft.com/office/officeart/2005/8/layout/hierarchy1"/>
    <dgm:cxn modelId="{A1E8CFE0-491A-4E8D-BBCD-81F8D0661912}" type="presOf" srcId="{CA2C4D61-7DA4-4DCE-9174-56E5CCF37FA3}" destId="{2792A33A-3F33-4349-A550-20533AB964BB}" srcOrd="0" destOrd="0" presId="urn:microsoft.com/office/officeart/2005/8/layout/hierarchy1"/>
    <dgm:cxn modelId="{238D21E8-ED74-4E42-A36A-2C41E0BEC1B4}" srcId="{CA2C4D61-7DA4-4DCE-9174-56E5CCF37FA3}" destId="{2BC76D97-EEC4-430F-8729-23EE7FCB029D}" srcOrd="0" destOrd="0" parTransId="{9B87ECB5-0784-4CD7-BB28-786C7BF06DA5}" sibTransId="{641263E5-ED63-4226-A6D2-9655F17110B2}"/>
    <dgm:cxn modelId="{6BD644F0-66E6-4BB3-AF23-9CABC50245CA}" srcId="{CA2C4D61-7DA4-4DCE-9174-56E5CCF37FA3}" destId="{BAFCB615-E8DA-4EE4-A884-4DDFE648BD4D}" srcOrd="1" destOrd="0" parTransId="{06759C65-AAF3-444B-A2F9-198B13E83DDC}" sibTransId="{C5901344-75F8-442A-82FD-48BABFD68AD4}"/>
    <dgm:cxn modelId="{AAA95EF6-FE24-4EDE-947D-E189C15F438A}" srcId="{F18D95E7-C42F-4D5C-9C83-F20C4250C247}" destId="{A2A8F425-D5D8-42FC-8659-2CE32D5BB91D}" srcOrd="0" destOrd="0" parTransId="{6871CBF7-3839-41FC-BB9E-1812F8D37F50}" sibTransId="{F9D85F5F-CE3A-4BDA-8994-E2834DD40989}"/>
    <dgm:cxn modelId="{26732997-A908-4E0C-9013-E8C06E38469E}" type="presParOf" srcId="{2A9E4378-87C9-47B5-952C-94C153CA2911}" destId="{61118B71-80F6-4C29-831E-6A747011BE76}" srcOrd="0" destOrd="0" presId="urn:microsoft.com/office/officeart/2005/8/layout/hierarchy1"/>
    <dgm:cxn modelId="{2E2066A0-0CE3-495A-A66E-F9B6F7A3CFCC}" type="presParOf" srcId="{61118B71-80F6-4C29-831E-6A747011BE76}" destId="{22F9A439-EC3A-4815-9F8B-F3AFB6A5EFDE}" srcOrd="0" destOrd="0" presId="urn:microsoft.com/office/officeart/2005/8/layout/hierarchy1"/>
    <dgm:cxn modelId="{E6F4AD92-5A58-4157-ACFB-CDA37266FBC5}" type="presParOf" srcId="{22F9A439-EC3A-4815-9F8B-F3AFB6A5EFDE}" destId="{46737C87-A1DD-4D98-B163-3A1797E11294}" srcOrd="0" destOrd="0" presId="urn:microsoft.com/office/officeart/2005/8/layout/hierarchy1"/>
    <dgm:cxn modelId="{08486955-28F4-40A7-909F-FA3C8C5E65FA}" type="presParOf" srcId="{22F9A439-EC3A-4815-9F8B-F3AFB6A5EFDE}" destId="{D8CCCC80-F3D7-4C0B-AF12-F09572FDF7E7}" srcOrd="1" destOrd="0" presId="urn:microsoft.com/office/officeart/2005/8/layout/hierarchy1"/>
    <dgm:cxn modelId="{03D82244-5CE0-42CE-896E-7D2BEF8A3EC0}" type="presParOf" srcId="{61118B71-80F6-4C29-831E-6A747011BE76}" destId="{5F4CF368-60B2-442F-8647-A5C99BF4AFF4}" srcOrd="1" destOrd="0" presId="urn:microsoft.com/office/officeart/2005/8/layout/hierarchy1"/>
    <dgm:cxn modelId="{775B278D-CC3B-4576-A76D-198B0DD8E1D4}" type="presParOf" srcId="{5F4CF368-60B2-442F-8647-A5C99BF4AFF4}" destId="{724E6060-3053-4042-A973-2BE350C7A247}" srcOrd="0" destOrd="0" presId="urn:microsoft.com/office/officeart/2005/8/layout/hierarchy1"/>
    <dgm:cxn modelId="{6CCCE16A-E9D8-478E-9BC2-070EBB2C54E1}" type="presParOf" srcId="{5F4CF368-60B2-442F-8647-A5C99BF4AFF4}" destId="{F590D984-478F-4CCE-844E-C1C61E5F7052}" srcOrd="1" destOrd="0" presId="urn:microsoft.com/office/officeart/2005/8/layout/hierarchy1"/>
    <dgm:cxn modelId="{742CDFAB-9B0A-49EA-8215-470BE12AE55C}" type="presParOf" srcId="{F590D984-478F-4CCE-844E-C1C61E5F7052}" destId="{8BAE5471-628F-4385-BBE1-3220BD0CA284}" srcOrd="0" destOrd="0" presId="urn:microsoft.com/office/officeart/2005/8/layout/hierarchy1"/>
    <dgm:cxn modelId="{F41336F2-8F37-436C-9DB8-DDD7B4F36A01}" type="presParOf" srcId="{8BAE5471-628F-4385-BBE1-3220BD0CA284}" destId="{47344EB9-C80E-4CA5-A3ED-22BC5B94145B}" srcOrd="0" destOrd="0" presId="urn:microsoft.com/office/officeart/2005/8/layout/hierarchy1"/>
    <dgm:cxn modelId="{E20D34D1-4753-4CE3-8444-AF92871349E0}" type="presParOf" srcId="{8BAE5471-628F-4385-BBE1-3220BD0CA284}" destId="{2792A33A-3F33-4349-A550-20533AB964BB}" srcOrd="1" destOrd="0" presId="urn:microsoft.com/office/officeart/2005/8/layout/hierarchy1"/>
    <dgm:cxn modelId="{884E102F-1727-4AA8-98A3-41CBFE752DED}" type="presParOf" srcId="{F590D984-478F-4CCE-844E-C1C61E5F7052}" destId="{8FD7485B-F9C9-4458-B9D8-390E7FA64763}" srcOrd="1" destOrd="0" presId="urn:microsoft.com/office/officeart/2005/8/layout/hierarchy1"/>
    <dgm:cxn modelId="{59D110D4-EE01-43FD-823C-9B30B2C10E7D}" type="presParOf" srcId="{8FD7485B-F9C9-4458-B9D8-390E7FA64763}" destId="{A2519B9D-04C2-4F07-B1C4-CCC07A5510CA}" srcOrd="0" destOrd="0" presId="urn:microsoft.com/office/officeart/2005/8/layout/hierarchy1"/>
    <dgm:cxn modelId="{7548AFC5-B601-4777-A7A2-13C87B61F249}" type="presParOf" srcId="{8FD7485B-F9C9-4458-B9D8-390E7FA64763}" destId="{9118E00E-E345-46BC-AAD8-40BB1A4A7E4E}" srcOrd="1" destOrd="0" presId="urn:microsoft.com/office/officeart/2005/8/layout/hierarchy1"/>
    <dgm:cxn modelId="{FE1B7F99-C378-4B15-9465-BB433F4B5F0C}" type="presParOf" srcId="{9118E00E-E345-46BC-AAD8-40BB1A4A7E4E}" destId="{36DC39BE-48A5-49DD-B59E-0D008FB76735}" srcOrd="0" destOrd="0" presId="urn:microsoft.com/office/officeart/2005/8/layout/hierarchy1"/>
    <dgm:cxn modelId="{F14F1E7C-F219-4941-91A1-97A47B7A30A1}" type="presParOf" srcId="{36DC39BE-48A5-49DD-B59E-0D008FB76735}" destId="{E06B5A60-658D-4D9D-B99F-3FE8972AE7C3}" srcOrd="0" destOrd="0" presId="urn:microsoft.com/office/officeart/2005/8/layout/hierarchy1"/>
    <dgm:cxn modelId="{B733F43C-B55B-49EE-8860-18696FDCA1D1}" type="presParOf" srcId="{36DC39BE-48A5-49DD-B59E-0D008FB76735}" destId="{06E98BE5-41D1-44CC-8EB3-88BAF7003608}" srcOrd="1" destOrd="0" presId="urn:microsoft.com/office/officeart/2005/8/layout/hierarchy1"/>
    <dgm:cxn modelId="{9CF9349B-AB8B-423D-A64A-047CFB8620B8}" type="presParOf" srcId="{9118E00E-E345-46BC-AAD8-40BB1A4A7E4E}" destId="{AAC7FB0B-1AED-47EC-AC6D-CA66B27F3FE8}" srcOrd="1" destOrd="0" presId="urn:microsoft.com/office/officeart/2005/8/layout/hierarchy1"/>
    <dgm:cxn modelId="{4AE25CF5-E1BA-4E42-8158-5F06A828D98D}" type="presParOf" srcId="{8FD7485B-F9C9-4458-B9D8-390E7FA64763}" destId="{FE1ECFE8-2400-4E35-A323-43F5FD1275B1}" srcOrd="2" destOrd="0" presId="urn:microsoft.com/office/officeart/2005/8/layout/hierarchy1"/>
    <dgm:cxn modelId="{4093AC2D-0FDE-406F-8DD3-466340627C34}" type="presParOf" srcId="{8FD7485B-F9C9-4458-B9D8-390E7FA64763}" destId="{96631D71-7468-4C13-B936-EE942AC1ACDF}" srcOrd="3" destOrd="0" presId="urn:microsoft.com/office/officeart/2005/8/layout/hierarchy1"/>
    <dgm:cxn modelId="{68FF9B06-C1F3-4942-89DE-91123D051648}" type="presParOf" srcId="{96631D71-7468-4C13-B936-EE942AC1ACDF}" destId="{D2DC0523-024D-480E-B801-7CAF4C56AE80}" srcOrd="0" destOrd="0" presId="urn:microsoft.com/office/officeart/2005/8/layout/hierarchy1"/>
    <dgm:cxn modelId="{1BCF7707-CECD-4C43-9805-E29E316ED19B}" type="presParOf" srcId="{D2DC0523-024D-480E-B801-7CAF4C56AE80}" destId="{70CC7658-6AB1-4077-9D16-5BAF1D55B3A0}" srcOrd="0" destOrd="0" presId="urn:microsoft.com/office/officeart/2005/8/layout/hierarchy1"/>
    <dgm:cxn modelId="{15D31EE9-AA17-433D-8325-E9D3A5AD2E63}" type="presParOf" srcId="{D2DC0523-024D-480E-B801-7CAF4C56AE80}" destId="{6CB0F403-5BF3-4E29-A2E8-25930C2A59B0}" srcOrd="1" destOrd="0" presId="urn:microsoft.com/office/officeart/2005/8/layout/hierarchy1"/>
    <dgm:cxn modelId="{2393D4C0-C77D-471A-B695-DF8D115A7A27}" type="presParOf" srcId="{96631D71-7468-4C13-B936-EE942AC1ACDF}" destId="{E867E094-5819-4D14-AB85-DE612DF28591}" srcOrd="1" destOrd="0" presId="urn:microsoft.com/office/officeart/2005/8/layout/hierarchy1"/>
    <dgm:cxn modelId="{1B9FC021-0677-4AD0-AEAA-604E5F1D7BE8}" type="presParOf" srcId="{5F4CF368-60B2-442F-8647-A5C99BF4AFF4}" destId="{1AE09645-8656-4ED7-8D73-D6813554F4A2}" srcOrd="2" destOrd="0" presId="urn:microsoft.com/office/officeart/2005/8/layout/hierarchy1"/>
    <dgm:cxn modelId="{3A347590-8191-497F-B0BC-CD598A15FCE9}" type="presParOf" srcId="{5F4CF368-60B2-442F-8647-A5C99BF4AFF4}" destId="{746EA376-F26C-4A40-8955-4AEE6623BBDC}" srcOrd="3" destOrd="0" presId="urn:microsoft.com/office/officeart/2005/8/layout/hierarchy1"/>
    <dgm:cxn modelId="{05B7DAF6-0DA4-469C-A192-AC13F4F63F6E}" type="presParOf" srcId="{746EA376-F26C-4A40-8955-4AEE6623BBDC}" destId="{49132AC7-D84C-4D7D-9970-5B53ED8C2750}" srcOrd="0" destOrd="0" presId="urn:microsoft.com/office/officeart/2005/8/layout/hierarchy1"/>
    <dgm:cxn modelId="{E845D38F-D91A-4A8C-ADBD-B2A725BDE2FA}" type="presParOf" srcId="{49132AC7-D84C-4D7D-9970-5B53ED8C2750}" destId="{4D6C07B9-9A99-4886-AD13-2941B4805467}" srcOrd="0" destOrd="0" presId="urn:microsoft.com/office/officeart/2005/8/layout/hierarchy1"/>
    <dgm:cxn modelId="{31A51BEA-D1EB-4E30-80CB-EA963FD435F9}" type="presParOf" srcId="{49132AC7-D84C-4D7D-9970-5B53ED8C2750}" destId="{27882799-C419-4E2B-A67D-C4C78942FB90}" srcOrd="1" destOrd="0" presId="urn:microsoft.com/office/officeart/2005/8/layout/hierarchy1"/>
    <dgm:cxn modelId="{F39E0EAA-9366-4E0F-A902-6F12A0B70EF8}" type="presParOf" srcId="{746EA376-F26C-4A40-8955-4AEE6623BBDC}" destId="{262671CB-4D89-4A51-8E4F-F48502029C1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18D95E7-C42F-4D5C-9C83-F20C4250C247}" type="doc">
      <dgm:prSet loTypeId="urn:microsoft.com/office/officeart/2005/8/layout/hierarchy1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2A8F425-D5D8-42FC-8659-2CE32D5BB91D}">
      <dgm:prSet phldrT="[Text]"/>
      <dgm:spPr/>
      <dgm:t>
        <a:bodyPr/>
        <a:lstStyle/>
        <a:p>
          <a:r>
            <a:rPr lang="en-US" altLang="zh-CN" dirty="0"/>
            <a:t>Molecular Formula</a:t>
          </a:r>
          <a:endParaRPr lang="en-US" dirty="0"/>
        </a:p>
      </dgm:t>
    </dgm:pt>
    <dgm:pt modelId="{6871CBF7-3839-41FC-BB9E-1812F8D37F50}" type="parTrans" cxnId="{AAA95EF6-FE24-4EDE-947D-E189C15F438A}">
      <dgm:prSet/>
      <dgm:spPr/>
      <dgm:t>
        <a:bodyPr/>
        <a:lstStyle/>
        <a:p>
          <a:endParaRPr lang="en-US"/>
        </a:p>
      </dgm:t>
    </dgm:pt>
    <dgm:pt modelId="{F9D85F5F-CE3A-4BDA-8994-E2834DD40989}" type="sibTrans" cxnId="{AAA95EF6-FE24-4EDE-947D-E189C15F438A}">
      <dgm:prSet/>
      <dgm:spPr/>
      <dgm:t>
        <a:bodyPr/>
        <a:lstStyle/>
        <a:p>
          <a:endParaRPr lang="en-US"/>
        </a:p>
      </dgm:t>
    </dgm:pt>
    <dgm:pt modelId="{CA2C4D61-7DA4-4DCE-9174-56E5CCF37FA3}">
      <dgm:prSet phldrT="[Text]"/>
      <dgm:spPr/>
      <dgm:t>
        <a:bodyPr/>
        <a:lstStyle/>
        <a:p>
          <a:r>
            <a:rPr lang="en-US" dirty="0"/>
            <a:t>M</a:t>
          </a:r>
          <a:r>
            <a:rPr lang="en-US" altLang="zh-CN" dirty="0"/>
            <a:t>etal+Non-Metal?</a:t>
          </a:r>
          <a:endParaRPr lang="en-US" dirty="0"/>
        </a:p>
      </dgm:t>
    </dgm:pt>
    <dgm:pt modelId="{F673F79C-05D0-4DBB-A6E8-2BD55D492CEA}" type="parTrans" cxnId="{29B3350E-C089-4B90-AAF6-68D6E90528D7}">
      <dgm:prSet/>
      <dgm:spPr/>
      <dgm:t>
        <a:bodyPr/>
        <a:lstStyle/>
        <a:p>
          <a:endParaRPr lang="en-US"/>
        </a:p>
      </dgm:t>
    </dgm:pt>
    <dgm:pt modelId="{954946DF-B3D8-4870-A60E-10E86FE5D919}" type="sibTrans" cxnId="{29B3350E-C089-4B90-AAF6-68D6E90528D7}">
      <dgm:prSet/>
      <dgm:spPr/>
      <dgm:t>
        <a:bodyPr/>
        <a:lstStyle/>
        <a:p>
          <a:endParaRPr lang="en-US"/>
        </a:p>
      </dgm:t>
    </dgm:pt>
    <dgm:pt modelId="{2BC76D97-EEC4-430F-8729-23EE7FCB029D}">
      <dgm:prSet phldrT="[Text]"/>
      <dgm:spPr/>
      <dgm:t>
        <a:bodyPr/>
        <a:lstStyle/>
        <a:p>
          <a:r>
            <a:rPr lang="en-US" dirty="0"/>
            <a:t>The Metal is not a transition metal</a:t>
          </a:r>
        </a:p>
      </dgm:t>
    </dgm:pt>
    <dgm:pt modelId="{9B87ECB5-0784-4CD7-BB28-786C7BF06DA5}" type="parTrans" cxnId="{238D21E8-ED74-4E42-A36A-2C41E0BEC1B4}">
      <dgm:prSet/>
      <dgm:spPr/>
      <dgm:t>
        <a:bodyPr/>
        <a:lstStyle/>
        <a:p>
          <a:endParaRPr lang="en-US"/>
        </a:p>
      </dgm:t>
    </dgm:pt>
    <dgm:pt modelId="{641263E5-ED63-4226-A6D2-9655F17110B2}" type="sibTrans" cxnId="{238D21E8-ED74-4E42-A36A-2C41E0BEC1B4}">
      <dgm:prSet/>
      <dgm:spPr/>
      <dgm:t>
        <a:bodyPr/>
        <a:lstStyle/>
        <a:p>
          <a:endParaRPr lang="en-US"/>
        </a:p>
      </dgm:t>
    </dgm:pt>
    <dgm:pt modelId="{BAFCB615-E8DA-4EE4-A884-4DDFE648BD4D}">
      <dgm:prSet phldrT="[Text]"/>
      <dgm:spPr/>
      <dgm:t>
        <a:bodyPr/>
        <a:lstStyle/>
        <a:p>
          <a:r>
            <a:rPr lang="en-US" dirty="0"/>
            <a:t>The Metal is a transitional metal</a:t>
          </a:r>
        </a:p>
      </dgm:t>
    </dgm:pt>
    <dgm:pt modelId="{06759C65-AAF3-444B-A2F9-198B13E83DDC}" type="parTrans" cxnId="{6BD644F0-66E6-4BB3-AF23-9CABC50245CA}">
      <dgm:prSet/>
      <dgm:spPr/>
      <dgm:t>
        <a:bodyPr/>
        <a:lstStyle/>
        <a:p>
          <a:endParaRPr lang="en-US"/>
        </a:p>
      </dgm:t>
    </dgm:pt>
    <dgm:pt modelId="{C5901344-75F8-442A-82FD-48BABFD68AD4}" type="sibTrans" cxnId="{6BD644F0-66E6-4BB3-AF23-9CABC50245CA}">
      <dgm:prSet/>
      <dgm:spPr/>
      <dgm:t>
        <a:bodyPr/>
        <a:lstStyle/>
        <a:p>
          <a:endParaRPr lang="en-US"/>
        </a:p>
      </dgm:t>
    </dgm:pt>
    <dgm:pt modelId="{8654E2C0-F53E-4EC2-A767-4AD3C8775F27}">
      <dgm:prSet phldrT="[Text]"/>
      <dgm:spPr/>
      <dgm:t>
        <a:bodyPr/>
        <a:lstStyle/>
        <a:p>
          <a:r>
            <a:rPr lang="en-US" dirty="0"/>
            <a:t>Non-metal Only?</a:t>
          </a:r>
        </a:p>
      </dgm:t>
    </dgm:pt>
    <dgm:pt modelId="{DAD51643-A427-4A93-916E-FB2E27210EBB}" type="parTrans" cxnId="{FADC0111-751D-40E3-B5B9-2479E6B748DB}">
      <dgm:prSet/>
      <dgm:spPr/>
      <dgm:t>
        <a:bodyPr/>
        <a:lstStyle/>
        <a:p>
          <a:endParaRPr lang="en-US"/>
        </a:p>
      </dgm:t>
    </dgm:pt>
    <dgm:pt modelId="{349BBC8D-A203-4A9D-BEB2-D4628FDC0AC0}" type="sibTrans" cxnId="{FADC0111-751D-40E3-B5B9-2479E6B748DB}">
      <dgm:prSet/>
      <dgm:spPr/>
      <dgm:t>
        <a:bodyPr/>
        <a:lstStyle/>
        <a:p>
          <a:endParaRPr lang="en-US"/>
        </a:p>
      </dgm:t>
    </dgm:pt>
    <dgm:pt modelId="{2A9E4378-87C9-47B5-952C-94C153CA2911}" type="pres">
      <dgm:prSet presAssocID="{F18D95E7-C42F-4D5C-9C83-F20C4250C24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1118B71-80F6-4C29-831E-6A747011BE76}" type="pres">
      <dgm:prSet presAssocID="{A2A8F425-D5D8-42FC-8659-2CE32D5BB91D}" presName="hierRoot1" presStyleCnt="0"/>
      <dgm:spPr/>
    </dgm:pt>
    <dgm:pt modelId="{22F9A439-EC3A-4815-9F8B-F3AFB6A5EFDE}" type="pres">
      <dgm:prSet presAssocID="{A2A8F425-D5D8-42FC-8659-2CE32D5BB91D}" presName="composite" presStyleCnt="0"/>
      <dgm:spPr/>
    </dgm:pt>
    <dgm:pt modelId="{46737C87-A1DD-4D98-B163-3A1797E11294}" type="pres">
      <dgm:prSet presAssocID="{A2A8F425-D5D8-42FC-8659-2CE32D5BB91D}" presName="background" presStyleLbl="node0" presStyleIdx="0" presStyleCnt="1"/>
      <dgm:spPr/>
    </dgm:pt>
    <dgm:pt modelId="{D8CCCC80-F3D7-4C0B-AF12-F09572FDF7E7}" type="pres">
      <dgm:prSet presAssocID="{A2A8F425-D5D8-42FC-8659-2CE32D5BB91D}" presName="text" presStyleLbl="fgAcc0" presStyleIdx="0" presStyleCnt="1">
        <dgm:presLayoutVars>
          <dgm:chPref val="3"/>
        </dgm:presLayoutVars>
      </dgm:prSet>
      <dgm:spPr/>
    </dgm:pt>
    <dgm:pt modelId="{5F4CF368-60B2-442F-8647-A5C99BF4AFF4}" type="pres">
      <dgm:prSet presAssocID="{A2A8F425-D5D8-42FC-8659-2CE32D5BB91D}" presName="hierChild2" presStyleCnt="0"/>
      <dgm:spPr/>
    </dgm:pt>
    <dgm:pt modelId="{724E6060-3053-4042-A973-2BE350C7A247}" type="pres">
      <dgm:prSet presAssocID="{F673F79C-05D0-4DBB-A6E8-2BD55D492CEA}" presName="Name10" presStyleLbl="parChTrans1D2" presStyleIdx="0" presStyleCnt="2"/>
      <dgm:spPr/>
    </dgm:pt>
    <dgm:pt modelId="{F590D984-478F-4CCE-844E-C1C61E5F7052}" type="pres">
      <dgm:prSet presAssocID="{CA2C4D61-7DA4-4DCE-9174-56E5CCF37FA3}" presName="hierRoot2" presStyleCnt="0"/>
      <dgm:spPr/>
    </dgm:pt>
    <dgm:pt modelId="{8BAE5471-628F-4385-BBE1-3220BD0CA284}" type="pres">
      <dgm:prSet presAssocID="{CA2C4D61-7DA4-4DCE-9174-56E5CCF37FA3}" presName="composite2" presStyleCnt="0"/>
      <dgm:spPr/>
    </dgm:pt>
    <dgm:pt modelId="{47344EB9-C80E-4CA5-A3ED-22BC5B94145B}" type="pres">
      <dgm:prSet presAssocID="{CA2C4D61-7DA4-4DCE-9174-56E5CCF37FA3}" presName="background2" presStyleLbl="node2" presStyleIdx="0" presStyleCnt="2"/>
      <dgm:spPr/>
    </dgm:pt>
    <dgm:pt modelId="{2792A33A-3F33-4349-A550-20533AB964BB}" type="pres">
      <dgm:prSet presAssocID="{CA2C4D61-7DA4-4DCE-9174-56E5CCF37FA3}" presName="text2" presStyleLbl="fgAcc2" presStyleIdx="0" presStyleCnt="2">
        <dgm:presLayoutVars>
          <dgm:chPref val="3"/>
        </dgm:presLayoutVars>
      </dgm:prSet>
      <dgm:spPr/>
    </dgm:pt>
    <dgm:pt modelId="{8FD7485B-F9C9-4458-B9D8-390E7FA64763}" type="pres">
      <dgm:prSet presAssocID="{CA2C4D61-7DA4-4DCE-9174-56E5CCF37FA3}" presName="hierChild3" presStyleCnt="0"/>
      <dgm:spPr/>
    </dgm:pt>
    <dgm:pt modelId="{A2519B9D-04C2-4F07-B1C4-CCC07A5510CA}" type="pres">
      <dgm:prSet presAssocID="{9B87ECB5-0784-4CD7-BB28-786C7BF06DA5}" presName="Name17" presStyleLbl="parChTrans1D3" presStyleIdx="0" presStyleCnt="2"/>
      <dgm:spPr/>
    </dgm:pt>
    <dgm:pt modelId="{9118E00E-E345-46BC-AAD8-40BB1A4A7E4E}" type="pres">
      <dgm:prSet presAssocID="{2BC76D97-EEC4-430F-8729-23EE7FCB029D}" presName="hierRoot3" presStyleCnt="0"/>
      <dgm:spPr/>
    </dgm:pt>
    <dgm:pt modelId="{36DC39BE-48A5-49DD-B59E-0D008FB76735}" type="pres">
      <dgm:prSet presAssocID="{2BC76D97-EEC4-430F-8729-23EE7FCB029D}" presName="composite3" presStyleCnt="0"/>
      <dgm:spPr/>
    </dgm:pt>
    <dgm:pt modelId="{E06B5A60-658D-4D9D-B99F-3FE8972AE7C3}" type="pres">
      <dgm:prSet presAssocID="{2BC76D97-EEC4-430F-8729-23EE7FCB029D}" presName="background3" presStyleLbl="node3" presStyleIdx="0" presStyleCnt="2"/>
      <dgm:spPr/>
    </dgm:pt>
    <dgm:pt modelId="{06E98BE5-41D1-44CC-8EB3-88BAF7003608}" type="pres">
      <dgm:prSet presAssocID="{2BC76D97-EEC4-430F-8729-23EE7FCB029D}" presName="text3" presStyleLbl="fgAcc3" presStyleIdx="0" presStyleCnt="2">
        <dgm:presLayoutVars>
          <dgm:chPref val="3"/>
        </dgm:presLayoutVars>
      </dgm:prSet>
      <dgm:spPr/>
    </dgm:pt>
    <dgm:pt modelId="{AAC7FB0B-1AED-47EC-AC6D-CA66B27F3FE8}" type="pres">
      <dgm:prSet presAssocID="{2BC76D97-EEC4-430F-8729-23EE7FCB029D}" presName="hierChild4" presStyleCnt="0"/>
      <dgm:spPr/>
    </dgm:pt>
    <dgm:pt modelId="{FE1ECFE8-2400-4E35-A323-43F5FD1275B1}" type="pres">
      <dgm:prSet presAssocID="{06759C65-AAF3-444B-A2F9-198B13E83DDC}" presName="Name17" presStyleLbl="parChTrans1D3" presStyleIdx="1" presStyleCnt="2"/>
      <dgm:spPr/>
    </dgm:pt>
    <dgm:pt modelId="{96631D71-7468-4C13-B936-EE942AC1ACDF}" type="pres">
      <dgm:prSet presAssocID="{BAFCB615-E8DA-4EE4-A884-4DDFE648BD4D}" presName="hierRoot3" presStyleCnt="0"/>
      <dgm:spPr/>
    </dgm:pt>
    <dgm:pt modelId="{D2DC0523-024D-480E-B801-7CAF4C56AE80}" type="pres">
      <dgm:prSet presAssocID="{BAFCB615-E8DA-4EE4-A884-4DDFE648BD4D}" presName="composite3" presStyleCnt="0"/>
      <dgm:spPr/>
    </dgm:pt>
    <dgm:pt modelId="{70CC7658-6AB1-4077-9D16-5BAF1D55B3A0}" type="pres">
      <dgm:prSet presAssocID="{BAFCB615-E8DA-4EE4-A884-4DDFE648BD4D}" presName="background3" presStyleLbl="node3" presStyleIdx="1" presStyleCnt="2"/>
      <dgm:spPr/>
    </dgm:pt>
    <dgm:pt modelId="{6CB0F403-5BF3-4E29-A2E8-25930C2A59B0}" type="pres">
      <dgm:prSet presAssocID="{BAFCB615-E8DA-4EE4-A884-4DDFE648BD4D}" presName="text3" presStyleLbl="fgAcc3" presStyleIdx="1" presStyleCnt="2">
        <dgm:presLayoutVars>
          <dgm:chPref val="3"/>
        </dgm:presLayoutVars>
      </dgm:prSet>
      <dgm:spPr/>
    </dgm:pt>
    <dgm:pt modelId="{E867E094-5819-4D14-AB85-DE612DF28591}" type="pres">
      <dgm:prSet presAssocID="{BAFCB615-E8DA-4EE4-A884-4DDFE648BD4D}" presName="hierChild4" presStyleCnt="0"/>
      <dgm:spPr/>
    </dgm:pt>
    <dgm:pt modelId="{1AE09645-8656-4ED7-8D73-D6813554F4A2}" type="pres">
      <dgm:prSet presAssocID="{DAD51643-A427-4A93-916E-FB2E27210EBB}" presName="Name10" presStyleLbl="parChTrans1D2" presStyleIdx="1" presStyleCnt="2"/>
      <dgm:spPr/>
    </dgm:pt>
    <dgm:pt modelId="{746EA376-F26C-4A40-8955-4AEE6623BBDC}" type="pres">
      <dgm:prSet presAssocID="{8654E2C0-F53E-4EC2-A767-4AD3C8775F27}" presName="hierRoot2" presStyleCnt="0"/>
      <dgm:spPr/>
    </dgm:pt>
    <dgm:pt modelId="{49132AC7-D84C-4D7D-9970-5B53ED8C2750}" type="pres">
      <dgm:prSet presAssocID="{8654E2C0-F53E-4EC2-A767-4AD3C8775F27}" presName="composite2" presStyleCnt="0"/>
      <dgm:spPr/>
    </dgm:pt>
    <dgm:pt modelId="{4D6C07B9-9A99-4886-AD13-2941B4805467}" type="pres">
      <dgm:prSet presAssocID="{8654E2C0-F53E-4EC2-A767-4AD3C8775F27}" presName="background2" presStyleLbl="node2" presStyleIdx="1" presStyleCnt="2"/>
      <dgm:spPr/>
    </dgm:pt>
    <dgm:pt modelId="{27882799-C419-4E2B-A67D-C4C78942FB90}" type="pres">
      <dgm:prSet presAssocID="{8654E2C0-F53E-4EC2-A767-4AD3C8775F27}" presName="text2" presStyleLbl="fgAcc2" presStyleIdx="1" presStyleCnt="2">
        <dgm:presLayoutVars>
          <dgm:chPref val="3"/>
        </dgm:presLayoutVars>
      </dgm:prSet>
      <dgm:spPr/>
    </dgm:pt>
    <dgm:pt modelId="{262671CB-4D89-4A51-8E4F-F48502029C16}" type="pres">
      <dgm:prSet presAssocID="{8654E2C0-F53E-4EC2-A767-4AD3C8775F27}" presName="hierChild3" presStyleCnt="0"/>
      <dgm:spPr/>
    </dgm:pt>
  </dgm:ptLst>
  <dgm:cxnLst>
    <dgm:cxn modelId="{29B3350E-C089-4B90-AAF6-68D6E90528D7}" srcId="{A2A8F425-D5D8-42FC-8659-2CE32D5BB91D}" destId="{CA2C4D61-7DA4-4DCE-9174-56E5CCF37FA3}" srcOrd="0" destOrd="0" parTransId="{F673F79C-05D0-4DBB-A6E8-2BD55D492CEA}" sibTransId="{954946DF-B3D8-4870-A60E-10E86FE5D919}"/>
    <dgm:cxn modelId="{FADC0111-751D-40E3-B5B9-2479E6B748DB}" srcId="{A2A8F425-D5D8-42FC-8659-2CE32D5BB91D}" destId="{8654E2C0-F53E-4EC2-A767-4AD3C8775F27}" srcOrd="1" destOrd="0" parTransId="{DAD51643-A427-4A93-916E-FB2E27210EBB}" sibTransId="{349BBC8D-A203-4A9D-BEB2-D4628FDC0AC0}"/>
    <dgm:cxn modelId="{C5BB9413-39B0-452C-A61B-1415A5649F0C}" type="presOf" srcId="{DAD51643-A427-4A93-916E-FB2E27210EBB}" destId="{1AE09645-8656-4ED7-8D73-D6813554F4A2}" srcOrd="0" destOrd="0" presId="urn:microsoft.com/office/officeart/2005/8/layout/hierarchy1"/>
    <dgm:cxn modelId="{A9247A4F-13DE-43DE-9DE1-D3228A244790}" type="presOf" srcId="{8654E2C0-F53E-4EC2-A767-4AD3C8775F27}" destId="{27882799-C419-4E2B-A67D-C4C78942FB90}" srcOrd="0" destOrd="0" presId="urn:microsoft.com/office/officeart/2005/8/layout/hierarchy1"/>
    <dgm:cxn modelId="{7066F858-F336-4BF7-9CE3-AEF76DAA9FF3}" type="presOf" srcId="{9B87ECB5-0784-4CD7-BB28-786C7BF06DA5}" destId="{A2519B9D-04C2-4F07-B1C4-CCC07A5510CA}" srcOrd="0" destOrd="0" presId="urn:microsoft.com/office/officeart/2005/8/layout/hierarchy1"/>
    <dgm:cxn modelId="{0A0BB859-3E13-4321-B71D-326CC8AFA54D}" type="presOf" srcId="{A2A8F425-D5D8-42FC-8659-2CE32D5BB91D}" destId="{D8CCCC80-F3D7-4C0B-AF12-F09572FDF7E7}" srcOrd="0" destOrd="0" presId="urn:microsoft.com/office/officeart/2005/8/layout/hierarchy1"/>
    <dgm:cxn modelId="{E43E0773-E504-43D5-A885-69476B0AA175}" type="presOf" srcId="{BAFCB615-E8DA-4EE4-A884-4DDFE648BD4D}" destId="{6CB0F403-5BF3-4E29-A2E8-25930C2A59B0}" srcOrd="0" destOrd="0" presId="urn:microsoft.com/office/officeart/2005/8/layout/hierarchy1"/>
    <dgm:cxn modelId="{094ACC76-5C01-4885-B740-8D15CD0315AF}" type="presOf" srcId="{2BC76D97-EEC4-430F-8729-23EE7FCB029D}" destId="{06E98BE5-41D1-44CC-8EB3-88BAF7003608}" srcOrd="0" destOrd="0" presId="urn:microsoft.com/office/officeart/2005/8/layout/hierarchy1"/>
    <dgm:cxn modelId="{AC88BC7D-8D75-44A3-8570-755C1854A31F}" type="presOf" srcId="{F673F79C-05D0-4DBB-A6E8-2BD55D492CEA}" destId="{724E6060-3053-4042-A973-2BE350C7A247}" srcOrd="0" destOrd="0" presId="urn:microsoft.com/office/officeart/2005/8/layout/hierarchy1"/>
    <dgm:cxn modelId="{202E8C91-15A3-43CB-80CB-6EDB42E695C1}" type="presOf" srcId="{06759C65-AAF3-444B-A2F9-198B13E83DDC}" destId="{FE1ECFE8-2400-4E35-A323-43F5FD1275B1}" srcOrd="0" destOrd="0" presId="urn:microsoft.com/office/officeart/2005/8/layout/hierarchy1"/>
    <dgm:cxn modelId="{449BC6B5-46F6-40EC-A3F9-AE40F333EAA5}" type="presOf" srcId="{F18D95E7-C42F-4D5C-9C83-F20C4250C247}" destId="{2A9E4378-87C9-47B5-952C-94C153CA2911}" srcOrd="0" destOrd="0" presId="urn:microsoft.com/office/officeart/2005/8/layout/hierarchy1"/>
    <dgm:cxn modelId="{A1E8CFE0-491A-4E8D-BBCD-81F8D0661912}" type="presOf" srcId="{CA2C4D61-7DA4-4DCE-9174-56E5CCF37FA3}" destId="{2792A33A-3F33-4349-A550-20533AB964BB}" srcOrd="0" destOrd="0" presId="urn:microsoft.com/office/officeart/2005/8/layout/hierarchy1"/>
    <dgm:cxn modelId="{238D21E8-ED74-4E42-A36A-2C41E0BEC1B4}" srcId="{CA2C4D61-7DA4-4DCE-9174-56E5CCF37FA3}" destId="{2BC76D97-EEC4-430F-8729-23EE7FCB029D}" srcOrd="0" destOrd="0" parTransId="{9B87ECB5-0784-4CD7-BB28-786C7BF06DA5}" sibTransId="{641263E5-ED63-4226-A6D2-9655F17110B2}"/>
    <dgm:cxn modelId="{6BD644F0-66E6-4BB3-AF23-9CABC50245CA}" srcId="{CA2C4D61-7DA4-4DCE-9174-56E5CCF37FA3}" destId="{BAFCB615-E8DA-4EE4-A884-4DDFE648BD4D}" srcOrd="1" destOrd="0" parTransId="{06759C65-AAF3-444B-A2F9-198B13E83DDC}" sibTransId="{C5901344-75F8-442A-82FD-48BABFD68AD4}"/>
    <dgm:cxn modelId="{AAA95EF6-FE24-4EDE-947D-E189C15F438A}" srcId="{F18D95E7-C42F-4D5C-9C83-F20C4250C247}" destId="{A2A8F425-D5D8-42FC-8659-2CE32D5BB91D}" srcOrd="0" destOrd="0" parTransId="{6871CBF7-3839-41FC-BB9E-1812F8D37F50}" sibTransId="{F9D85F5F-CE3A-4BDA-8994-E2834DD40989}"/>
    <dgm:cxn modelId="{26732997-A908-4E0C-9013-E8C06E38469E}" type="presParOf" srcId="{2A9E4378-87C9-47B5-952C-94C153CA2911}" destId="{61118B71-80F6-4C29-831E-6A747011BE76}" srcOrd="0" destOrd="0" presId="urn:microsoft.com/office/officeart/2005/8/layout/hierarchy1"/>
    <dgm:cxn modelId="{2E2066A0-0CE3-495A-A66E-F9B6F7A3CFCC}" type="presParOf" srcId="{61118B71-80F6-4C29-831E-6A747011BE76}" destId="{22F9A439-EC3A-4815-9F8B-F3AFB6A5EFDE}" srcOrd="0" destOrd="0" presId="urn:microsoft.com/office/officeart/2005/8/layout/hierarchy1"/>
    <dgm:cxn modelId="{E6F4AD92-5A58-4157-ACFB-CDA37266FBC5}" type="presParOf" srcId="{22F9A439-EC3A-4815-9F8B-F3AFB6A5EFDE}" destId="{46737C87-A1DD-4D98-B163-3A1797E11294}" srcOrd="0" destOrd="0" presId="urn:microsoft.com/office/officeart/2005/8/layout/hierarchy1"/>
    <dgm:cxn modelId="{08486955-28F4-40A7-909F-FA3C8C5E65FA}" type="presParOf" srcId="{22F9A439-EC3A-4815-9F8B-F3AFB6A5EFDE}" destId="{D8CCCC80-F3D7-4C0B-AF12-F09572FDF7E7}" srcOrd="1" destOrd="0" presId="urn:microsoft.com/office/officeart/2005/8/layout/hierarchy1"/>
    <dgm:cxn modelId="{03D82244-5CE0-42CE-896E-7D2BEF8A3EC0}" type="presParOf" srcId="{61118B71-80F6-4C29-831E-6A747011BE76}" destId="{5F4CF368-60B2-442F-8647-A5C99BF4AFF4}" srcOrd="1" destOrd="0" presId="urn:microsoft.com/office/officeart/2005/8/layout/hierarchy1"/>
    <dgm:cxn modelId="{775B278D-CC3B-4576-A76D-198B0DD8E1D4}" type="presParOf" srcId="{5F4CF368-60B2-442F-8647-A5C99BF4AFF4}" destId="{724E6060-3053-4042-A973-2BE350C7A247}" srcOrd="0" destOrd="0" presId="urn:microsoft.com/office/officeart/2005/8/layout/hierarchy1"/>
    <dgm:cxn modelId="{6CCCE16A-E9D8-478E-9BC2-070EBB2C54E1}" type="presParOf" srcId="{5F4CF368-60B2-442F-8647-A5C99BF4AFF4}" destId="{F590D984-478F-4CCE-844E-C1C61E5F7052}" srcOrd="1" destOrd="0" presId="urn:microsoft.com/office/officeart/2005/8/layout/hierarchy1"/>
    <dgm:cxn modelId="{742CDFAB-9B0A-49EA-8215-470BE12AE55C}" type="presParOf" srcId="{F590D984-478F-4CCE-844E-C1C61E5F7052}" destId="{8BAE5471-628F-4385-BBE1-3220BD0CA284}" srcOrd="0" destOrd="0" presId="urn:microsoft.com/office/officeart/2005/8/layout/hierarchy1"/>
    <dgm:cxn modelId="{F41336F2-8F37-436C-9DB8-DDD7B4F36A01}" type="presParOf" srcId="{8BAE5471-628F-4385-BBE1-3220BD0CA284}" destId="{47344EB9-C80E-4CA5-A3ED-22BC5B94145B}" srcOrd="0" destOrd="0" presId="urn:microsoft.com/office/officeart/2005/8/layout/hierarchy1"/>
    <dgm:cxn modelId="{E20D34D1-4753-4CE3-8444-AF92871349E0}" type="presParOf" srcId="{8BAE5471-628F-4385-BBE1-3220BD0CA284}" destId="{2792A33A-3F33-4349-A550-20533AB964BB}" srcOrd="1" destOrd="0" presId="urn:microsoft.com/office/officeart/2005/8/layout/hierarchy1"/>
    <dgm:cxn modelId="{884E102F-1727-4AA8-98A3-41CBFE752DED}" type="presParOf" srcId="{F590D984-478F-4CCE-844E-C1C61E5F7052}" destId="{8FD7485B-F9C9-4458-B9D8-390E7FA64763}" srcOrd="1" destOrd="0" presId="urn:microsoft.com/office/officeart/2005/8/layout/hierarchy1"/>
    <dgm:cxn modelId="{59D110D4-EE01-43FD-823C-9B30B2C10E7D}" type="presParOf" srcId="{8FD7485B-F9C9-4458-B9D8-390E7FA64763}" destId="{A2519B9D-04C2-4F07-B1C4-CCC07A5510CA}" srcOrd="0" destOrd="0" presId="urn:microsoft.com/office/officeart/2005/8/layout/hierarchy1"/>
    <dgm:cxn modelId="{7548AFC5-B601-4777-A7A2-13C87B61F249}" type="presParOf" srcId="{8FD7485B-F9C9-4458-B9D8-390E7FA64763}" destId="{9118E00E-E345-46BC-AAD8-40BB1A4A7E4E}" srcOrd="1" destOrd="0" presId="urn:microsoft.com/office/officeart/2005/8/layout/hierarchy1"/>
    <dgm:cxn modelId="{FE1B7F99-C378-4B15-9465-BB433F4B5F0C}" type="presParOf" srcId="{9118E00E-E345-46BC-AAD8-40BB1A4A7E4E}" destId="{36DC39BE-48A5-49DD-B59E-0D008FB76735}" srcOrd="0" destOrd="0" presId="urn:microsoft.com/office/officeart/2005/8/layout/hierarchy1"/>
    <dgm:cxn modelId="{F14F1E7C-F219-4941-91A1-97A47B7A30A1}" type="presParOf" srcId="{36DC39BE-48A5-49DD-B59E-0D008FB76735}" destId="{E06B5A60-658D-4D9D-B99F-3FE8972AE7C3}" srcOrd="0" destOrd="0" presId="urn:microsoft.com/office/officeart/2005/8/layout/hierarchy1"/>
    <dgm:cxn modelId="{B733F43C-B55B-49EE-8860-18696FDCA1D1}" type="presParOf" srcId="{36DC39BE-48A5-49DD-B59E-0D008FB76735}" destId="{06E98BE5-41D1-44CC-8EB3-88BAF7003608}" srcOrd="1" destOrd="0" presId="urn:microsoft.com/office/officeart/2005/8/layout/hierarchy1"/>
    <dgm:cxn modelId="{9CF9349B-AB8B-423D-A64A-047CFB8620B8}" type="presParOf" srcId="{9118E00E-E345-46BC-AAD8-40BB1A4A7E4E}" destId="{AAC7FB0B-1AED-47EC-AC6D-CA66B27F3FE8}" srcOrd="1" destOrd="0" presId="urn:microsoft.com/office/officeart/2005/8/layout/hierarchy1"/>
    <dgm:cxn modelId="{4AE25CF5-E1BA-4E42-8158-5F06A828D98D}" type="presParOf" srcId="{8FD7485B-F9C9-4458-B9D8-390E7FA64763}" destId="{FE1ECFE8-2400-4E35-A323-43F5FD1275B1}" srcOrd="2" destOrd="0" presId="urn:microsoft.com/office/officeart/2005/8/layout/hierarchy1"/>
    <dgm:cxn modelId="{4093AC2D-0FDE-406F-8DD3-466340627C34}" type="presParOf" srcId="{8FD7485B-F9C9-4458-B9D8-390E7FA64763}" destId="{96631D71-7468-4C13-B936-EE942AC1ACDF}" srcOrd="3" destOrd="0" presId="urn:microsoft.com/office/officeart/2005/8/layout/hierarchy1"/>
    <dgm:cxn modelId="{68FF9B06-C1F3-4942-89DE-91123D051648}" type="presParOf" srcId="{96631D71-7468-4C13-B936-EE942AC1ACDF}" destId="{D2DC0523-024D-480E-B801-7CAF4C56AE80}" srcOrd="0" destOrd="0" presId="urn:microsoft.com/office/officeart/2005/8/layout/hierarchy1"/>
    <dgm:cxn modelId="{1BCF7707-CECD-4C43-9805-E29E316ED19B}" type="presParOf" srcId="{D2DC0523-024D-480E-B801-7CAF4C56AE80}" destId="{70CC7658-6AB1-4077-9D16-5BAF1D55B3A0}" srcOrd="0" destOrd="0" presId="urn:microsoft.com/office/officeart/2005/8/layout/hierarchy1"/>
    <dgm:cxn modelId="{15D31EE9-AA17-433D-8325-E9D3A5AD2E63}" type="presParOf" srcId="{D2DC0523-024D-480E-B801-7CAF4C56AE80}" destId="{6CB0F403-5BF3-4E29-A2E8-25930C2A59B0}" srcOrd="1" destOrd="0" presId="urn:microsoft.com/office/officeart/2005/8/layout/hierarchy1"/>
    <dgm:cxn modelId="{2393D4C0-C77D-471A-B695-DF8D115A7A27}" type="presParOf" srcId="{96631D71-7468-4C13-B936-EE942AC1ACDF}" destId="{E867E094-5819-4D14-AB85-DE612DF28591}" srcOrd="1" destOrd="0" presId="urn:microsoft.com/office/officeart/2005/8/layout/hierarchy1"/>
    <dgm:cxn modelId="{1B9FC021-0677-4AD0-AEAA-604E5F1D7BE8}" type="presParOf" srcId="{5F4CF368-60B2-442F-8647-A5C99BF4AFF4}" destId="{1AE09645-8656-4ED7-8D73-D6813554F4A2}" srcOrd="2" destOrd="0" presId="urn:microsoft.com/office/officeart/2005/8/layout/hierarchy1"/>
    <dgm:cxn modelId="{3A347590-8191-497F-B0BC-CD598A15FCE9}" type="presParOf" srcId="{5F4CF368-60B2-442F-8647-A5C99BF4AFF4}" destId="{746EA376-F26C-4A40-8955-4AEE6623BBDC}" srcOrd="3" destOrd="0" presId="urn:microsoft.com/office/officeart/2005/8/layout/hierarchy1"/>
    <dgm:cxn modelId="{05B7DAF6-0DA4-469C-A192-AC13F4F63F6E}" type="presParOf" srcId="{746EA376-F26C-4A40-8955-4AEE6623BBDC}" destId="{49132AC7-D84C-4D7D-9970-5B53ED8C2750}" srcOrd="0" destOrd="0" presId="urn:microsoft.com/office/officeart/2005/8/layout/hierarchy1"/>
    <dgm:cxn modelId="{E845D38F-D91A-4A8C-ADBD-B2A725BDE2FA}" type="presParOf" srcId="{49132AC7-D84C-4D7D-9970-5B53ED8C2750}" destId="{4D6C07B9-9A99-4886-AD13-2941B4805467}" srcOrd="0" destOrd="0" presId="urn:microsoft.com/office/officeart/2005/8/layout/hierarchy1"/>
    <dgm:cxn modelId="{31A51BEA-D1EB-4E30-80CB-EA963FD435F9}" type="presParOf" srcId="{49132AC7-D84C-4D7D-9970-5B53ED8C2750}" destId="{27882799-C419-4E2B-A67D-C4C78942FB90}" srcOrd="1" destOrd="0" presId="urn:microsoft.com/office/officeart/2005/8/layout/hierarchy1"/>
    <dgm:cxn modelId="{F39E0EAA-9366-4E0F-A902-6F12A0B70EF8}" type="presParOf" srcId="{746EA376-F26C-4A40-8955-4AEE6623BBDC}" destId="{262671CB-4D89-4A51-8E4F-F48502029C1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E09645-8656-4ED7-8D73-D6813554F4A2}">
      <dsp:nvSpPr>
        <dsp:cNvPr id="0" name=""/>
        <dsp:cNvSpPr/>
      </dsp:nvSpPr>
      <dsp:spPr>
        <a:xfrm>
          <a:off x="6501676" y="1097191"/>
          <a:ext cx="1053204" cy="5012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1573"/>
              </a:lnTo>
              <a:lnTo>
                <a:pt x="1053204" y="341573"/>
              </a:lnTo>
              <a:lnTo>
                <a:pt x="1053204" y="50122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1ECFE8-2400-4E35-A323-43F5FD1275B1}">
      <dsp:nvSpPr>
        <dsp:cNvPr id="0" name=""/>
        <dsp:cNvSpPr/>
      </dsp:nvSpPr>
      <dsp:spPr>
        <a:xfrm>
          <a:off x="5448472" y="2692795"/>
          <a:ext cx="1053204" cy="5012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1573"/>
              </a:lnTo>
              <a:lnTo>
                <a:pt x="1053204" y="341573"/>
              </a:lnTo>
              <a:lnTo>
                <a:pt x="1053204" y="50122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519B9D-04C2-4F07-B1C4-CCC07A5510CA}">
      <dsp:nvSpPr>
        <dsp:cNvPr id="0" name=""/>
        <dsp:cNvSpPr/>
      </dsp:nvSpPr>
      <dsp:spPr>
        <a:xfrm>
          <a:off x="4395267" y="2692795"/>
          <a:ext cx="1053204" cy="501229"/>
        </a:xfrm>
        <a:custGeom>
          <a:avLst/>
          <a:gdLst/>
          <a:ahLst/>
          <a:cxnLst/>
          <a:rect l="0" t="0" r="0" b="0"/>
          <a:pathLst>
            <a:path>
              <a:moveTo>
                <a:pt x="1053204" y="0"/>
              </a:moveTo>
              <a:lnTo>
                <a:pt x="1053204" y="341573"/>
              </a:lnTo>
              <a:lnTo>
                <a:pt x="0" y="341573"/>
              </a:lnTo>
              <a:lnTo>
                <a:pt x="0" y="50122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4E6060-3053-4042-A973-2BE350C7A247}">
      <dsp:nvSpPr>
        <dsp:cNvPr id="0" name=""/>
        <dsp:cNvSpPr/>
      </dsp:nvSpPr>
      <dsp:spPr>
        <a:xfrm>
          <a:off x="5448472" y="1097191"/>
          <a:ext cx="1053204" cy="501229"/>
        </a:xfrm>
        <a:custGeom>
          <a:avLst/>
          <a:gdLst/>
          <a:ahLst/>
          <a:cxnLst/>
          <a:rect l="0" t="0" r="0" b="0"/>
          <a:pathLst>
            <a:path>
              <a:moveTo>
                <a:pt x="1053204" y="0"/>
              </a:moveTo>
              <a:lnTo>
                <a:pt x="1053204" y="341573"/>
              </a:lnTo>
              <a:lnTo>
                <a:pt x="0" y="341573"/>
              </a:lnTo>
              <a:lnTo>
                <a:pt x="0" y="50122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737C87-A1DD-4D98-B163-3A1797E11294}">
      <dsp:nvSpPr>
        <dsp:cNvPr id="0" name=""/>
        <dsp:cNvSpPr/>
      </dsp:nvSpPr>
      <dsp:spPr>
        <a:xfrm>
          <a:off x="5639963" y="2816"/>
          <a:ext cx="1723425" cy="109437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8CCCC80-F3D7-4C0B-AF12-F09572FDF7E7}">
      <dsp:nvSpPr>
        <dsp:cNvPr id="0" name=""/>
        <dsp:cNvSpPr/>
      </dsp:nvSpPr>
      <dsp:spPr>
        <a:xfrm>
          <a:off x="5831455" y="184733"/>
          <a:ext cx="1723425" cy="10943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/>
            <a:t>Molecular Formula</a:t>
          </a:r>
          <a:endParaRPr lang="en-US" sz="1800" kern="1200" dirty="0"/>
        </a:p>
      </dsp:txBody>
      <dsp:txXfrm>
        <a:off x="5863508" y="216786"/>
        <a:ext cx="1659319" cy="1030268"/>
      </dsp:txXfrm>
    </dsp:sp>
    <dsp:sp modelId="{47344EB9-C80E-4CA5-A3ED-22BC5B94145B}">
      <dsp:nvSpPr>
        <dsp:cNvPr id="0" name=""/>
        <dsp:cNvSpPr/>
      </dsp:nvSpPr>
      <dsp:spPr>
        <a:xfrm>
          <a:off x="4586759" y="1598420"/>
          <a:ext cx="1723425" cy="109437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792A33A-3F33-4349-A550-20533AB964BB}">
      <dsp:nvSpPr>
        <dsp:cNvPr id="0" name=""/>
        <dsp:cNvSpPr/>
      </dsp:nvSpPr>
      <dsp:spPr>
        <a:xfrm>
          <a:off x="4778251" y="1780338"/>
          <a:ext cx="1723425" cy="10943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</a:t>
          </a:r>
          <a:r>
            <a:rPr lang="en-US" altLang="zh-CN" sz="1800" kern="1200" dirty="0"/>
            <a:t>etal+Non-Metal?</a:t>
          </a:r>
          <a:endParaRPr lang="en-US" sz="1800" kern="1200" dirty="0"/>
        </a:p>
      </dsp:txBody>
      <dsp:txXfrm>
        <a:off x="4810304" y="1812391"/>
        <a:ext cx="1659319" cy="1030268"/>
      </dsp:txXfrm>
    </dsp:sp>
    <dsp:sp modelId="{E06B5A60-658D-4D9D-B99F-3FE8972AE7C3}">
      <dsp:nvSpPr>
        <dsp:cNvPr id="0" name=""/>
        <dsp:cNvSpPr/>
      </dsp:nvSpPr>
      <dsp:spPr>
        <a:xfrm>
          <a:off x="3533555" y="3194025"/>
          <a:ext cx="1723425" cy="109437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6E98BE5-41D1-44CC-8EB3-88BAF7003608}">
      <dsp:nvSpPr>
        <dsp:cNvPr id="0" name=""/>
        <dsp:cNvSpPr/>
      </dsp:nvSpPr>
      <dsp:spPr>
        <a:xfrm>
          <a:off x="3725046" y="3375942"/>
          <a:ext cx="1723425" cy="10943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The Metal is not a transition metal</a:t>
          </a:r>
        </a:p>
      </dsp:txBody>
      <dsp:txXfrm>
        <a:off x="3757099" y="3407995"/>
        <a:ext cx="1659319" cy="1030268"/>
      </dsp:txXfrm>
    </dsp:sp>
    <dsp:sp modelId="{70CC7658-6AB1-4077-9D16-5BAF1D55B3A0}">
      <dsp:nvSpPr>
        <dsp:cNvPr id="0" name=""/>
        <dsp:cNvSpPr/>
      </dsp:nvSpPr>
      <dsp:spPr>
        <a:xfrm>
          <a:off x="5639963" y="3194025"/>
          <a:ext cx="1723425" cy="109437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6CB0F403-5BF3-4E29-A2E8-25930C2A59B0}">
      <dsp:nvSpPr>
        <dsp:cNvPr id="0" name=""/>
        <dsp:cNvSpPr/>
      </dsp:nvSpPr>
      <dsp:spPr>
        <a:xfrm>
          <a:off x="5831455" y="3375942"/>
          <a:ext cx="1723425" cy="10943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The Metal is a transitional metal</a:t>
          </a:r>
        </a:p>
      </dsp:txBody>
      <dsp:txXfrm>
        <a:off x="5863508" y="3407995"/>
        <a:ext cx="1659319" cy="1030268"/>
      </dsp:txXfrm>
    </dsp:sp>
    <dsp:sp modelId="{4D6C07B9-9A99-4886-AD13-2941B4805467}">
      <dsp:nvSpPr>
        <dsp:cNvPr id="0" name=""/>
        <dsp:cNvSpPr/>
      </dsp:nvSpPr>
      <dsp:spPr>
        <a:xfrm>
          <a:off x="6693167" y="1598420"/>
          <a:ext cx="1723425" cy="109437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7882799-C419-4E2B-A67D-C4C78942FB90}">
      <dsp:nvSpPr>
        <dsp:cNvPr id="0" name=""/>
        <dsp:cNvSpPr/>
      </dsp:nvSpPr>
      <dsp:spPr>
        <a:xfrm>
          <a:off x="6884659" y="1780338"/>
          <a:ext cx="1723425" cy="10943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Non-metal Only?</a:t>
          </a:r>
        </a:p>
      </dsp:txBody>
      <dsp:txXfrm>
        <a:off x="6916712" y="1812391"/>
        <a:ext cx="1659319" cy="10302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E09645-8656-4ED7-8D73-D6813554F4A2}">
      <dsp:nvSpPr>
        <dsp:cNvPr id="0" name=""/>
        <dsp:cNvSpPr/>
      </dsp:nvSpPr>
      <dsp:spPr>
        <a:xfrm>
          <a:off x="5480292" y="881232"/>
          <a:ext cx="846554" cy="4028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4552"/>
              </a:lnTo>
              <a:lnTo>
                <a:pt x="846554" y="274552"/>
              </a:lnTo>
              <a:lnTo>
                <a:pt x="846554" y="40288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1ECFE8-2400-4E35-A323-43F5FD1275B1}">
      <dsp:nvSpPr>
        <dsp:cNvPr id="0" name=""/>
        <dsp:cNvSpPr/>
      </dsp:nvSpPr>
      <dsp:spPr>
        <a:xfrm>
          <a:off x="4633738" y="2163761"/>
          <a:ext cx="846554" cy="4028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4552"/>
              </a:lnTo>
              <a:lnTo>
                <a:pt x="846554" y="274552"/>
              </a:lnTo>
              <a:lnTo>
                <a:pt x="846554" y="40288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519B9D-04C2-4F07-B1C4-CCC07A5510CA}">
      <dsp:nvSpPr>
        <dsp:cNvPr id="0" name=""/>
        <dsp:cNvSpPr/>
      </dsp:nvSpPr>
      <dsp:spPr>
        <a:xfrm>
          <a:off x="3787183" y="2163761"/>
          <a:ext cx="846554" cy="402882"/>
        </a:xfrm>
        <a:custGeom>
          <a:avLst/>
          <a:gdLst/>
          <a:ahLst/>
          <a:cxnLst/>
          <a:rect l="0" t="0" r="0" b="0"/>
          <a:pathLst>
            <a:path>
              <a:moveTo>
                <a:pt x="846554" y="0"/>
              </a:moveTo>
              <a:lnTo>
                <a:pt x="846554" y="274552"/>
              </a:lnTo>
              <a:lnTo>
                <a:pt x="0" y="274552"/>
              </a:lnTo>
              <a:lnTo>
                <a:pt x="0" y="40288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4E6060-3053-4042-A973-2BE350C7A247}">
      <dsp:nvSpPr>
        <dsp:cNvPr id="0" name=""/>
        <dsp:cNvSpPr/>
      </dsp:nvSpPr>
      <dsp:spPr>
        <a:xfrm>
          <a:off x="4633738" y="881232"/>
          <a:ext cx="846554" cy="402882"/>
        </a:xfrm>
        <a:custGeom>
          <a:avLst/>
          <a:gdLst/>
          <a:ahLst/>
          <a:cxnLst/>
          <a:rect l="0" t="0" r="0" b="0"/>
          <a:pathLst>
            <a:path>
              <a:moveTo>
                <a:pt x="846554" y="0"/>
              </a:moveTo>
              <a:lnTo>
                <a:pt x="846554" y="274552"/>
              </a:lnTo>
              <a:lnTo>
                <a:pt x="0" y="274552"/>
              </a:lnTo>
              <a:lnTo>
                <a:pt x="0" y="40288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737C87-A1DD-4D98-B163-3A1797E11294}">
      <dsp:nvSpPr>
        <dsp:cNvPr id="0" name=""/>
        <dsp:cNvSpPr/>
      </dsp:nvSpPr>
      <dsp:spPr>
        <a:xfrm>
          <a:off x="4787657" y="1585"/>
          <a:ext cx="1385270" cy="87964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8CCCC80-F3D7-4C0B-AF12-F09572FDF7E7}">
      <dsp:nvSpPr>
        <dsp:cNvPr id="0" name=""/>
        <dsp:cNvSpPr/>
      </dsp:nvSpPr>
      <dsp:spPr>
        <a:xfrm>
          <a:off x="4941576" y="147808"/>
          <a:ext cx="1385270" cy="8796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/>
            <a:t>Molecular Formula</a:t>
          </a:r>
          <a:endParaRPr lang="en-US" sz="1400" kern="1200" dirty="0"/>
        </a:p>
      </dsp:txBody>
      <dsp:txXfrm>
        <a:off x="4967340" y="173572"/>
        <a:ext cx="1333742" cy="828118"/>
      </dsp:txXfrm>
    </dsp:sp>
    <dsp:sp modelId="{47344EB9-C80E-4CA5-A3ED-22BC5B94145B}">
      <dsp:nvSpPr>
        <dsp:cNvPr id="0" name=""/>
        <dsp:cNvSpPr/>
      </dsp:nvSpPr>
      <dsp:spPr>
        <a:xfrm>
          <a:off x="3941102" y="1284115"/>
          <a:ext cx="1385270" cy="87964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792A33A-3F33-4349-A550-20533AB964BB}">
      <dsp:nvSpPr>
        <dsp:cNvPr id="0" name=""/>
        <dsp:cNvSpPr/>
      </dsp:nvSpPr>
      <dsp:spPr>
        <a:xfrm>
          <a:off x="4095021" y="1430338"/>
          <a:ext cx="1385270" cy="8796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</a:t>
          </a:r>
          <a:r>
            <a:rPr lang="en-US" altLang="zh-CN" sz="1400" kern="1200" dirty="0"/>
            <a:t>etal+Non-Metal?</a:t>
          </a:r>
          <a:endParaRPr lang="en-US" sz="1400" kern="1200" dirty="0"/>
        </a:p>
      </dsp:txBody>
      <dsp:txXfrm>
        <a:off x="4120785" y="1456102"/>
        <a:ext cx="1333742" cy="828118"/>
      </dsp:txXfrm>
    </dsp:sp>
    <dsp:sp modelId="{E06B5A60-658D-4D9D-B99F-3FE8972AE7C3}">
      <dsp:nvSpPr>
        <dsp:cNvPr id="0" name=""/>
        <dsp:cNvSpPr/>
      </dsp:nvSpPr>
      <dsp:spPr>
        <a:xfrm>
          <a:off x="3094548" y="2566644"/>
          <a:ext cx="1385270" cy="87964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6E98BE5-41D1-44CC-8EB3-88BAF7003608}">
      <dsp:nvSpPr>
        <dsp:cNvPr id="0" name=""/>
        <dsp:cNvSpPr/>
      </dsp:nvSpPr>
      <dsp:spPr>
        <a:xfrm>
          <a:off x="3248467" y="2712867"/>
          <a:ext cx="1385270" cy="8796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The Metal is not a transition metal</a:t>
          </a:r>
        </a:p>
      </dsp:txBody>
      <dsp:txXfrm>
        <a:off x="3274231" y="2738631"/>
        <a:ext cx="1333742" cy="828118"/>
      </dsp:txXfrm>
    </dsp:sp>
    <dsp:sp modelId="{70CC7658-6AB1-4077-9D16-5BAF1D55B3A0}">
      <dsp:nvSpPr>
        <dsp:cNvPr id="0" name=""/>
        <dsp:cNvSpPr/>
      </dsp:nvSpPr>
      <dsp:spPr>
        <a:xfrm>
          <a:off x="4787657" y="2566644"/>
          <a:ext cx="1385270" cy="87964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6CB0F403-5BF3-4E29-A2E8-25930C2A59B0}">
      <dsp:nvSpPr>
        <dsp:cNvPr id="0" name=""/>
        <dsp:cNvSpPr/>
      </dsp:nvSpPr>
      <dsp:spPr>
        <a:xfrm>
          <a:off x="4941576" y="2712867"/>
          <a:ext cx="1385270" cy="8796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The Metal is a transitional metal</a:t>
          </a:r>
        </a:p>
      </dsp:txBody>
      <dsp:txXfrm>
        <a:off x="4967340" y="2738631"/>
        <a:ext cx="1333742" cy="828118"/>
      </dsp:txXfrm>
    </dsp:sp>
    <dsp:sp modelId="{4D6C07B9-9A99-4886-AD13-2941B4805467}">
      <dsp:nvSpPr>
        <dsp:cNvPr id="0" name=""/>
        <dsp:cNvSpPr/>
      </dsp:nvSpPr>
      <dsp:spPr>
        <a:xfrm>
          <a:off x="5634211" y="1284115"/>
          <a:ext cx="1385270" cy="87964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7882799-C419-4E2B-A67D-C4C78942FB90}">
      <dsp:nvSpPr>
        <dsp:cNvPr id="0" name=""/>
        <dsp:cNvSpPr/>
      </dsp:nvSpPr>
      <dsp:spPr>
        <a:xfrm>
          <a:off x="5788130" y="1430338"/>
          <a:ext cx="1385270" cy="8796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Non-metal Only?</a:t>
          </a:r>
        </a:p>
      </dsp:txBody>
      <dsp:txXfrm>
        <a:off x="5813894" y="1456102"/>
        <a:ext cx="1333742" cy="82811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E09645-8656-4ED7-8D73-D6813554F4A2}">
      <dsp:nvSpPr>
        <dsp:cNvPr id="0" name=""/>
        <dsp:cNvSpPr/>
      </dsp:nvSpPr>
      <dsp:spPr>
        <a:xfrm>
          <a:off x="5480292" y="881232"/>
          <a:ext cx="846554" cy="4028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4552"/>
              </a:lnTo>
              <a:lnTo>
                <a:pt x="846554" y="274552"/>
              </a:lnTo>
              <a:lnTo>
                <a:pt x="846554" y="40288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1ECFE8-2400-4E35-A323-43F5FD1275B1}">
      <dsp:nvSpPr>
        <dsp:cNvPr id="0" name=""/>
        <dsp:cNvSpPr/>
      </dsp:nvSpPr>
      <dsp:spPr>
        <a:xfrm>
          <a:off x="4633738" y="2163761"/>
          <a:ext cx="846554" cy="4028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4552"/>
              </a:lnTo>
              <a:lnTo>
                <a:pt x="846554" y="274552"/>
              </a:lnTo>
              <a:lnTo>
                <a:pt x="846554" y="40288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519B9D-04C2-4F07-B1C4-CCC07A5510CA}">
      <dsp:nvSpPr>
        <dsp:cNvPr id="0" name=""/>
        <dsp:cNvSpPr/>
      </dsp:nvSpPr>
      <dsp:spPr>
        <a:xfrm>
          <a:off x="3787183" y="2163761"/>
          <a:ext cx="846554" cy="402882"/>
        </a:xfrm>
        <a:custGeom>
          <a:avLst/>
          <a:gdLst/>
          <a:ahLst/>
          <a:cxnLst/>
          <a:rect l="0" t="0" r="0" b="0"/>
          <a:pathLst>
            <a:path>
              <a:moveTo>
                <a:pt x="846554" y="0"/>
              </a:moveTo>
              <a:lnTo>
                <a:pt x="846554" y="274552"/>
              </a:lnTo>
              <a:lnTo>
                <a:pt x="0" y="274552"/>
              </a:lnTo>
              <a:lnTo>
                <a:pt x="0" y="40288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4E6060-3053-4042-A973-2BE350C7A247}">
      <dsp:nvSpPr>
        <dsp:cNvPr id="0" name=""/>
        <dsp:cNvSpPr/>
      </dsp:nvSpPr>
      <dsp:spPr>
        <a:xfrm>
          <a:off x="4633738" y="881232"/>
          <a:ext cx="846554" cy="402882"/>
        </a:xfrm>
        <a:custGeom>
          <a:avLst/>
          <a:gdLst/>
          <a:ahLst/>
          <a:cxnLst/>
          <a:rect l="0" t="0" r="0" b="0"/>
          <a:pathLst>
            <a:path>
              <a:moveTo>
                <a:pt x="846554" y="0"/>
              </a:moveTo>
              <a:lnTo>
                <a:pt x="846554" y="274552"/>
              </a:lnTo>
              <a:lnTo>
                <a:pt x="0" y="274552"/>
              </a:lnTo>
              <a:lnTo>
                <a:pt x="0" y="40288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737C87-A1DD-4D98-B163-3A1797E11294}">
      <dsp:nvSpPr>
        <dsp:cNvPr id="0" name=""/>
        <dsp:cNvSpPr/>
      </dsp:nvSpPr>
      <dsp:spPr>
        <a:xfrm>
          <a:off x="4787657" y="1585"/>
          <a:ext cx="1385270" cy="87964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8CCCC80-F3D7-4C0B-AF12-F09572FDF7E7}">
      <dsp:nvSpPr>
        <dsp:cNvPr id="0" name=""/>
        <dsp:cNvSpPr/>
      </dsp:nvSpPr>
      <dsp:spPr>
        <a:xfrm>
          <a:off x="4941576" y="147808"/>
          <a:ext cx="1385270" cy="8796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/>
            <a:t>Molecular Formula</a:t>
          </a:r>
          <a:endParaRPr lang="en-US" sz="1400" kern="1200" dirty="0"/>
        </a:p>
      </dsp:txBody>
      <dsp:txXfrm>
        <a:off x="4967340" y="173572"/>
        <a:ext cx="1333742" cy="828118"/>
      </dsp:txXfrm>
    </dsp:sp>
    <dsp:sp modelId="{47344EB9-C80E-4CA5-A3ED-22BC5B94145B}">
      <dsp:nvSpPr>
        <dsp:cNvPr id="0" name=""/>
        <dsp:cNvSpPr/>
      </dsp:nvSpPr>
      <dsp:spPr>
        <a:xfrm>
          <a:off x="3941102" y="1284115"/>
          <a:ext cx="1385270" cy="87964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792A33A-3F33-4349-A550-20533AB964BB}">
      <dsp:nvSpPr>
        <dsp:cNvPr id="0" name=""/>
        <dsp:cNvSpPr/>
      </dsp:nvSpPr>
      <dsp:spPr>
        <a:xfrm>
          <a:off x="4095021" y="1430338"/>
          <a:ext cx="1385270" cy="8796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</a:t>
          </a:r>
          <a:r>
            <a:rPr lang="en-US" altLang="zh-CN" sz="1400" kern="1200" dirty="0"/>
            <a:t>etal+Non-Metal?</a:t>
          </a:r>
          <a:endParaRPr lang="en-US" sz="1400" kern="1200" dirty="0"/>
        </a:p>
      </dsp:txBody>
      <dsp:txXfrm>
        <a:off x="4120785" y="1456102"/>
        <a:ext cx="1333742" cy="828118"/>
      </dsp:txXfrm>
    </dsp:sp>
    <dsp:sp modelId="{E06B5A60-658D-4D9D-B99F-3FE8972AE7C3}">
      <dsp:nvSpPr>
        <dsp:cNvPr id="0" name=""/>
        <dsp:cNvSpPr/>
      </dsp:nvSpPr>
      <dsp:spPr>
        <a:xfrm>
          <a:off x="3094548" y="2566644"/>
          <a:ext cx="1385270" cy="87964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6E98BE5-41D1-44CC-8EB3-88BAF7003608}">
      <dsp:nvSpPr>
        <dsp:cNvPr id="0" name=""/>
        <dsp:cNvSpPr/>
      </dsp:nvSpPr>
      <dsp:spPr>
        <a:xfrm>
          <a:off x="3248467" y="2712867"/>
          <a:ext cx="1385270" cy="8796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The Metal is not a transition metal</a:t>
          </a:r>
        </a:p>
      </dsp:txBody>
      <dsp:txXfrm>
        <a:off x="3274231" y="2738631"/>
        <a:ext cx="1333742" cy="828118"/>
      </dsp:txXfrm>
    </dsp:sp>
    <dsp:sp modelId="{70CC7658-6AB1-4077-9D16-5BAF1D55B3A0}">
      <dsp:nvSpPr>
        <dsp:cNvPr id="0" name=""/>
        <dsp:cNvSpPr/>
      </dsp:nvSpPr>
      <dsp:spPr>
        <a:xfrm>
          <a:off x="4787657" y="2566644"/>
          <a:ext cx="1385270" cy="87964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6CB0F403-5BF3-4E29-A2E8-25930C2A59B0}">
      <dsp:nvSpPr>
        <dsp:cNvPr id="0" name=""/>
        <dsp:cNvSpPr/>
      </dsp:nvSpPr>
      <dsp:spPr>
        <a:xfrm>
          <a:off x="4941576" y="2712867"/>
          <a:ext cx="1385270" cy="8796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The Metal is a transitional metal</a:t>
          </a:r>
        </a:p>
      </dsp:txBody>
      <dsp:txXfrm>
        <a:off x="4967340" y="2738631"/>
        <a:ext cx="1333742" cy="828118"/>
      </dsp:txXfrm>
    </dsp:sp>
    <dsp:sp modelId="{4D6C07B9-9A99-4886-AD13-2941B4805467}">
      <dsp:nvSpPr>
        <dsp:cNvPr id="0" name=""/>
        <dsp:cNvSpPr/>
      </dsp:nvSpPr>
      <dsp:spPr>
        <a:xfrm>
          <a:off x="5634211" y="1284115"/>
          <a:ext cx="1385270" cy="87964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7882799-C419-4E2B-A67D-C4C78942FB90}">
      <dsp:nvSpPr>
        <dsp:cNvPr id="0" name=""/>
        <dsp:cNvSpPr/>
      </dsp:nvSpPr>
      <dsp:spPr>
        <a:xfrm>
          <a:off x="5788130" y="1430338"/>
          <a:ext cx="1385270" cy="8796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Non-metal Only?</a:t>
          </a:r>
        </a:p>
      </dsp:txBody>
      <dsp:txXfrm>
        <a:off x="5813894" y="1456102"/>
        <a:ext cx="1333742" cy="8281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</a:extLst>
          </p:cNvPr>
          <p:cNvSpPr/>
          <p:nvPr/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C2572-8518-46FF-8F60-FE2963DF4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20" y="640080"/>
            <a:ext cx="10268712" cy="3227832"/>
          </a:xfrm>
        </p:spPr>
        <p:txBody>
          <a:bodyPr anchor="b">
            <a:normAutofit/>
          </a:bodyPr>
          <a:lstStyle>
            <a:lvl1pPr algn="ctr"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C76A-7715-48A4-8CF5-14BBF6196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" y="4526280"/>
            <a:ext cx="10268712" cy="1508760"/>
          </a:xfrm>
        </p:spPr>
        <p:txBody>
          <a:bodyPr>
            <a:norm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2D4EF84-F7DF-49C5-9285-301284AD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12/3/25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1266E04-79AF-49EF-86BC-DB29D304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0DF5B53-9A9A-46CE-A910-25ADA587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057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0910-921F-4143-AB01-0F0AFC29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182FC-5A0B-4C24-A6ED-990ED5BA9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172F4-3DB0-4AE3-8926-081B7803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12/3/25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F1358-C731-465B-BCB1-2CCBFD6E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59536-57D3-4C8A-A207-568465A3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894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1E0804-8E9E-4C6E-B18D-44FE715B239E}"/>
              </a:ext>
            </a:extLst>
          </p:cNvPr>
          <p:cNvSpPr/>
          <p:nvPr/>
        </p:nvSpPr>
        <p:spPr>
          <a:xfrm>
            <a:off x="0" y="0"/>
            <a:ext cx="12192000" cy="42249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78AA1-17A5-44BF-8791-EACDA31F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768096"/>
            <a:ext cx="10268712" cy="3136392"/>
          </a:xfrm>
        </p:spPr>
        <p:txBody>
          <a:bodyPr anchor="b">
            <a:normAutofit/>
          </a:bodyPr>
          <a:lstStyle>
            <a:lvl1pPr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203A5-DA79-4778-AB85-150365748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4544568"/>
            <a:ext cx="10268712" cy="1545336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E3B1B5E-0912-44AE-BAED-70B980E5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12/3/25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46C82F1-A7B2-4F03-A26B-59D79BF5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1DC1ABC-47A9-477B-A29D-F6690EE6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061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F398-F05F-4793-9FA5-5B817EB9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F1CD-2CD4-4BBB-AB36-73A20B1A8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587752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BBE02-B884-4CCC-9CBD-13B792BBA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2992" y="2583371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7FBE509-AA68-4D63-A589-AD5DE7FF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12/3/25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C1A4D52-57E4-4F45-BC2C-9FD73E9C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76AD5E1-358D-4236-85AE-74713259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615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D32C-166A-4FBE-B24D-C2576909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1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D2C6-69D1-4DE4-BF68-5FB0623DB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9944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9944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12/3/25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87472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BA0-DC57-452F-85B7-C979AA69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C53797-8D72-4774-AC93-EB9FDD65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12/3/25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945AB7-1A32-4516-ABF9-B40958AE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2923C3-1D67-4089-A6B1-9A10315E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886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12/3/25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63FF0-1A91-4698-B12A-112D0537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285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3A0FE-F7E3-433E-9A29-D778690D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591850"/>
            <a:ext cx="6045644" cy="3593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4B15D-55F5-4208-AF40-41CAFEB5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120" y="2591850"/>
            <a:ext cx="3811905" cy="3277137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8A46CE7-2F0F-4C85-B633-B9FCB834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12/3/25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900919-3A73-4918-9D97-8DBE7ABB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BC1001-E44E-4A9A-9E60-2E319A84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125AC31-022C-40AA-B65C-C9AC4839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89309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7A575-703F-410E-9A84-F9B578FEAE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2267712"/>
            <a:ext cx="6571469" cy="459028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8B509-934D-400A-A922-45B61AC6E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5971" y="2587752"/>
            <a:ext cx="3992856" cy="3593592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813C51-6954-4F3A-A043-D1BCC8B5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12/3/25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AC32FB-49A3-40E4-9D24-17759704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93F5E6-DAE6-447B-8038-5F4C9A79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F97FB-514D-4FE8-A9A4-E9A111A5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25837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27B9-64C6-4AFE-8E67-F60CD17A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2656D-F600-4D76-8A0F-BDBE78759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13412-4939-4879-B91F-BB5B029B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12/3/25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37DB9-DE7D-4687-82D7-612600F0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19356-0444-4C23-82D3-E2FDE28D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153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B51B7C-D548-4AB7-90A4-C196105E6D56}"/>
              </a:ext>
            </a:extLst>
          </p:cNvPr>
          <p:cNvSpPr/>
          <p:nvPr/>
        </p:nvSpPr>
        <p:spPr>
          <a:xfrm>
            <a:off x="7108274" y="0"/>
            <a:ext cx="50837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C521B-8B54-4843-9FF4-B2C30FA00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51740" y="643467"/>
            <a:ext cx="3477092" cy="5533495"/>
          </a:xfrm>
        </p:spPr>
        <p:txBody>
          <a:bodyPr vert="eaVert" tIns="9144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E3F10-9E27-41E6-A965-4243E37BE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60120" y="643467"/>
            <a:ext cx="5504687" cy="5533496"/>
          </a:xfrm>
        </p:spPr>
        <p:txBody>
          <a:bodyPr vert="eaVert" tIns="91440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41D62D-51A0-4AD7-8027-BF548FB6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7898" y="6356350"/>
            <a:ext cx="25227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12/3/25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57492-A701-44A1-B1D5-7B2C8CD06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2E8AE-F1AA-4D19-A434-102501D3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9909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153959-30FA-4987-A094-7243641F474B}"/>
              </a:ext>
            </a:extLst>
          </p:cNvPr>
          <p:cNvSpPr/>
          <p:nvPr/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16229-A6DB-436A-B327-667E80F0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B351D-270D-480D-8AF5-6A213ED2B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2587752"/>
            <a:ext cx="10268712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B0E73-3310-4A8F-BB4A-7A6A99121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03720" y="6356350"/>
            <a:ext cx="3236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just">
              <a:defRPr sz="1200" spc="50" baseline="0">
                <a:solidFill>
                  <a:schemeClr val="tx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12/3/25</a:t>
            </a:fld>
            <a:endParaRPr lang="en-US" spc="5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1C4C0-515B-4404-A780-C31E7DFE5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0120" y="6356350"/>
            <a:ext cx="5504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50" baseline="0">
                <a:solidFill>
                  <a:schemeClr val="tx1"/>
                </a:solidFill>
              </a:defRPr>
            </a:lvl1pPr>
          </a:lstStyle>
          <a:p>
            <a:endParaRPr lang="en-US" spc="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30C7-F013-428C-A6F7-A8CCCD14C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96144" y="6356350"/>
            <a:ext cx="93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974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 cap="all" spc="12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1000"/>
        </a:lnSpc>
        <a:spcBef>
          <a:spcPts val="700"/>
        </a:spcBef>
        <a:spcAft>
          <a:spcPts val="700"/>
        </a:spcAft>
        <a:buFont typeface="Arial" panose="020B0604020202020204" pitchFamily="34" charset="0"/>
        <a:buNone/>
        <a:defRPr sz="26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23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9436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E1A82-4C24-7F16-1383-64DADB9912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15736" y="640081"/>
            <a:ext cx="5916145" cy="3812102"/>
          </a:xfrm>
        </p:spPr>
        <p:txBody>
          <a:bodyPr anchor="b">
            <a:normAutofit/>
          </a:bodyPr>
          <a:lstStyle/>
          <a:p>
            <a:pPr algn="l"/>
            <a:r>
              <a:rPr lang="en-US" sz="6800" dirty="0"/>
              <a:t>U</a:t>
            </a:r>
            <a:r>
              <a:rPr lang="en-US" altLang="zh-CN" sz="6800" dirty="0"/>
              <a:t>nit 8 Chemical Nomenclature</a:t>
            </a:r>
            <a:endParaRPr lang="en-US" sz="6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C545E6-5603-80BB-E884-F80A718A75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15735" y="4646030"/>
            <a:ext cx="5916145" cy="1344868"/>
          </a:xfrm>
        </p:spPr>
        <p:txBody>
          <a:bodyPr anchor="t">
            <a:normAutofit/>
          </a:bodyPr>
          <a:lstStyle/>
          <a:p>
            <a:pPr algn="l"/>
            <a:endParaRPr lang="en-US" dirty="0"/>
          </a:p>
        </p:txBody>
      </p:sp>
      <p:pic>
        <p:nvPicPr>
          <p:cNvPr id="4" name="Picture 3" descr="Chemical formulae are written on paper">
            <a:extLst>
              <a:ext uri="{FF2B5EF4-FFF2-40B4-BE49-F238E27FC236}">
                <a16:creationId xmlns:a16="http://schemas.microsoft.com/office/drawing/2014/main" id="{4CFAA12C-77BE-0C21-5DBF-45E8E64000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672" r="31128"/>
          <a:stretch/>
        </p:blipFill>
        <p:spPr>
          <a:xfrm>
            <a:off x="20" y="10"/>
            <a:ext cx="465732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26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713E3-2CA0-4A12-82A3-8DBA9D159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Warm-up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7080D-4ABF-A8E0-3ED1-2D4E12418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altLang="zh-CN" dirty="0"/>
              <a:t>Define</a:t>
            </a:r>
            <a:r>
              <a:rPr lang="zh-CN" altLang="en-US" dirty="0"/>
              <a:t> </a:t>
            </a:r>
            <a:r>
              <a:rPr lang="en-US" altLang="zh-CN" dirty="0"/>
              <a:t>chemical</a:t>
            </a:r>
            <a:r>
              <a:rPr lang="zh-CN" altLang="en-US" dirty="0"/>
              <a:t> </a:t>
            </a:r>
            <a:r>
              <a:rPr lang="en-US" altLang="zh-CN" dirty="0"/>
              <a:t>bond</a:t>
            </a:r>
          </a:p>
          <a:p>
            <a:pPr marL="514350" indent="-514350">
              <a:buAutoNum type="arabicPeriod"/>
            </a:pPr>
            <a:r>
              <a:rPr lang="en-US" altLang="zh-CN" dirty="0"/>
              <a:t>Define</a:t>
            </a:r>
            <a:r>
              <a:rPr lang="zh-CN" altLang="en-US" dirty="0"/>
              <a:t> </a:t>
            </a:r>
            <a:r>
              <a:rPr lang="en-US" altLang="zh-CN" dirty="0"/>
              <a:t>ionic</a:t>
            </a:r>
            <a:r>
              <a:rPr lang="zh-CN" altLang="en-US" dirty="0"/>
              <a:t> </a:t>
            </a:r>
            <a:r>
              <a:rPr lang="en-US" altLang="zh-CN" dirty="0"/>
              <a:t>compound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its</a:t>
            </a:r>
            <a:r>
              <a:rPr lang="zh-CN" altLang="en-US" dirty="0"/>
              <a:t> </a:t>
            </a:r>
            <a:r>
              <a:rPr lang="en-US" altLang="zh-CN" dirty="0"/>
              <a:t>properties</a:t>
            </a:r>
          </a:p>
          <a:p>
            <a:pPr marL="514350" indent="-514350">
              <a:buAutoNum type="arabicPeriod"/>
            </a:pPr>
            <a:r>
              <a:rPr lang="en-US" altLang="zh-CN" dirty="0"/>
              <a:t>Define</a:t>
            </a:r>
            <a:r>
              <a:rPr lang="zh-CN" altLang="en-US" dirty="0"/>
              <a:t> </a:t>
            </a:r>
            <a:r>
              <a:rPr lang="en-US" altLang="zh-CN" dirty="0"/>
              <a:t>covalent</a:t>
            </a:r>
            <a:r>
              <a:rPr lang="zh-CN" altLang="en-US" dirty="0"/>
              <a:t> </a:t>
            </a:r>
            <a:r>
              <a:rPr lang="en-US" altLang="zh-CN" dirty="0"/>
              <a:t>bond</a:t>
            </a:r>
          </a:p>
          <a:p>
            <a:pPr marL="514350" indent="-514350">
              <a:buAutoNum type="arabicPeriod"/>
            </a:pPr>
            <a:r>
              <a:rPr lang="en-US" altLang="zh-CN" dirty="0"/>
              <a:t>Define</a:t>
            </a:r>
            <a:r>
              <a:rPr lang="zh-CN" altLang="en-US" dirty="0"/>
              <a:t> </a:t>
            </a:r>
            <a:r>
              <a:rPr lang="en-US" altLang="zh-CN" dirty="0"/>
              <a:t>metallic</a:t>
            </a:r>
            <a:r>
              <a:rPr lang="zh-CN" altLang="en-US" dirty="0"/>
              <a:t> </a:t>
            </a:r>
            <a:r>
              <a:rPr lang="en-US" altLang="zh-CN" dirty="0"/>
              <a:t>bond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882832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6519E-0C07-9111-DBE3-2F8A3E0F6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this lesson, we will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3AAC5-996F-05A6-CE18-D365BA6CB2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Understand the essence of speaking a unified scientific language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Be able to identify whether an element is metal of nonmetal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Be able to name simple inorganic compounds of metals and nonmetals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Be able to name polyatomic ions</a:t>
            </a:r>
          </a:p>
        </p:txBody>
      </p:sp>
    </p:spTree>
    <p:extLst>
      <p:ext uri="{BB962C8B-B14F-4D97-AF65-F5344CB8AC3E}">
        <p14:creationId xmlns:p14="http://schemas.microsoft.com/office/powerpoint/2010/main" val="2015415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CA319-BA6A-FF06-487E-3103B0113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1994" y="3125424"/>
            <a:ext cx="4763063" cy="234754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The unified language</a:t>
            </a:r>
          </a:p>
        </p:txBody>
      </p:sp>
      <p:pic>
        <p:nvPicPr>
          <p:cNvPr id="1026" name="Picture 2" descr="Music is a unique language like chemical formulas">
            <a:extLst>
              <a:ext uri="{FF2B5EF4-FFF2-40B4-BE49-F238E27FC236}">
                <a16:creationId xmlns:a16="http://schemas.microsoft.com/office/drawing/2014/main" id="{BFB8A1E3-B622-C091-70AF-73603D68CB7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92" r="21454"/>
          <a:stretch/>
        </p:blipFill>
        <p:spPr bwMode="auto">
          <a:xfrm>
            <a:off x="6076346" y="1"/>
            <a:ext cx="6115654" cy="2773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2D0961E-56D3-291D-7311-2D77E94BD2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25" r="22571" b="-2"/>
          <a:stretch/>
        </p:blipFill>
        <p:spPr bwMode="auto">
          <a:xfrm>
            <a:off x="20" y="-5"/>
            <a:ext cx="6076326" cy="6864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12260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CB78A-D423-AB80-84FC-01EF44284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unified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463D5-9DAA-3129-39D3-56FF4EF68D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20" y="2587752"/>
            <a:ext cx="10268712" cy="1114727"/>
          </a:xfrm>
        </p:spPr>
        <p:txBody>
          <a:bodyPr>
            <a:normAutofit/>
          </a:bodyPr>
          <a:lstStyle/>
          <a:p>
            <a:r>
              <a:rPr lang="ar-AE" dirty="0"/>
              <a:t>ذهب</a:t>
            </a:r>
            <a:r>
              <a:rPr lang="en-US" dirty="0"/>
              <a:t>		</a:t>
            </a:r>
            <a:r>
              <a:rPr lang="az-Cyrl-AZ" dirty="0">
                <a:cs typeface="Aparajita" panose="020B0502040204020203" pitchFamily="18" charset="0"/>
              </a:rPr>
              <a:t>золото</a:t>
            </a:r>
            <a:r>
              <a:rPr lang="en-US" dirty="0">
                <a:cs typeface="Aparajita" panose="020B0502040204020203" pitchFamily="18" charset="0"/>
              </a:rPr>
              <a:t>	</a:t>
            </a:r>
            <a:r>
              <a:rPr lang="my-MM" dirty="0">
                <a:cs typeface="Aparajita" panose="020B0502040204020203" pitchFamily="18" charset="0"/>
              </a:rPr>
              <a:t>ရွှေ</a:t>
            </a:r>
            <a:r>
              <a:rPr lang="en-US" dirty="0">
                <a:cs typeface="Aparajita" panose="020B0502040204020203" pitchFamily="18" charset="0"/>
              </a:rPr>
              <a:t>		</a:t>
            </a:r>
            <a:r>
              <a:rPr lang="ko-KR" altLang="en-US" dirty="0">
                <a:cs typeface="Aparajita" panose="020B0502040204020203" pitchFamily="18" charset="0"/>
              </a:rPr>
              <a:t>금</a:t>
            </a:r>
            <a:r>
              <a:rPr lang="en-US" altLang="ko-KR" dirty="0">
                <a:cs typeface="Aparajita" panose="020B0502040204020203" pitchFamily="18" charset="0"/>
              </a:rPr>
              <a:t>		</a:t>
            </a:r>
            <a:r>
              <a:rPr lang="en-US" altLang="ko-KR" dirty="0" err="1">
                <a:cs typeface="Aparajita" panose="020B0502040204020203" pitchFamily="18" charset="0"/>
              </a:rPr>
              <a:t>ouro</a:t>
            </a:r>
            <a:r>
              <a:rPr lang="en-US" altLang="ko-KR" dirty="0">
                <a:cs typeface="Aparajita" panose="020B0502040204020203" pitchFamily="18" charset="0"/>
              </a:rPr>
              <a:t>		</a:t>
            </a:r>
            <a:r>
              <a:rPr lang="hi-IN" altLang="ko-KR" dirty="0">
                <a:cs typeface="Aparajita" panose="020B0502040204020203" pitchFamily="18" charset="0"/>
              </a:rPr>
              <a:t>स्वर्णं</a:t>
            </a:r>
            <a:endParaRPr lang="en-US" altLang="ko-KR" dirty="0">
              <a:cs typeface="Aparajita" panose="020B0502040204020203" pitchFamily="18" charset="0"/>
            </a:endParaRPr>
          </a:p>
          <a:p>
            <a:r>
              <a:rPr lang="en-US" dirty="0">
                <a:cs typeface="Aparajita" panose="020B0502040204020203" pitchFamily="18" charset="0"/>
              </a:rPr>
              <a:t>	</a:t>
            </a:r>
            <a:endParaRPr lang="en-US" dirty="0">
              <a:latin typeface="Aparajita" panose="020B0502040204020203" pitchFamily="18" charset="0"/>
              <a:cs typeface="Aparajita" panose="020B05020402040202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B719E3-A739-7925-8FE1-F18F3DEB8E2E}"/>
              </a:ext>
            </a:extLst>
          </p:cNvPr>
          <p:cNvSpPr txBox="1"/>
          <p:nvPr/>
        </p:nvSpPr>
        <p:spPr>
          <a:xfrm>
            <a:off x="5480790" y="3517813"/>
            <a:ext cx="46505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金</a:t>
            </a:r>
            <a:endParaRPr 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6509F4-278D-A0B7-6FFA-A005D4C342CF}"/>
              </a:ext>
            </a:extLst>
          </p:cNvPr>
          <p:cNvSpPr txBox="1"/>
          <p:nvPr/>
        </p:nvSpPr>
        <p:spPr>
          <a:xfrm>
            <a:off x="5284447" y="4386318"/>
            <a:ext cx="46505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G</a:t>
            </a:r>
            <a:r>
              <a:rPr lang="en-US" altLang="zh-CN" sz="3600" dirty="0"/>
              <a:t>old</a:t>
            </a:r>
            <a:endParaRPr lang="en-US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9A856F-0292-3F3D-0F6F-D7FDBBDF0E51}"/>
              </a:ext>
            </a:extLst>
          </p:cNvPr>
          <p:cNvSpPr txBox="1"/>
          <p:nvPr/>
        </p:nvSpPr>
        <p:spPr>
          <a:xfrm>
            <a:off x="5480790" y="5372477"/>
            <a:ext cx="48244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A</a:t>
            </a:r>
            <a:r>
              <a:rPr lang="en-US" altLang="zh-CN" sz="4400" dirty="0"/>
              <a:t>u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831395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2A17A-E615-1576-8936-E181B3A57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IUPAC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1076CBE-F1D9-5E85-9A2E-AE9D6BF0C0F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261" y="3417050"/>
            <a:ext cx="2095500" cy="185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843732D2-F375-035B-5BE3-F969B8C7DD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10" y="2697211"/>
            <a:ext cx="238125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572EA34-8809-8DBC-D8E1-B2F9633A8FB1}"/>
              </a:ext>
            </a:extLst>
          </p:cNvPr>
          <p:cNvSpPr txBox="1"/>
          <p:nvPr/>
        </p:nvSpPr>
        <p:spPr>
          <a:xfrm>
            <a:off x="3002654" y="3593173"/>
            <a:ext cx="60950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IUPAC's Inter-divisional Committee on Nomenclature and Symbols (IUPAC nomenclature) is the recognized world authority in developing standards for the naming of the chemical elements and compounds.</a:t>
            </a:r>
          </a:p>
        </p:txBody>
      </p:sp>
    </p:spTree>
    <p:extLst>
      <p:ext uri="{BB962C8B-B14F-4D97-AF65-F5344CB8AC3E}">
        <p14:creationId xmlns:p14="http://schemas.microsoft.com/office/powerpoint/2010/main" val="1143204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Periodic Table of Elements - PubChem">
            <a:extLst>
              <a:ext uri="{FF2B5EF4-FFF2-40B4-BE49-F238E27FC236}">
                <a16:creationId xmlns:a16="http://schemas.microsoft.com/office/drawing/2014/main" id="{5F360F1A-5916-FBF5-A6A0-DA4A516E7E1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58456" y="-77284"/>
            <a:ext cx="8992925" cy="6949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666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3B378-22D8-ED44-6F67-B9476A516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UNDERSTAND MOLECULAR FORMULA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DD818B-6925-BDF7-AFC1-4738A6ED2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062" y="2874603"/>
            <a:ext cx="8439150" cy="25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589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A3BF7-6755-070A-4147-469873C0F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NOMENCLATURE FLOWCHART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2F6C4C1-8B77-25E5-A6F0-69E4666E8F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4156371"/>
              </p:ext>
            </p:extLst>
          </p:nvPr>
        </p:nvGraphicFramePr>
        <p:xfrm>
          <a:off x="-238538" y="2301377"/>
          <a:ext cx="12141640" cy="44731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0185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CEAFE-FB4C-D64F-F4EF-A5336F17F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metal is not a transition metal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3A5556-4ADB-0EFA-4301-9686A5A53988}"/>
              </a:ext>
            </a:extLst>
          </p:cNvPr>
          <p:cNvSpPr txBox="1"/>
          <p:nvPr/>
        </p:nvSpPr>
        <p:spPr>
          <a:xfrm>
            <a:off x="1335819" y="3347499"/>
            <a:ext cx="543869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/>
              <a:t>NaCl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F7CD57-0D11-84BD-4317-7731480E6F63}"/>
              </a:ext>
            </a:extLst>
          </p:cNvPr>
          <p:cNvSpPr txBox="1"/>
          <p:nvPr/>
        </p:nvSpPr>
        <p:spPr>
          <a:xfrm>
            <a:off x="4055165" y="2759103"/>
            <a:ext cx="7553739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We name in the order of metal+non-metal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Metals remain in its original elemental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Nonmetal changes its name to –ide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You don’t have to identify the number of atoms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Sodium Chloride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4255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0D25D-2BC7-9A1F-8FAE-D3372D49A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-ide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E731B-B45A-6567-1304-2AA52D3CA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20" y="2587752"/>
            <a:ext cx="3929932" cy="3593592"/>
          </a:xfrm>
        </p:spPr>
        <p:txBody>
          <a:bodyPr>
            <a:normAutofit/>
          </a:bodyPr>
          <a:lstStyle/>
          <a:p>
            <a:r>
              <a:rPr lang="en-US" sz="3200" dirty="0"/>
              <a:t>C: Carbon-Carbide</a:t>
            </a:r>
          </a:p>
          <a:p>
            <a:r>
              <a:rPr lang="en-US" sz="3200" dirty="0"/>
              <a:t>N: Nitrogen-Nitride</a:t>
            </a:r>
          </a:p>
          <a:p>
            <a:r>
              <a:rPr lang="en-US" sz="3200" dirty="0"/>
              <a:t>O: Oxygen-Oxide</a:t>
            </a:r>
          </a:p>
          <a:p>
            <a:r>
              <a:rPr lang="en-US" sz="3200" dirty="0"/>
              <a:t>Cl: Chlorine-Chloride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2FCA25-39C2-98AD-8430-75CB045174C6}"/>
              </a:ext>
            </a:extLst>
          </p:cNvPr>
          <p:cNvSpPr txBox="1"/>
          <p:nvPr/>
        </p:nvSpPr>
        <p:spPr>
          <a:xfrm>
            <a:off x="5605670" y="2587752"/>
            <a:ext cx="572493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S:</a:t>
            </a:r>
          </a:p>
          <a:p>
            <a:r>
              <a:rPr lang="en-US" sz="3200" dirty="0"/>
              <a:t>F:</a:t>
            </a:r>
          </a:p>
          <a:p>
            <a:r>
              <a:rPr lang="en-US" sz="3200" dirty="0"/>
              <a:t>P:</a:t>
            </a:r>
          </a:p>
          <a:p>
            <a:r>
              <a:rPr lang="en-US" sz="3200" dirty="0"/>
              <a:t>Br:</a:t>
            </a:r>
          </a:p>
        </p:txBody>
      </p:sp>
    </p:spTree>
    <p:extLst>
      <p:ext uri="{BB962C8B-B14F-4D97-AF65-F5344CB8AC3E}">
        <p14:creationId xmlns:p14="http://schemas.microsoft.com/office/powerpoint/2010/main" val="25444772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14562-3EAF-8BC8-52FD-94E5B2E11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88DEE-A742-F790-E6CF-155886299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600" dirty="0" err="1"/>
              <a:t>NaI</a:t>
            </a:r>
            <a:endParaRPr lang="en-US" sz="3600" dirty="0"/>
          </a:p>
          <a:p>
            <a:endParaRPr lang="en-US" sz="3600" dirty="0"/>
          </a:p>
          <a:p>
            <a:r>
              <a:rPr lang="en-US" sz="3600" dirty="0"/>
              <a:t>MgCl</a:t>
            </a:r>
            <a:r>
              <a:rPr lang="en-US" sz="3600" baseline="-25000" dirty="0"/>
              <a:t>2</a:t>
            </a:r>
          </a:p>
          <a:p>
            <a:endParaRPr lang="en-US" sz="3600" dirty="0"/>
          </a:p>
          <a:p>
            <a:r>
              <a:rPr lang="en-US" sz="3600" dirty="0"/>
              <a:t>Al</a:t>
            </a:r>
            <a:r>
              <a:rPr lang="en-US" sz="3600" baseline="-25000" dirty="0"/>
              <a:t>2</a:t>
            </a:r>
            <a:r>
              <a:rPr lang="en-US" sz="3600" dirty="0"/>
              <a:t>O</a:t>
            </a:r>
            <a:r>
              <a:rPr lang="en-US" sz="3600" baseline="-25000" dirty="0"/>
              <a:t>3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5237406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The periodic table">
            <a:extLst>
              <a:ext uri="{FF2B5EF4-FFF2-40B4-BE49-F238E27FC236}">
                <a16:creationId xmlns:a16="http://schemas.microsoft.com/office/drawing/2014/main" id="{8D94A9DC-1450-187B-660B-41AD92DFB9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76" b="8215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9794C2-E9C0-9932-71B7-61E17004B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644" y="4675366"/>
            <a:ext cx="10268712" cy="84622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200">
                <a:solidFill>
                  <a:srgbClr val="FFFFFF"/>
                </a:solidFill>
              </a:rPr>
              <a:t>Let’s reverse it-from name to formula</a:t>
            </a:r>
          </a:p>
        </p:txBody>
      </p:sp>
    </p:spTree>
    <p:extLst>
      <p:ext uri="{BB962C8B-B14F-4D97-AF65-F5344CB8AC3E}">
        <p14:creationId xmlns:p14="http://schemas.microsoft.com/office/powerpoint/2010/main" val="967100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30B3D-4DB6-E85B-6DC3-3DD37C31F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name to formula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C1A3C-0A4B-E77B-3C39-1C10A1DA5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Calcium Chloride</a:t>
            </a:r>
          </a:p>
          <a:p>
            <a:endParaRPr lang="en-US" dirty="0"/>
          </a:p>
          <a:p>
            <a:r>
              <a:rPr lang="en-US" dirty="0"/>
              <a:t>Magnesium Sulfide</a:t>
            </a:r>
          </a:p>
          <a:p>
            <a:endParaRPr lang="en-US" dirty="0"/>
          </a:p>
          <a:p>
            <a:r>
              <a:rPr lang="en-US" dirty="0"/>
              <a:t>Lithium Oxide</a:t>
            </a:r>
          </a:p>
        </p:txBody>
      </p:sp>
    </p:spTree>
    <p:extLst>
      <p:ext uri="{BB962C8B-B14F-4D97-AF65-F5344CB8AC3E}">
        <p14:creationId xmlns:p14="http://schemas.microsoft.com/office/powerpoint/2010/main" val="26279602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F93B8-B7C0-6C43-186D-3B80798CE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</a:t>
            </a:r>
            <a:r>
              <a:rPr lang="en-US" altLang="zh-CN" dirty="0"/>
              <a:t>ellringer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62E2E9-DF4C-08A6-0551-DDC8F161D60B}"/>
              </a:ext>
            </a:extLst>
          </p:cNvPr>
          <p:cNvSpPr txBox="1"/>
          <p:nvPr/>
        </p:nvSpPr>
        <p:spPr>
          <a:xfrm>
            <a:off x="2427526" y="3203204"/>
            <a:ext cx="724414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T</a:t>
            </a:r>
            <a:r>
              <a:rPr lang="en-US" altLang="zh-CN" sz="5400" dirty="0"/>
              <a:t>ake out a piece of paper and write your name on the top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589868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1F4CA-41B5-6E23-C9BF-F2AF0280C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today’s class, we will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CA506-FB15-4AD6-BBC2-A140D31C8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Learn the name of polyatomic 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Learn the name of transition metal compounds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Learn the name of nonmetal compounds</a:t>
            </a:r>
          </a:p>
        </p:txBody>
      </p:sp>
    </p:spTree>
    <p:extLst>
      <p:ext uri="{BB962C8B-B14F-4D97-AF65-F5344CB8AC3E}">
        <p14:creationId xmlns:p14="http://schemas.microsoft.com/office/powerpoint/2010/main" val="18745877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7B853-B555-9A38-85B0-E283F576F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Polyatomic 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02C5B-92AF-D589-5AED-6F4677AC6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We need to memorize both their names, charge, and naming rule regarding the number of oxygens.</a:t>
            </a:r>
          </a:p>
          <a:p>
            <a:r>
              <a:rPr lang="en-US" dirty="0"/>
              <a:t>NH</a:t>
            </a:r>
            <a:r>
              <a:rPr lang="en-US" baseline="-25000" dirty="0"/>
              <a:t>4</a:t>
            </a:r>
            <a:r>
              <a:rPr lang="en-US" baseline="30000" dirty="0"/>
              <a:t>+</a:t>
            </a:r>
            <a:r>
              <a:rPr lang="en-US" dirty="0"/>
              <a:t> Ammonium</a:t>
            </a:r>
          </a:p>
          <a:p>
            <a:r>
              <a:rPr lang="en-US" dirty="0"/>
              <a:t>CO</a:t>
            </a:r>
            <a:r>
              <a:rPr lang="en-US" baseline="-25000" dirty="0"/>
              <a:t>3</a:t>
            </a:r>
            <a:r>
              <a:rPr lang="en-US" baseline="30000" dirty="0"/>
              <a:t>2- </a:t>
            </a:r>
            <a:r>
              <a:rPr lang="en-US" baseline="-25000" dirty="0"/>
              <a:t> </a:t>
            </a:r>
            <a:r>
              <a:rPr lang="en-US" dirty="0"/>
              <a:t>Carbonate     		 HCO</a:t>
            </a:r>
            <a:r>
              <a:rPr lang="en-US" baseline="-25000" dirty="0"/>
              <a:t>3</a:t>
            </a:r>
            <a:r>
              <a:rPr lang="en-US" baseline="30000" dirty="0"/>
              <a:t>-</a:t>
            </a:r>
            <a:r>
              <a:rPr lang="en-US" dirty="0"/>
              <a:t> Bicarbonate</a:t>
            </a:r>
          </a:p>
          <a:p>
            <a:r>
              <a:rPr lang="en-US" dirty="0"/>
              <a:t>SO</a:t>
            </a:r>
            <a:r>
              <a:rPr lang="en-US" baseline="-25000" dirty="0"/>
              <a:t>4</a:t>
            </a:r>
            <a:r>
              <a:rPr lang="en-US" baseline="30000" dirty="0"/>
              <a:t>2-</a:t>
            </a:r>
            <a:r>
              <a:rPr lang="en-US" dirty="0"/>
              <a:t> Sulfate           		</a:t>
            </a:r>
            <a:r>
              <a:rPr lang="en-US"/>
              <a:t> SO</a:t>
            </a:r>
            <a:r>
              <a:rPr lang="en-US" baseline="-25000"/>
              <a:t>3</a:t>
            </a:r>
            <a:r>
              <a:rPr lang="en-US" baseline="30000"/>
              <a:t>2-</a:t>
            </a:r>
            <a:r>
              <a:rPr lang="en-US"/>
              <a:t>   </a:t>
            </a:r>
            <a:r>
              <a:rPr lang="en-US" dirty="0"/>
              <a:t>Sulfite</a:t>
            </a:r>
          </a:p>
          <a:p>
            <a:r>
              <a:rPr lang="en-US" dirty="0"/>
              <a:t>NO</a:t>
            </a:r>
            <a:r>
              <a:rPr lang="en-US" baseline="-25000" dirty="0"/>
              <a:t>3</a:t>
            </a:r>
            <a:r>
              <a:rPr lang="en-US" baseline="30000" dirty="0"/>
              <a:t>-</a:t>
            </a:r>
            <a:r>
              <a:rPr lang="en-US" dirty="0"/>
              <a:t> Nitrate              		NO</a:t>
            </a:r>
            <a:r>
              <a:rPr lang="en-US" baseline="-25000" dirty="0"/>
              <a:t>2</a:t>
            </a:r>
            <a:r>
              <a:rPr lang="en-US" baseline="30000" dirty="0"/>
              <a:t>-</a:t>
            </a:r>
            <a:r>
              <a:rPr lang="en-US" dirty="0"/>
              <a:t>   Nitrite</a:t>
            </a:r>
          </a:p>
          <a:p>
            <a:r>
              <a:rPr lang="en-US" dirty="0"/>
              <a:t>ClO</a:t>
            </a:r>
            <a:r>
              <a:rPr lang="en-US" baseline="-25000" dirty="0"/>
              <a:t>3</a:t>
            </a:r>
            <a:r>
              <a:rPr lang="en-US" baseline="30000" dirty="0"/>
              <a:t>- </a:t>
            </a:r>
            <a:r>
              <a:rPr lang="en-US" dirty="0"/>
              <a:t> chlorate           		ClO</a:t>
            </a:r>
            <a:r>
              <a:rPr lang="en-US" baseline="-25000" dirty="0"/>
              <a:t>4</a:t>
            </a:r>
            <a:r>
              <a:rPr lang="en-US" baseline="30000" dirty="0"/>
              <a:t>- </a:t>
            </a:r>
            <a:r>
              <a:rPr lang="en-US" dirty="0"/>
              <a:t> Perchlorate</a:t>
            </a:r>
          </a:p>
          <a:p>
            <a:r>
              <a:rPr lang="en-US" dirty="0"/>
              <a:t>PO</a:t>
            </a:r>
            <a:r>
              <a:rPr lang="en-US" baseline="-25000" dirty="0"/>
              <a:t>4</a:t>
            </a:r>
            <a:r>
              <a:rPr lang="en-US" baseline="30000" dirty="0"/>
              <a:t>3-</a:t>
            </a:r>
            <a:r>
              <a:rPr lang="en-US" dirty="0"/>
              <a:t> P</a:t>
            </a:r>
            <a:r>
              <a:rPr lang="en-US" altLang="zh-CN" dirty="0"/>
              <a:t>hosphate		PO</a:t>
            </a:r>
            <a:r>
              <a:rPr lang="en-US" altLang="zh-CN" baseline="-25000" dirty="0"/>
              <a:t>3</a:t>
            </a:r>
            <a:r>
              <a:rPr lang="en-US" altLang="zh-CN" baseline="30000" dirty="0"/>
              <a:t>3- </a:t>
            </a:r>
            <a:r>
              <a:rPr lang="en-US" altLang="zh-CN" dirty="0"/>
              <a:t> Phosphite</a:t>
            </a:r>
            <a:endParaRPr lang="en-US" dirty="0"/>
          </a:p>
          <a:p>
            <a:r>
              <a:rPr lang="en-US" dirty="0"/>
              <a:t>CN</a:t>
            </a:r>
            <a:r>
              <a:rPr lang="en-US" baseline="30000" dirty="0"/>
              <a:t>-</a:t>
            </a:r>
            <a:r>
              <a:rPr lang="en-US" dirty="0"/>
              <a:t>  cyanide			OH</a:t>
            </a:r>
            <a:r>
              <a:rPr lang="en-US" baseline="30000" dirty="0"/>
              <a:t>-</a:t>
            </a:r>
            <a:r>
              <a:rPr lang="en-US" dirty="0"/>
              <a:t>    Hydroxide</a:t>
            </a:r>
          </a:p>
        </p:txBody>
      </p:sp>
    </p:spTree>
    <p:extLst>
      <p:ext uri="{BB962C8B-B14F-4D97-AF65-F5344CB8AC3E}">
        <p14:creationId xmlns:p14="http://schemas.microsoft.com/office/powerpoint/2010/main" val="41242775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1668B-A612-85DF-8EB0-91D82DB56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 of oxygen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6004F-5EB4-BAE3-9C9E-5CC3269D2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-ate or –</a:t>
            </a:r>
            <a:r>
              <a:rPr lang="en-US" dirty="0" err="1"/>
              <a:t>ite</a:t>
            </a:r>
            <a:r>
              <a:rPr lang="en-US" dirty="0"/>
              <a:t> means a polyatomic ions containing one nonmetal element and oxygen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-</a:t>
            </a:r>
            <a:r>
              <a:rPr lang="en-US" dirty="0" err="1"/>
              <a:t>ite</a:t>
            </a:r>
            <a:r>
              <a:rPr lang="en-US" dirty="0"/>
              <a:t> means one less Oxygen than –ate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Per- means one more Oxygen than –ate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Hypo- means one less Oxygen than –</a:t>
            </a:r>
            <a:r>
              <a:rPr lang="en-US" dirty="0" err="1"/>
              <a:t>ite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5190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08B82-A60E-3E00-70A6-D6B3FC564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44BC8-9FA3-15A1-1A70-1E251A4075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Name or write the following compound</a:t>
            </a:r>
          </a:p>
          <a:p>
            <a:r>
              <a:rPr lang="en-US" dirty="0" err="1"/>
              <a:t>NaBrO</a:t>
            </a:r>
            <a:endParaRPr lang="en-US" dirty="0"/>
          </a:p>
          <a:p>
            <a:r>
              <a:rPr lang="en-US" dirty="0"/>
              <a:t>NH</a:t>
            </a:r>
            <a:r>
              <a:rPr lang="en-US" baseline="-25000" dirty="0"/>
              <a:t>4</a:t>
            </a:r>
            <a:r>
              <a:rPr lang="en-US" dirty="0"/>
              <a:t>ClO</a:t>
            </a:r>
            <a:r>
              <a:rPr lang="en-US" baseline="-25000" dirty="0"/>
              <a:t>4</a:t>
            </a:r>
          </a:p>
          <a:p>
            <a:r>
              <a:rPr lang="en-US" dirty="0"/>
              <a:t>Aluminum Nitrite</a:t>
            </a:r>
          </a:p>
          <a:p>
            <a:r>
              <a:rPr lang="en-US" dirty="0"/>
              <a:t>Calcium Periodate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1299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9F3B8-796A-9759-68CA-EED05334B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Naming flowchart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895C761-EFFD-C286-CE0D-D19A79D9F1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5751380"/>
              </p:ext>
            </p:extLst>
          </p:nvPr>
        </p:nvGraphicFramePr>
        <p:xfrm>
          <a:off x="960438" y="2587625"/>
          <a:ext cx="10267950" cy="3594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767270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8A0F4-6BFF-C526-2FE9-A66F606F4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PROPERTIES OF TRANSITION METAL</a:t>
            </a:r>
          </a:p>
        </p:txBody>
      </p:sp>
      <p:pic>
        <p:nvPicPr>
          <p:cNvPr id="1026" name="Picture 2" descr="See the source image">
            <a:extLst>
              <a:ext uri="{FF2B5EF4-FFF2-40B4-BE49-F238E27FC236}">
                <a16:creationId xmlns:a16="http://schemas.microsoft.com/office/drawing/2014/main" id="{0D8C60AD-3CDD-0F41-488D-7A45E41BE2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691" y="3318754"/>
            <a:ext cx="4514850" cy="1825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5EBE05-E573-B650-389A-9BAFA505687B}"/>
              </a:ext>
            </a:extLst>
          </p:cNvPr>
          <p:cNvSpPr txBox="1"/>
          <p:nvPr/>
        </p:nvSpPr>
        <p:spPr>
          <a:xfrm>
            <a:off x="5750061" y="2597345"/>
            <a:ext cx="579494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Transition metals are: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/>
              <a:t>Colorful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/>
              <a:t>Hard and high in density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/>
              <a:t>Multiple oxidation numbers (charge)</a:t>
            </a:r>
          </a:p>
        </p:txBody>
      </p:sp>
    </p:spTree>
    <p:extLst>
      <p:ext uri="{BB962C8B-B14F-4D97-AF65-F5344CB8AC3E}">
        <p14:creationId xmlns:p14="http://schemas.microsoft.com/office/powerpoint/2010/main" val="18624588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3A274-0C1F-6B35-772B-2D1607006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Naming rules of transition metal compound</a:t>
            </a:r>
          </a:p>
        </p:txBody>
      </p:sp>
      <p:pic>
        <p:nvPicPr>
          <p:cNvPr id="4" name="Picture 4" descr="See the source image">
            <a:extLst>
              <a:ext uri="{FF2B5EF4-FFF2-40B4-BE49-F238E27FC236}">
                <a16:creationId xmlns:a16="http://schemas.microsoft.com/office/drawing/2014/main" id="{C58C786F-2BD0-3383-038A-53A50934AB9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757" y="2667165"/>
            <a:ext cx="5054638" cy="2953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75716C-AA44-9FD6-1B4B-E35312A5703E}"/>
              </a:ext>
            </a:extLst>
          </p:cNvPr>
          <p:cNvSpPr txBox="1"/>
          <p:nvPr/>
        </p:nvSpPr>
        <p:spPr>
          <a:xfrm>
            <a:off x="6153968" y="2872226"/>
            <a:ext cx="477956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We follow the rules of naming </a:t>
            </a:r>
            <a:r>
              <a:rPr lang="en-US" sz="3200" dirty="0" err="1"/>
              <a:t>metal+non</a:t>
            </a:r>
            <a:r>
              <a:rPr lang="en-US" sz="3200" dirty="0"/>
              <a:t> metal compounds that we above-mentioned.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We put the charge of the metal in Roman Numerical in ( ) after the metal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8476040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00DBE-7555-63A5-76D0-72F0BE0C0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E5AE0-D478-ED39-022A-1F9022078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Name the following compound</a:t>
            </a:r>
          </a:p>
          <a:p>
            <a:r>
              <a:rPr lang="en-US" dirty="0"/>
              <a:t>Fe</a:t>
            </a:r>
            <a:r>
              <a:rPr lang="en-US" baseline="-25000" dirty="0"/>
              <a:t>2</a:t>
            </a:r>
            <a:r>
              <a:rPr lang="en-US" dirty="0"/>
              <a:t>(SO</a:t>
            </a:r>
            <a:r>
              <a:rPr lang="en-US" baseline="-25000" dirty="0"/>
              <a:t>4</a:t>
            </a:r>
            <a:r>
              <a:rPr lang="en-US" dirty="0"/>
              <a:t>)</a:t>
            </a:r>
            <a:r>
              <a:rPr lang="en-US" baseline="-25000" dirty="0"/>
              <a:t>3                                                                </a:t>
            </a:r>
            <a:r>
              <a:rPr lang="en-US" dirty="0"/>
              <a:t>Cu</a:t>
            </a:r>
            <a:r>
              <a:rPr lang="en-US" baseline="-25000" dirty="0"/>
              <a:t>2</a:t>
            </a:r>
            <a:r>
              <a:rPr lang="en-US" dirty="0"/>
              <a:t>O</a:t>
            </a:r>
            <a:endParaRPr lang="en-US" baseline="-25000" dirty="0"/>
          </a:p>
          <a:p>
            <a:endParaRPr lang="en-US" baseline="-25000" dirty="0"/>
          </a:p>
          <a:p>
            <a:r>
              <a:rPr lang="en-US" dirty="0"/>
              <a:t>Co(ClO</a:t>
            </a:r>
            <a:r>
              <a:rPr lang="en-US" baseline="-25000" dirty="0"/>
              <a:t>4</a:t>
            </a:r>
            <a:r>
              <a:rPr lang="en-US" dirty="0"/>
              <a:t>)</a:t>
            </a:r>
            <a:r>
              <a:rPr lang="en-US" baseline="-25000" dirty="0"/>
              <a:t>3                                                                  </a:t>
            </a:r>
            <a:r>
              <a:rPr lang="en-US" dirty="0"/>
              <a:t>V</a:t>
            </a:r>
            <a:r>
              <a:rPr lang="en-US" baseline="-25000" dirty="0"/>
              <a:t>2</a:t>
            </a:r>
            <a:r>
              <a:rPr lang="en-US" dirty="0"/>
              <a:t>O</a:t>
            </a:r>
            <a:r>
              <a:rPr lang="en-US" baseline="-25000" dirty="0"/>
              <a:t>5</a:t>
            </a:r>
          </a:p>
          <a:p>
            <a:endParaRPr lang="en-US" baseline="-25000" dirty="0"/>
          </a:p>
          <a:p>
            <a:r>
              <a:rPr lang="en-US" dirty="0"/>
              <a:t>MnO</a:t>
            </a:r>
            <a:r>
              <a:rPr lang="en-US" baseline="-25000" dirty="0"/>
              <a:t>2                                                                          </a:t>
            </a:r>
            <a:r>
              <a:rPr lang="en-US" dirty="0"/>
              <a:t>Cr</a:t>
            </a:r>
            <a:r>
              <a:rPr lang="en-US" baseline="-25000" dirty="0"/>
              <a:t>2</a:t>
            </a:r>
            <a:r>
              <a:rPr lang="en-US" dirty="0"/>
              <a:t>(CO</a:t>
            </a:r>
            <a:r>
              <a:rPr lang="en-US" baseline="-25000" dirty="0"/>
              <a:t>3</a:t>
            </a:r>
            <a:r>
              <a:rPr lang="en-US" dirty="0"/>
              <a:t>)</a:t>
            </a:r>
            <a:r>
              <a:rPr lang="en-US" baseline="-25000" dirty="0"/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6714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D7A13-1096-F618-2E67-9CE108858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Naming flowchart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1AA4D77-A284-609B-6877-68734ED590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8090365"/>
              </p:ext>
            </p:extLst>
          </p:nvPr>
        </p:nvGraphicFramePr>
        <p:xfrm>
          <a:off x="595800" y="2514697"/>
          <a:ext cx="10267950" cy="3594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117880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547A7-9E21-9524-FC3E-81E476F11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prefix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DB5A06-663C-5113-CDF0-FBAFA672B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7344" y="1637061"/>
            <a:ext cx="6187628" cy="5220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1699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FA3BB-0F29-7D05-0F1B-FAD6CE5BA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NONMETAL COMPOUND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A7348-FD2C-3553-AEA6-3070413D2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9146" y="3743374"/>
            <a:ext cx="2355281" cy="1299850"/>
          </a:xfrm>
        </p:spPr>
        <p:txBody>
          <a:bodyPr>
            <a:normAutofit/>
          </a:bodyPr>
          <a:lstStyle/>
          <a:p>
            <a:r>
              <a:rPr lang="en-US" sz="4000" dirty="0"/>
              <a:t>N</a:t>
            </a:r>
            <a:r>
              <a:rPr lang="en-US" sz="4000" baseline="-25000" dirty="0"/>
              <a:t>2</a:t>
            </a:r>
            <a:r>
              <a:rPr lang="en-US" sz="4000" dirty="0"/>
              <a:t>O</a:t>
            </a:r>
            <a:r>
              <a:rPr lang="en-US" sz="4000" baseline="-25000" dirty="0"/>
              <a:t>5</a:t>
            </a:r>
            <a:endParaRPr lang="en-US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3564E5-A2AC-C270-EBBB-45C201023522}"/>
              </a:ext>
            </a:extLst>
          </p:cNvPr>
          <p:cNvSpPr txBox="1"/>
          <p:nvPr/>
        </p:nvSpPr>
        <p:spPr>
          <a:xfrm>
            <a:off x="2933934" y="2776859"/>
            <a:ext cx="842033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We name it from left to right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The left element remain in its original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The right element changes to –ide 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Numerical prefix is added before each element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You can omit the “mono” before the first element.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564001-16DA-917E-9B6F-642E89C49CBA}"/>
              </a:ext>
            </a:extLst>
          </p:cNvPr>
          <p:cNvSpPr txBox="1"/>
          <p:nvPr/>
        </p:nvSpPr>
        <p:spPr>
          <a:xfrm>
            <a:off x="628299" y="4805744"/>
            <a:ext cx="23552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Dinitrogen Pentoxide</a:t>
            </a:r>
          </a:p>
        </p:txBody>
      </p:sp>
    </p:spTree>
    <p:extLst>
      <p:ext uri="{BB962C8B-B14F-4D97-AF65-F5344CB8AC3E}">
        <p14:creationId xmlns:p14="http://schemas.microsoft.com/office/powerpoint/2010/main" val="3080671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32B93-7606-AF34-CC54-397B0E69F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A4622-A999-364B-DA73-0B7B8DC12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N</a:t>
            </a:r>
            <a:r>
              <a:rPr lang="en-US" baseline="-25000" dirty="0"/>
              <a:t>2</a:t>
            </a:r>
            <a:r>
              <a:rPr lang="en-US" dirty="0"/>
              <a:t>H</a:t>
            </a:r>
            <a:r>
              <a:rPr lang="en-US" baseline="-25000" dirty="0"/>
              <a:t>4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ClF</a:t>
            </a:r>
            <a:r>
              <a:rPr lang="en-US" baseline="-25000" dirty="0"/>
              <a:t>3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NO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CS</a:t>
            </a:r>
            <a:r>
              <a:rPr lang="en-US" baseline="-25000" dirty="0"/>
              <a:t>2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Cl</a:t>
            </a:r>
            <a:r>
              <a:rPr lang="en-US" baseline="-25000" dirty="0"/>
              <a:t>2</a:t>
            </a:r>
            <a:r>
              <a:rPr lang="en-US" dirty="0"/>
              <a:t>O</a:t>
            </a:r>
            <a:r>
              <a:rPr lang="en-US" baseline="-25000" dirty="0"/>
              <a:t>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1857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3B39A-72BD-F389-E75E-06447BBEA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Naming of acid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55266-8156-F672-6038-42BCE1352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20" y="2587752"/>
            <a:ext cx="10268712" cy="1120336"/>
          </a:xfrm>
        </p:spPr>
        <p:txBody>
          <a:bodyPr/>
          <a:lstStyle/>
          <a:p>
            <a:r>
              <a:rPr lang="en-US" dirty="0"/>
              <a:t>Acid is a compound of Hydrogen and a non-metal part</a:t>
            </a:r>
          </a:p>
          <a:p>
            <a:r>
              <a:rPr lang="en-US" dirty="0"/>
              <a:t>i.e. HCl, H</a:t>
            </a:r>
            <a:r>
              <a:rPr lang="en-US" baseline="-25000" dirty="0"/>
              <a:t>2</a:t>
            </a:r>
            <a:r>
              <a:rPr lang="en-US" dirty="0"/>
              <a:t>SO</a:t>
            </a:r>
            <a:r>
              <a:rPr lang="en-US" baseline="-25000" dirty="0"/>
              <a:t>4 </a:t>
            </a:r>
            <a:r>
              <a:rPr lang="en-US" dirty="0"/>
              <a:t>HNO</a:t>
            </a:r>
            <a:r>
              <a:rPr lang="en-US" baseline="-25000" dirty="0"/>
              <a:t>3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6D9A2A-5C8F-8F69-8CF4-940772405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358" y="3694200"/>
            <a:ext cx="9325384" cy="2845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5337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7BBB0-7F14-8352-874A-84728D3DD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8C9FF-082D-9868-C8AF-CD22B37E4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Name the following acid</a:t>
            </a:r>
          </a:p>
          <a:p>
            <a:r>
              <a:rPr lang="en-US" dirty="0"/>
              <a:t>H</a:t>
            </a:r>
            <a:r>
              <a:rPr lang="en-US" baseline="-25000" dirty="0"/>
              <a:t>2</a:t>
            </a:r>
            <a:r>
              <a:rPr lang="en-US" dirty="0"/>
              <a:t>CO</a:t>
            </a:r>
            <a:r>
              <a:rPr lang="en-US" baseline="-25000" dirty="0"/>
              <a:t>3</a:t>
            </a:r>
          </a:p>
          <a:p>
            <a:endParaRPr lang="en-US" baseline="-25000" dirty="0"/>
          </a:p>
          <a:p>
            <a:r>
              <a:rPr lang="en-US" dirty="0"/>
              <a:t>H</a:t>
            </a:r>
            <a:r>
              <a:rPr lang="en-US" baseline="-25000" dirty="0"/>
              <a:t>3</a:t>
            </a:r>
            <a:r>
              <a:rPr lang="en-US" dirty="0"/>
              <a:t>PO</a:t>
            </a:r>
            <a:r>
              <a:rPr lang="en-US" baseline="-25000" dirty="0"/>
              <a:t>4</a:t>
            </a:r>
          </a:p>
          <a:p>
            <a:endParaRPr lang="en-US" baseline="-25000" dirty="0"/>
          </a:p>
          <a:p>
            <a:r>
              <a:rPr lang="en-US" dirty="0"/>
              <a:t>HCN</a:t>
            </a:r>
          </a:p>
          <a:p>
            <a:endParaRPr lang="en-US" dirty="0"/>
          </a:p>
          <a:p>
            <a:r>
              <a:rPr lang="en-US" dirty="0"/>
              <a:t>HClO</a:t>
            </a:r>
            <a:r>
              <a:rPr lang="en-US" baseline="-25000" dirty="0"/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1955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D9393-4132-8FAE-8218-E9582FA52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NAMES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E2628-0D55-27AD-E9BB-60B68679C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</a:t>
            </a:r>
            <a:r>
              <a:rPr lang="en-US" baseline="-25000" dirty="0"/>
              <a:t>2</a:t>
            </a:r>
            <a:r>
              <a:rPr lang="en-US" dirty="0"/>
              <a:t>O</a:t>
            </a:r>
          </a:p>
          <a:p>
            <a:endParaRPr lang="en-US" dirty="0"/>
          </a:p>
          <a:p>
            <a:r>
              <a:rPr lang="en-US" dirty="0"/>
              <a:t>NH</a:t>
            </a:r>
            <a:r>
              <a:rPr lang="en-US" baseline="-25000" dirty="0"/>
              <a:t>3</a:t>
            </a:r>
          </a:p>
          <a:p>
            <a:endParaRPr lang="en-US" baseline="-25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973008"/>
      </p:ext>
    </p:extLst>
  </p:cSld>
  <p:clrMapOvr>
    <a:masterClrMapping/>
  </p:clrMapOvr>
</p:sld>
</file>

<file path=ppt/theme/theme1.xml><?xml version="1.0" encoding="utf-8"?>
<a:theme xmlns:a="http://schemas.openxmlformats.org/drawingml/2006/main" name="JuxtaposeVTI">
  <a:themeElements>
    <a:clrScheme name="AnalogousFromLightSeedRightStep">
      <a:dk1>
        <a:srgbClr val="000000"/>
      </a:dk1>
      <a:lt1>
        <a:srgbClr val="FFFFFF"/>
      </a:lt1>
      <a:dk2>
        <a:srgbClr val="223A3C"/>
      </a:dk2>
      <a:lt2>
        <a:srgbClr val="E8E2E6"/>
      </a:lt2>
      <a:accent1>
        <a:srgbClr val="82AB8C"/>
      </a:accent1>
      <a:accent2>
        <a:srgbClr val="74AA99"/>
      </a:accent2>
      <a:accent3>
        <a:srgbClr val="81A8AC"/>
      </a:accent3>
      <a:accent4>
        <a:srgbClr val="7F9CBA"/>
      </a:accent4>
      <a:accent5>
        <a:srgbClr val="969AC6"/>
      </a:accent5>
      <a:accent6>
        <a:srgbClr val="937FBA"/>
      </a:accent6>
      <a:hlink>
        <a:srgbClr val="AE699C"/>
      </a:hlink>
      <a:folHlink>
        <a:srgbClr val="7F7F7F"/>
      </a:folHlink>
    </a:clrScheme>
    <a:fontScheme name="Custom 167">
      <a:majorFont>
        <a:latin typeface="Franklin Gothic Demi Cond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uxtaposeVTI" id="{FBDCC3B4-6EA8-442A-B697-43C068E31FE3}" vid="{090F2E09-E4E2-4F71-A70E-279F5A0D9E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4884</TotalTime>
  <Words>605</Words>
  <Application>Microsoft Macintosh PowerPoint</Application>
  <PresentationFormat>Widescreen</PresentationFormat>
  <Paragraphs>140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Aparajita</vt:lpstr>
      <vt:lpstr>Arial</vt:lpstr>
      <vt:lpstr>Franklin Gothic Demi Cond</vt:lpstr>
      <vt:lpstr>Franklin Gothic Medium</vt:lpstr>
      <vt:lpstr>Wingdings</vt:lpstr>
      <vt:lpstr>JuxtaposeVTI</vt:lpstr>
      <vt:lpstr>Unit 8 Chemical Nomenclature</vt:lpstr>
      <vt:lpstr>Warm-up</vt:lpstr>
      <vt:lpstr>In this lesson, we will</vt:lpstr>
      <vt:lpstr>The unified language</vt:lpstr>
      <vt:lpstr>The unified language</vt:lpstr>
      <vt:lpstr>IUPAC</vt:lpstr>
      <vt:lpstr>PowerPoint Presentation</vt:lpstr>
      <vt:lpstr>UNDERSTAND MOLECULAR FORMULA</vt:lpstr>
      <vt:lpstr>NOMENCLATURE FLOWCHART</vt:lpstr>
      <vt:lpstr>The metal is not a transition metal</vt:lpstr>
      <vt:lpstr>-ide transformation</vt:lpstr>
      <vt:lpstr>practice</vt:lpstr>
      <vt:lpstr>Let’s reverse it-from name to formula</vt:lpstr>
      <vt:lpstr>From name to formula</vt:lpstr>
      <vt:lpstr>Bellringer</vt:lpstr>
      <vt:lpstr>In today’s class, we will</vt:lpstr>
      <vt:lpstr>Polyatomic ions</vt:lpstr>
      <vt:lpstr>Rules of oxygen</vt:lpstr>
      <vt:lpstr>Activity 1</vt:lpstr>
      <vt:lpstr>Naming flowchart</vt:lpstr>
      <vt:lpstr>PROPERTIES OF TRANSITION METAL</vt:lpstr>
      <vt:lpstr>Naming rules of transition metal compound</vt:lpstr>
      <vt:lpstr>Activity 2</vt:lpstr>
      <vt:lpstr>Naming flowchart</vt:lpstr>
      <vt:lpstr>Numerical prefix</vt:lpstr>
      <vt:lpstr>NONMETAL COMPOUND</vt:lpstr>
      <vt:lpstr>Activity 3</vt:lpstr>
      <vt:lpstr>Naming of acid</vt:lpstr>
      <vt:lpstr>Activity 4</vt:lpstr>
      <vt:lpstr>COMMON NAMES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5 Chemical Nomenclature</dc:title>
  <dc:creator>Chen, Xinyu</dc:creator>
  <cp:lastModifiedBy>Chen, Xinyu</cp:lastModifiedBy>
  <cp:revision>7</cp:revision>
  <dcterms:created xsi:type="dcterms:W3CDTF">2022-10-10T00:46:12Z</dcterms:created>
  <dcterms:modified xsi:type="dcterms:W3CDTF">2025-12-03T00:12:02Z</dcterms:modified>
</cp:coreProperties>
</file>