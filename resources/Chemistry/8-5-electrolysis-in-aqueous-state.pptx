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781556-3AD1-493B-B2B9-64FD6C2B1FF9}" type="doc">
      <dgm:prSet loTypeId="urn:microsoft.com/office/officeart/2008/layout/NameandTitleOrganizationalChart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540055-5F05-4C46-8495-32B938D2A3F9}">
      <dgm:prSet phldrT="[Text]"/>
      <dgm:spPr/>
      <dgm:t>
        <a:bodyPr/>
        <a:lstStyle/>
        <a:p>
          <a:r>
            <a:rPr lang="en-US" dirty="0"/>
            <a:t>Molten or aqueous?</a:t>
          </a:r>
        </a:p>
      </dgm:t>
    </dgm:pt>
    <dgm:pt modelId="{3C978EB4-8500-4AAB-B95A-EDDA9DE39829}" type="parTrans" cxnId="{0F5D0025-4EC7-425C-A507-140055F0FBCF}">
      <dgm:prSet/>
      <dgm:spPr/>
      <dgm:t>
        <a:bodyPr/>
        <a:lstStyle/>
        <a:p>
          <a:endParaRPr lang="en-US"/>
        </a:p>
      </dgm:t>
    </dgm:pt>
    <dgm:pt modelId="{1E07B839-9BA2-434B-AF9A-167B93D9B66F}" type="sibTrans" cxnId="{0F5D0025-4EC7-425C-A507-140055F0FBCF}">
      <dgm:prSet/>
      <dgm:spPr/>
      <dgm:t>
        <a:bodyPr/>
        <a:lstStyle/>
        <a:p>
          <a:endParaRPr lang="en-US"/>
        </a:p>
      </dgm:t>
    </dgm:pt>
    <dgm:pt modelId="{6CADFAED-66BD-4151-9AEE-CCCA1C3A6892}">
      <dgm:prSet phldrT="[Text]"/>
      <dgm:spPr/>
      <dgm:t>
        <a:bodyPr/>
        <a:lstStyle/>
        <a:p>
          <a:r>
            <a:rPr lang="en-US" dirty="0"/>
            <a:t>Is the cation from a non-reactive metal?</a:t>
          </a:r>
        </a:p>
      </dgm:t>
    </dgm:pt>
    <dgm:pt modelId="{A6CCCB93-C675-4937-870A-BF0B4F9772DF}" type="parTrans" cxnId="{FE1BF170-19E5-43EF-99F9-16D1D3E24245}">
      <dgm:prSet/>
      <dgm:spPr/>
      <dgm:t>
        <a:bodyPr/>
        <a:lstStyle/>
        <a:p>
          <a:endParaRPr lang="en-US"/>
        </a:p>
      </dgm:t>
    </dgm:pt>
    <dgm:pt modelId="{84F626E5-93D3-446E-8B30-D85EC090AB6B}" type="sibTrans" cxnId="{FE1BF170-19E5-43EF-99F9-16D1D3E24245}">
      <dgm:prSet/>
      <dgm:spPr/>
      <dgm:t>
        <a:bodyPr/>
        <a:lstStyle/>
        <a:p>
          <a:endParaRPr lang="en-US"/>
        </a:p>
      </dgm:t>
    </dgm:pt>
    <dgm:pt modelId="{37823B06-78CD-41DC-B52C-D773D2DA4536}">
      <dgm:prSet phldrT="[Text]"/>
      <dgm:spPr/>
      <dgm:t>
        <a:bodyPr/>
        <a:lstStyle/>
        <a:p>
          <a:r>
            <a:rPr lang="en-US" dirty="0"/>
            <a:t>Yes</a:t>
          </a:r>
        </a:p>
      </dgm:t>
    </dgm:pt>
    <dgm:pt modelId="{6DE33367-25AC-4DBF-AE01-9249F155C386}" type="parTrans" cxnId="{CAAF882C-E2D3-4D68-9907-EDF0E7FAD44D}">
      <dgm:prSet/>
      <dgm:spPr/>
      <dgm:t>
        <a:bodyPr/>
        <a:lstStyle/>
        <a:p>
          <a:endParaRPr lang="en-US"/>
        </a:p>
      </dgm:t>
    </dgm:pt>
    <dgm:pt modelId="{E28D9989-3872-46FC-BE35-47C6DA0A1F28}" type="sibTrans" cxnId="{CAAF882C-E2D3-4D68-9907-EDF0E7FAD44D}">
      <dgm:prSet/>
      <dgm:spPr/>
      <dgm:t>
        <a:bodyPr/>
        <a:lstStyle/>
        <a:p>
          <a:endParaRPr lang="en-US"/>
        </a:p>
      </dgm:t>
    </dgm:pt>
    <dgm:pt modelId="{DD5301BC-12AF-4228-94D7-C6B4F8CCB91B}">
      <dgm:prSet phldrT="[Text]"/>
      <dgm:spPr/>
      <dgm:t>
        <a:bodyPr/>
        <a:lstStyle/>
        <a:p>
          <a:r>
            <a:rPr lang="en-US" dirty="0"/>
            <a:t>No</a:t>
          </a:r>
        </a:p>
      </dgm:t>
    </dgm:pt>
    <dgm:pt modelId="{C6A0ABCC-6C07-4F03-88E5-A71635ABC569}" type="parTrans" cxnId="{B15D83B4-0597-4966-BE70-1EC6B5B6B4E3}">
      <dgm:prSet/>
      <dgm:spPr/>
      <dgm:t>
        <a:bodyPr/>
        <a:lstStyle/>
        <a:p>
          <a:endParaRPr lang="en-US"/>
        </a:p>
      </dgm:t>
    </dgm:pt>
    <dgm:pt modelId="{A8EA37CD-8CF7-4E8B-9E7C-ADD154FDE6BE}" type="sibTrans" cxnId="{B15D83B4-0597-4966-BE70-1EC6B5B6B4E3}">
      <dgm:prSet/>
      <dgm:spPr/>
      <dgm:t>
        <a:bodyPr/>
        <a:lstStyle/>
        <a:p>
          <a:endParaRPr lang="en-US"/>
        </a:p>
      </dgm:t>
    </dgm:pt>
    <dgm:pt modelId="{3AD03505-BCF5-4676-B56B-7B21AE8CF774}">
      <dgm:prSet phldrT="[Text]"/>
      <dgm:spPr/>
      <dgm:t>
        <a:bodyPr/>
        <a:lstStyle/>
        <a:p>
          <a:r>
            <a:rPr lang="en-US" dirty="0"/>
            <a:t>Is the anion from a halogen?</a:t>
          </a:r>
        </a:p>
      </dgm:t>
    </dgm:pt>
    <dgm:pt modelId="{780E8ACD-2FFD-44DD-9327-0F33AFE6AA0E}" type="parTrans" cxnId="{ED981F09-D82D-4FAA-807D-285C72080D25}">
      <dgm:prSet/>
      <dgm:spPr/>
      <dgm:t>
        <a:bodyPr/>
        <a:lstStyle/>
        <a:p>
          <a:endParaRPr lang="en-US"/>
        </a:p>
      </dgm:t>
    </dgm:pt>
    <dgm:pt modelId="{97805D82-1BD8-49B4-B6FB-DEE0A16CCB71}" type="sibTrans" cxnId="{ED981F09-D82D-4FAA-807D-285C72080D25}">
      <dgm:prSet/>
      <dgm:spPr/>
      <dgm:t>
        <a:bodyPr/>
        <a:lstStyle/>
        <a:p>
          <a:endParaRPr lang="en-US"/>
        </a:p>
      </dgm:t>
    </dgm:pt>
    <dgm:pt modelId="{6D49C42E-441B-4D51-9AFB-2F0768B7509D}">
      <dgm:prSet phldrT="[Text]"/>
      <dgm:spPr/>
      <dgm:t>
        <a:bodyPr/>
        <a:lstStyle/>
        <a:p>
          <a:r>
            <a:rPr lang="en-US" dirty="0"/>
            <a:t>Yes</a:t>
          </a:r>
        </a:p>
      </dgm:t>
    </dgm:pt>
    <dgm:pt modelId="{9F032651-ED58-42C1-B05B-4AFE7FB7266F}" type="parTrans" cxnId="{5112BCBE-9CB9-4E68-B0FC-8F15FC199B06}">
      <dgm:prSet/>
      <dgm:spPr/>
      <dgm:t>
        <a:bodyPr/>
        <a:lstStyle/>
        <a:p>
          <a:endParaRPr lang="en-US"/>
        </a:p>
      </dgm:t>
    </dgm:pt>
    <dgm:pt modelId="{5D12BF39-96CB-4F6F-9F32-5646D792D04A}" type="sibTrans" cxnId="{5112BCBE-9CB9-4E68-B0FC-8F15FC199B06}">
      <dgm:prSet/>
      <dgm:spPr/>
      <dgm:t>
        <a:bodyPr/>
        <a:lstStyle/>
        <a:p>
          <a:endParaRPr lang="en-US"/>
        </a:p>
      </dgm:t>
    </dgm:pt>
    <dgm:pt modelId="{599B95F0-7855-4538-A11F-A4E9C5E59C26}">
      <dgm:prSet phldrT="[Text]"/>
      <dgm:spPr/>
      <dgm:t>
        <a:bodyPr/>
        <a:lstStyle/>
        <a:p>
          <a:r>
            <a:rPr lang="en-US" dirty="0"/>
            <a:t>No</a:t>
          </a:r>
        </a:p>
      </dgm:t>
    </dgm:pt>
    <dgm:pt modelId="{0B9785F4-6951-4377-B76F-140EF7CCE903}" type="parTrans" cxnId="{33BDA8DF-823F-41F8-BEBC-F7F187253BDF}">
      <dgm:prSet/>
      <dgm:spPr/>
      <dgm:t>
        <a:bodyPr/>
        <a:lstStyle/>
        <a:p>
          <a:endParaRPr lang="en-US"/>
        </a:p>
      </dgm:t>
    </dgm:pt>
    <dgm:pt modelId="{042BA357-CB1D-4C2B-9A87-87E043519168}" type="sibTrans" cxnId="{33BDA8DF-823F-41F8-BEBC-F7F187253BDF}">
      <dgm:prSet/>
      <dgm:spPr/>
      <dgm:t>
        <a:bodyPr/>
        <a:lstStyle/>
        <a:p>
          <a:endParaRPr lang="en-US"/>
        </a:p>
      </dgm:t>
    </dgm:pt>
    <dgm:pt modelId="{78C80360-1157-469B-9944-5C0A5130830D}" type="pres">
      <dgm:prSet presAssocID="{AA781556-3AD1-493B-B2B9-64FD6C2B1F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A4BD6F-A8DE-4D63-B1D0-9FA7BC73F34F}" type="pres">
      <dgm:prSet presAssocID="{CB540055-5F05-4C46-8495-32B938D2A3F9}" presName="hierRoot1" presStyleCnt="0">
        <dgm:presLayoutVars>
          <dgm:hierBranch val="init"/>
        </dgm:presLayoutVars>
      </dgm:prSet>
      <dgm:spPr/>
    </dgm:pt>
    <dgm:pt modelId="{D375F2B1-6BAA-4C16-91CA-35244811E940}" type="pres">
      <dgm:prSet presAssocID="{CB540055-5F05-4C46-8495-32B938D2A3F9}" presName="rootComposite1" presStyleCnt="0"/>
      <dgm:spPr/>
    </dgm:pt>
    <dgm:pt modelId="{1EEBEAC1-025C-49B7-A50D-C4AA6FFA94F6}" type="pres">
      <dgm:prSet presAssocID="{CB540055-5F05-4C46-8495-32B938D2A3F9}" presName="rootText1" presStyleLbl="node0" presStyleIdx="0" presStyleCnt="1">
        <dgm:presLayoutVars>
          <dgm:chMax/>
          <dgm:chPref val="3"/>
        </dgm:presLayoutVars>
      </dgm:prSet>
      <dgm:spPr/>
    </dgm:pt>
    <dgm:pt modelId="{6B0EF5A1-2D77-460D-8678-B207FBDE6E11}" type="pres">
      <dgm:prSet presAssocID="{CB540055-5F05-4C46-8495-32B938D2A3F9}" presName="titleText1" presStyleLbl="fgAcc0" presStyleIdx="0" presStyleCnt="1">
        <dgm:presLayoutVars>
          <dgm:chMax val="0"/>
          <dgm:chPref val="0"/>
        </dgm:presLayoutVars>
      </dgm:prSet>
      <dgm:spPr/>
    </dgm:pt>
    <dgm:pt modelId="{977DDC49-8801-4BC3-B2D0-BF6802E0D699}" type="pres">
      <dgm:prSet presAssocID="{CB540055-5F05-4C46-8495-32B938D2A3F9}" presName="rootConnector1" presStyleLbl="node1" presStyleIdx="0" presStyleCnt="6"/>
      <dgm:spPr/>
    </dgm:pt>
    <dgm:pt modelId="{2AB33436-CCE7-480A-A6D5-C36E0AC69C41}" type="pres">
      <dgm:prSet presAssocID="{CB540055-5F05-4C46-8495-32B938D2A3F9}" presName="hierChild2" presStyleCnt="0"/>
      <dgm:spPr/>
    </dgm:pt>
    <dgm:pt modelId="{83CDAD0D-2C3C-40BA-B35D-57E7708763E5}" type="pres">
      <dgm:prSet presAssocID="{A6CCCB93-C675-4937-870A-BF0B4F9772DF}" presName="Name37" presStyleLbl="parChTrans1D2" presStyleIdx="0" presStyleCnt="2"/>
      <dgm:spPr/>
    </dgm:pt>
    <dgm:pt modelId="{5A575C0B-3569-4C08-80E5-E1066C04A878}" type="pres">
      <dgm:prSet presAssocID="{6CADFAED-66BD-4151-9AEE-CCCA1C3A6892}" presName="hierRoot2" presStyleCnt="0">
        <dgm:presLayoutVars>
          <dgm:hierBranch val="init"/>
        </dgm:presLayoutVars>
      </dgm:prSet>
      <dgm:spPr/>
    </dgm:pt>
    <dgm:pt modelId="{07BF8AA6-0730-43E3-8610-05DAD6F03E9F}" type="pres">
      <dgm:prSet presAssocID="{6CADFAED-66BD-4151-9AEE-CCCA1C3A6892}" presName="rootComposite" presStyleCnt="0"/>
      <dgm:spPr/>
    </dgm:pt>
    <dgm:pt modelId="{04ACB701-3C98-4DE5-A47D-16B80D236CD5}" type="pres">
      <dgm:prSet presAssocID="{6CADFAED-66BD-4151-9AEE-CCCA1C3A6892}" presName="rootText" presStyleLbl="node1" presStyleIdx="0" presStyleCnt="6">
        <dgm:presLayoutVars>
          <dgm:chMax/>
          <dgm:chPref val="3"/>
        </dgm:presLayoutVars>
      </dgm:prSet>
      <dgm:spPr/>
    </dgm:pt>
    <dgm:pt modelId="{CABC2368-4621-4E42-B558-E014D5330F00}" type="pres">
      <dgm:prSet presAssocID="{6CADFAED-66BD-4151-9AEE-CCCA1C3A6892}" presName="titleText2" presStyleLbl="fgAcc1" presStyleIdx="0" presStyleCnt="6">
        <dgm:presLayoutVars>
          <dgm:chMax val="0"/>
          <dgm:chPref val="0"/>
        </dgm:presLayoutVars>
      </dgm:prSet>
      <dgm:spPr/>
    </dgm:pt>
    <dgm:pt modelId="{C15B3884-C9E2-45FA-8DBB-470E48CA6CE4}" type="pres">
      <dgm:prSet presAssocID="{6CADFAED-66BD-4151-9AEE-CCCA1C3A6892}" presName="rootConnector" presStyleLbl="node2" presStyleIdx="0" presStyleCnt="0"/>
      <dgm:spPr/>
    </dgm:pt>
    <dgm:pt modelId="{3FA1677C-5D18-4B1C-B875-7CA22A3CE138}" type="pres">
      <dgm:prSet presAssocID="{6CADFAED-66BD-4151-9AEE-CCCA1C3A6892}" presName="hierChild4" presStyleCnt="0"/>
      <dgm:spPr/>
    </dgm:pt>
    <dgm:pt modelId="{6113CC4C-3E68-497F-81C3-36B22073B4C2}" type="pres">
      <dgm:prSet presAssocID="{6DE33367-25AC-4DBF-AE01-9249F155C386}" presName="Name37" presStyleLbl="parChTrans1D3" presStyleIdx="0" presStyleCnt="4"/>
      <dgm:spPr/>
    </dgm:pt>
    <dgm:pt modelId="{8D9BEF9B-8893-408F-A015-A2AAE54D675B}" type="pres">
      <dgm:prSet presAssocID="{37823B06-78CD-41DC-B52C-D773D2DA4536}" presName="hierRoot2" presStyleCnt="0">
        <dgm:presLayoutVars>
          <dgm:hierBranch val="init"/>
        </dgm:presLayoutVars>
      </dgm:prSet>
      <dgm:spPr/>
    </dgm:pt>
    <dgm:pt modelId="{94A6AEFF-1BEE-4989-8A85-B9C744A566B5}" type="pres">
      <dgm:prSet presAssocID="{37823B06-78CD-41DC-B52C-D773D2DA4536}" presName="rootComposite" presStyleCnt="0"/>
      <dgm:spPr/>
    </dgm:pt>
    <dgm:pt modelId="{0BE2CE5C-B8E3-4202-8878-87A747745C66}" type="pres">
      <dgm:prSet presAssocID="{37823B06-78CD-41DC-B52C-D773D2DA4536}" presName="rootText" presStyleLbl="node1" presStyleIdx="1" presStyleCnt="6">
        <dgm:presLayoutVars>
          <dgm:chMax/>
          <dgm:chPref val="3"/>
        </dgm:presLayoutVars>
      </dgm:prSet>
      <dgm:spPr/>
    </dgm:pt>
    <dgm:pt modelId="{B5835AAA-DCD6-4C81-BEDB-1EB041DA3373}" type="pres">
      <dgm:prSet presAssocID="{37823B06-78CD-41DC-B52C-D773D2DA4536}" presName="titleText2" presStyleLbl="fgAcc1" presStyleIdx="1" presStyleCnt="6">
        <dgm:presLayoutVars>
          <dgm:chMax val="0"/>
          <dgm:chPref val="0"/>
        </dgm:presLayoutVars>
      </dgm:prSet>
      <dgm:spPr/>
    </dgm:pt>
    <dgm:pt modelId="{E8284F15-EB2B-4D82-895F-BFAAABD4052A}" type="pres">
      <dgm:prSet presAssocID="{37823B06-78CD-41DC-B52C-D773D2DA4536}" presName="rootConnector" presStyleLbl="node3" presStyleIdx="0" presStyleCnt="0"/>
      <dgm:spPr/>
    </dgm:pt>
    <dgm:pt modelId="{3D19E834-F516-4138-9CE8-633A7B038E51}" type="pres">
      <dgm:prSet presAssocID="{37823B06-78CD-41DC-B52C-D773D2DA4536}" presName="hierChild4" presStyleCnt="0"/>
      <dgm:spPr/>
    </dgm:pt>
    <dgm:pt modelId="{CD203E99-DB7A-44C3-9DA0-870C78D2F56C}" type="pres">
      <dgm:prSet presAssocID="{37823B06-78CD-41DC-B52C-D773D2DA4536}" presName="hierChild5" presStyleCnt="0"/>
      <dgm:spPr/>
    </dgm:pt>
    <dgm:pt modelId="{C6AFDFC1-9456-4839-9659-1293F62E9048}" type="pres">
      <dgm:prSet presAssocID="{C6A0ABCC-6C07-4F03-88E5-A71635ABC569}" presName="Name37" presStyleLbl="parChTrans1D3" presStyleIdx="1" presStyleCnt="4"/>
      <dgm:spPr/>
    </dgm:pt>
    <dgm:pt modelId="{FEF68DA8-6CF9-4B08-9B7F-80326743787C}" type="pres">
      <dgm:prSet presAssocID="{DD5301BC-12AF-4228-94D7-C6B4F8CCB91B}" presName="hierRoot2" presStyleCnt="0">
        <dgm:presLayoutVars>
          <dgm:hierBranch val="init"/>
        </dgm:presLayoutVars>
      </dgm:prSet>
      <dgm:spPr/>
    </dgm:pt>
    <dgm:pt modelId="{C7302342-2A4E-442E-BF88-54EF1DF49C66}" type="pres">
      <dgm:prSet presAssocID="{DD5301BC-12AF-4228-94D7-C6B4F8CCB91B}" presName="rootComposite" presStyleCnt="0"/>
      <dgm:spPr/>
    </dgm:pt>
    <dgm:pt modelId="{9B563FE2-DB99-4194-9E04-146F22747D1A}" type="pres">
      <dgm:prSet presAssocID="{DD5301BC-12AF-4228-94D7-C6B4F8CCB91B}" presName="rootText" presStyleLbl="node1" presStyleIdx="2" presStyleCnt="6">
        <dgm:presLayoutVars>
          <dgm:chMax/>
          <dgm:chPref val="3"/>
        </dgm:presLayoutVars>
      </dgm:prSet>
      <dgm:spPr/>
    </dgm:pt>
    <dgm:pt modelId="{75E2EEDE-3F06-406E-A5AC-C47E6B82607C}" type="pres">
      <dgm:prSet presAssocID="{DD5301BC-12AF-4228-94D7-C6B4F8CCB91B}" presName="titleText2" presStyleLbl="fgAcc1" presStyleIdx="2" presStyleCnt="6">
        <dgm:presLayoutVars>
          <dgm:chMax val="0"/>
          <dgm:chPref val="0"/>
        </dgm:presLayoutVars>
      </dgm:prSet>
      <dgm:spPr/>
    </dgm:pt>
    <dgm:pt modelId="{E5225769-D795-46C4-8489-138096B8C618}" type="pres">
      <dgm:prSet presAssocID="{DD5301BC-12AF-4228-94D7-C6B4F8CCB91B}" presName="rootConnector" presStyleLbl="node3" presStyleIdx="0" presStyleCnt="0"/>
      <dgm:spPr/>
    </dgm:pt>
    <dgm:pt modelId="{5E94730D-1334-4A16-AAAB-B91810CB9C44}" type="pres">
      <dgm:prSet presAssocID="{DD5301BC-12AF-4228-94D7-C6B4F8CCB91B}" presName="hierChild4" presStyleCnt="0"/>
      <dgm:spPr/>
    </dgm:pt>
    <dgm:pt modelId="{DB4A323C-0AAF-4B91-B23E-629034841528}" type="pres">
      <dgm:prSet presAssocID="{DD5301BC-12AF-4228-94D7-C6B4F8CCB91B}" presName="hierChild5" presStyleCnt="0"/>
      <dgm:spPr/>
    </dgm:pt>
    <dgm:pt modelId="{42C22C73-F489-45D4-9DEB-5FC5C8D8F251}" type="pres">
      <dgm:prSet presAssocID="{6CADFAED-66BD-4151-9AEE-CCCA1C3A6892}" presName="hierChild5" presStyleCnt="0"/>
      <dgm:spPr/>
    </dgm:pt>
    <dgm:pt modelId="{A2F7FF25-A4B3-4D1F-AE4A-B1B6A5418A69}" type="pres">
      <dgm:prSet presAssocID="{780E8ACD-2FFD-44DD-9327-0F33AFE6AA0E}" presName="Name37" presStyleLbl="parChTrans1D2" presStyleIdx="1" presStyleCnt="2"/>
      <dgm:spPr/>
    </dgm:pt>
    <dgm:pt modelId="{2C7FE21C-2F05-4A90-A338-173933A19AF3}" type="pres">
      <dgm:prSet presAssocID="{3AD03505-BCF5-4676-B56B-7B21AE8CF774}" presName="hierRoot2" presStyleCnt="0">
        <dgm:presLayoutVars>
          <dgm:hierBranch val="init"/>
        </dgm:presLayoutVars>
      </dgm:prSet>
      <dgm:spPr/>
    </dgm:pt>
    <dgm:pt modelId="{C86A6DBB-6601-4A31-B7B6-9B3737439ECB}" type="pres">
      <dgm:prSet presAssocID="{3AD03505-BCF5-4676-B56B-7B21AE8CF774}" presName="rootComposite" presStyleCnt="0"/>
      <dgm:spPr/>
    </dgm:pt>
    <dgm:pt modelId="{6355D10D-A700-42F3-B746-37BF42F8F9EA}" type="pres">
      <dgm:prSet presAssocID="{3AD03505-BCF5-4676-B56B-7B21AE8CF774}" presName="rootText" presStyleLbl="node1" presStyleIdx="3" presStyleCnt="6">
        <dgm:presLayoutVars>
          <dgm:chMax/>
          <dgm:chPref val="3"/>
        </dgm:presLayoutVars>
      </dgm:prSet>
      <dgm:spPr/>
    </dgm:pt>
    <dgm:pt modelId="{C78F303E-09C9-4FF2-A837-E082A3CF6B45}" type="pres">
      <dgm:prSet presAssocID="{3AD03505-BCF5-4676-B56B-7B21AE8CF774}" presName="titleText2" presStyleLbl="fgAcc1" presStyleIdx="3" presStyleCnt="6">
        <dgm:presLayoutVars>
          <dgm:chMax val="0"/>
          <dgm:chPref val="0"/>
        </dgm:presLayoutVars>
      </dgm:prSet>
      <dgm:spPr/>
    </dgm:pt>
    <dgm:pt modelId="{A2513D8B-18A0-4302-812E-28ED136A62C7}" type="pres">
      <dgm:prSet presAssocID="{3AD03505-BCF5-4676-B56B-7B21AE8CF774}" presName="rootConnector" presStyleLbl="node2" presStyleIdx="0" presStyleCnt="0"/>
      <dgm:spPr/>
    </dgm:pt>
    <dgm:pt modelId="{478D6E14-963F-43A2-A042-5A90CA685ACF}" type="pres">
      <dgm:prSet presAssocID="{3AD03505-BCF5-4676-B56B-7B21AE8CF774}" presName="hierChild4" presStyleCnt="0"/>
      <dgm:spPr/>
    </dgm:pt>
    <dgm:pt modelId="{54DD3926-0DEE-4550-A30E-A3EF2C28F206}" type="pres">
      <dgm:prSet presAssocID="{9F032651-ED58-42C1-B05B-4AFE7FB7266F}" presName="Name37" presStyleLbl="parChTrans1D3" presStyleIdx="2" presStyleCnt="4"/>
      <dgm:spPr/>
    </dgm:pt>
    <dgm:pt modelId="{FFFD6356-3F9A-4F56-AE8D-D1CF126137DA}" type="pres">
      <dgm:prSet presAssocID="{6D49C42E-441B-4D51-9AFB-2F0768B7509D}" presName="hierRoot2" presStyleCnt="0">
        <dgm:presLayoutVars>
          <dgm:hierBranch val="init"/>
        </dgm:presLayoutVars>
      </dgm:prSet>
      <dgm:spPr/>
    </dgm:pt>
    <dgm:pt modelId="{183A89D1-E038-4BC0-8F93-3657CEA9A541}" type="pres">
      <dgm:prSet presAssocID="{6D49C42E-441B-4D51-9AFB-2F0768B7509D}" presName="rootComposite" presStyleCnt="0"/>
      <dgm:spPr/>
    </dgm:pt>
    <dgm:pt modelId="{C045AE44-9F25-4D7D-89DC-D6605CF58B5C}" type="pres">
      <dgm:prSet presAssocID="{6D49C42E-441B-4D51-9AFB-2F0768B7509D}" presName="rootText" presStyleLbl="node1" presStyleIdx="4" presStyleCnt="6">
        <dgm:presLayoutVars>
          <dgm:chMax/>
          <dgm:chPref val="3"/>
        </dgm:presLayoutVars>
      </dgm:prSet>
      <dgm:spPr/>
    </dgm:pt>
    <dgm:pt modelId="{D337B9B0-083C-41CD-9E3C-CD12856710BF}" type="pres">
      <dgm:prSet presAssocID="{6D49C42E-441B-4D51-9AFB-2F0768B7509D}" presName="titleText2" presStyleLbl="fgAcc1" presStyleIdx="4" presStyleCnt="6">
        <dgm:presLayoutVars>
          <dgm:chMax val="0"/>
          <dgm:chPref val="0"/>
        </dgm:presLayoutVars>
      </dgm:prSet>
      <dgm:spPr/>
    </dgm:pt>
    <dgm:pt modelId="{87882979-6A2E-4C98-88F1-859C92B9EF21}" type="pres">
      <dgm:prSet presAssocID="{6D49C42E-441B-4D51-9AFB-2F0768B7509D}" presName="rootConnector" presStyleLbl="node3" presStyleIdx="0" presStyleCnt="0"/>
      <dgm:spPr/>
    </dgm:pt>
    <dgm:pt modelId="{C08A01FB-5CAF-4477-A24F-FA2F75493950}" type="pres">
      <dgm:prSet presAssocID="{6D49C42E-441B-4D51-9AFB-2F0768B7509D}" presName="hierChild4" presStyleCnt="0"/>
      <dgm:spPr/>
    </dgm:pt>
    <dgm:pt modelId="{F3DEC9A5-AEC5-416A-9C7E-725906EBD958}" type="pres">
      <dgm:prSet presAssocID="{6D49C42E-441B-4D51-9AFB-2F0768B7509D}" presName="hierChild5" presStyleCnt="0"/>
      <dgm:spPr/>
    </dgm:pt>
    <dgm:pt modelId="{635A1743-9BB7-4FE0-8B10-B8286BA27531}" type="pres">
      <dgm:prSet presAssocID="{0B9785F4-6951-4377-B76F-140EF7CCE903}" presName="Name37" presStyleLbl="parChTrans1D3" presStyleIdx="3" presStyleCnt="4"/>
      <dgm:spPr/>
    </dgm:pt>
    <dgm:pt modelId="{68F4DF35-43E8-4F1F-9121-A08B56C027D9}" type="pres">
      <dgm:prSet presAssocID="{599B95F0-7855-4538-A11F-A4E9C5E59C26}" presName="hierRoot2" presStyleCnt="0">
        <dgm:presLayoutVars>
          <dgm:hierBranch val="init"/>
        </dgm:presLayoutVars>
      </dgm:prSet>
      <dgm:spPr/>
    </dgm:pt>
    <dgm:pt modelId="{92E4E08E-BECE-4CB4-93E7-66C0DF6B71F4}" type="pres">
      <dgm:prSet presAssocID="{599B95F0-7855-4538-A11F-A4E9C5E59C26}" presName="rootComposite" presStyleCnt="0"/>
      <dgm:spPr/>
    </dgm:pt>
    <dgm:pt modelId="{5824FA65-A9B5-4CE7-8F66-9E642109DDE7}" type="pres">
      <dgm:prSet presAssocID="{599B95F0-7855-4538-A11F-A4E9C5E59C26}" presName="rootText" presStyleLbl="node1" presStyleIdx="5" presStyleCnt="6">
        <dgm:presLayoutVars>
          <dgm:chMax/>
          <dgm:chPref val="3"/>
        </dgm:presLayoutVars>
      </dgm:prSet>
      <dgm:spPr/>
    </dgm:pt>
    <dgm:pt modelId="{EFC327A1-20CF-4457-A7F1-1CEEF5D3334D}" type="pres">
      <dgm:prSet presAssocID="{599B95F0-7855-4538-A11F-A4E9C5E59C26}" presName="titleText2" presStyleLbl="fgAcc1" presStyleIdx="5" presStyleCnt="6">
        <dgm:presLayoutVars>
          <dgm:chMax val="0"/>
          <dgm:chPref val="0"/>
        </dgm:presLayoutVars>
      </dgm:prSet>
      <dgm:spPr/>
    </dgm:pt>
    <dgm:pt modelId="{2C1438CB-FF1E-42F4-B7BC-1CC1C4FB73B6}" type="pres">
      <dgm:prSet presAssocID="{599B95F0-7855-4538-A11F-A4E9C5E59C26}" presName="rootConnector" presStyleLbl="node3" presStyleIdx="0" presStyleCnt="0"/>
      <dgm:spPr/>
    </dgm:pt>
    <dgm:pt modelId="{E341A003-9579-410D-9DF9-3C4938B4BEE6}" type="pres">
      <dgm:prSet presAssocID="{599B95F0-7855-4538-A11F-A4E9C5E59C26}" presName="hierChild4" presStyleCnt="0"/>
      <dgm:spPr/>
    </dgm:pt>
    <dgm:pt modelId="{1DB01888-B694-4476-919F-F61501794F6F}" type="pres">
      <dgm:prSet presAssocID="{599B95F0-7855-4538-A11F-A4E9C5E59C26}" presName="hierChild5" presStyleCnt="0"/>
      <dgm:spPr/>
    </dgm:pt>
    <dgm:pt modelId="{B19D27D3-5DFF-4AB8-91AF-C01C01DEEF49}" type="pres">
      <dgm:prSet presAssocID="{3AD03505-BCF5-4676-B56B-7B21AE8CF774}" presName="hierChild5" presStyleCnt="0"/>
      <dgm:spPr/>
    </dgm:pt>
    <dgm:pt modelId="{AD8E9508-89DD-4C64-BAF9-64B9CC3B20BF}" type="pres">
      <dgm:prSet presAssocID="{CB540055-5F05-4C46-8495-32B938D2A3F9}" presName="hierChild3" presStyleCnt="0"/>
      <dgm:spPr/>
    </dgm:pt>
  </dgm:ptLst>
  <dgm:cxnLst>
    <dgm:cxn modelId="{7DDE5A05-A21B-43FB-8113-DA0DAC8AB28A}" type="presOf" srcId="{6DE33367-25AC-4DBF-AE01-9249F155C386}" destId="{6113CC4C-3E68-497F-81C3-36B22073B4C2}" srcOrd="0" destOrd="0" presId="urn:microsoft.com/office/officeart/2008/layout/NameandTitleOrganizationalChart"/>
    <dgm:cxn modelId="{2C5B7208-0503-4F32-A769-EF5B33C539FD}" type="presOf" srcId="{6D49C42E-441B-4D51-9AFB-2F0768B7509D}" destId="{C045AE44-9F25-4D7D-89DC-D6605CF58B5C}" srcOrd="0" destOrd="0" presId="urn:microsoft.com/office/officeart/2008/layout/NameandTitleOrganizationalChart"/>
    <dgm:cxn modelId="{562CF408-F324-4819-8401-A50591F3C94A}" type="presOf" srcId="{97805D82-1BD8-49B4-B6FB-DEE0A16CCB71}" destId="{C78F303E-09C9-4FF2-A837-E082A3CF6B45}" srcOrd="0" destOrd="0" presId="urn:microsoft.com/office/officeart/2008/layout/NameandTitleOrganizationalChart"/>
    <dgm:cxn modelId="{ED981F09-D82D-4FAA-807D-285C72080D25}" srcId="{CB540055-5F05-4C46-8495-32B938D2A3F9}" destId="{3AD03505-BCF5-4676-B56B-7B21AE8CF774}" srcOrd="1" destOrd="0" parTransId="{780E8ACD-2FFD-44DD-9327-0F33AFE6AA0E}" sibTransId="{97805D82-1BD8-49B4-B6FB-DEE0A16CCB71}"/>
    <dgm:cxn modelId="{F85F680B-CD9D-4AE4-B6DE-694827906007}" type="presOf" srcId="{A8EA37CD-8CF7-4E8B-9E7C-ADD154FDE6BE}" destId="{75E2EEDE-3F06-406E-A5AC-C47E6B82607C}" srcOrd="0" destOrd="0" presId="urn:microsoft.com/office/officeart/2008/layout/NameandTitleOrganizationalChart"/>
    <dgm:cxn modelId="{5730A118-70E9-41EC-9D82-636C7E917E72}" type="presOf" srcId="{84F626E5-93D3-446E-8B30-D85EC090AB6B}" destId="{CABC2368-4621-4E42-B558-E014D5330F00}" srcOrd="0" destOrd="0" presId="urn:microsoft.com/office/officeart/2008/layout/NameandTitleOrganizationalChart"/>
    <dgm:cxn modelId="{3F159620-B0D9-4911-A242-07A83CC3CA84}" type="presOf" srcId="{9F032651-ED58-42C1-B05B-4AFE7FB7266F}" destId="{54DD3926-0DEE-4550-A30E-A3EF2C28F206}" srcOrd="0" destOrd="0" presId="urn:microsoft.com/office/officeart/2008/layout/NameandTitleOrganizationalChart"/>
    <dgm:cxn modelId="{58CDFD21-0EFF-4DD2-B47A-EE2527356FBC}" type="presOf" srcId="{042BA357-CB1D-4C2B-9A87-87E043519168}" destId="{EFC327A1-20CF-4457-A7F1-1CEEF5D3334D}" srcOrd="0" destOrd="0" presId="urn:microsoft.com/office/officeart/2008/layout/NameandTitleOrganizationalChart"/>
    <dgm:cxn modelId="{0F5D0025-4EC7-425C-A507-140055F0FBCF}" srcId="{AA781556-3AD1-493B-B2B9-64FD6C2B1FF9}" destId="{CB540055-5F05-4C46-8495-32B938D2A3F9}" srcOrd="0" destOrd="0" parTransId="{3C978EB4-8500-4AAB-B95A-EDDA9DE39829}" sibTransId="{1E07B839-9BA2-434B-AF9A-167B93D9B66F}"/>
    <dgm:cxn modelId="{CAAF882C-E2D3-4D68-9907-EDF0E7FAD44D}" srcId="{6CADFAED-66BD-4151-9AEE-CCCA1C3A6892}" destId="{37823B06-78CD-41DC-B52C-D773D2DA4536}" srcOrd="0" destOrd="0" parTransId="{6DE33367-25AC-4DBF-AE01-9249F155C386}" sibTransId="{E28D9989-3872-46FC-BE35-47C6DA0A1F28}"/>
    <dgm:cxn modelId="{45D8E72D-23FC-44D0-A466-D654D7383957}" type="presOf" srcId="{599B95F0-7855-4538-A11F-A4E9C5E59C26}" destId="{2C1438CB-FF1E-42F4-B7BC-1CC1C4FB73B6}" srcOrd="1" destOrd="0" presId="urn:microsoft.com/office/officeart/2008/layout/NameandTitleOrganizationalChart"/>
    <dgm:cxn modelId="{4284EB30-071A-484C-861F-6254531AEE02}" type="presOf" srcId="{6CADFAED-66BD-4151-9AEE-CCCA1C3A6892}" destId="{04ACB701-3C98-4DE5-A47D-16B80D236CD5}" srcOrd="0" destOrd="0" presId="urn:microsoft.com/office/officeart/2008/layout/NameandTitleOrganizationalChart"/>
    <dgm:cxn modelId="{35359748-8E0F-4D74-A071-41C264899667}" type="presOf" srcId="{6CADFAED-66BD-4151-9AEE-CCCA1C3A6892}" destId="{C15B3884-C9E2-45FA-8DBB-470E48CA6CE4}" srcOrd="1" destOrd="0" presId="urn:microsoft.com/office/officeart/2008/layout/NameandTitleOrganizationalChart"/>
    <dgm:cxn modelId="{590BC54C-538D-43D2-AD38-D5F930907E2F}" type="presOf" srcId="{37823B06-78CD-41DC-B52C-D773D2DA4536}" destId="{0BE2CE5C-B8E3-4202-8878-87A747745C66}" srcOrd="0" destOrd="0" presId="urn:microsoft.com/office/officeart/2008/layout/NameandTitleOrganizationalChart"/>
    <dgm:cxn modelId="{73370951-F281-4970-90CA-7767F7440528}" type="presOf" srcId="{A6CCCB93-C675-4937-870A-BF0B4F9772DF}" destId="{83CDAD0D-2C3C-40BA-B35D-57E7708763E5}" srcOrd="0" destOrd="0" presId="urn:microsoft.com/office/officeart/2008/layout/NameandTitleOrganizationalChart"/>
    <dgm:cxn modelId="{6E713D5D-7CAB-421F-BC27-12006E06125A}" type="presOf" srcId="{37823B06-78CD-41DC-B52C-D773D2DA4536}" destId="{E8284F15-EB2B-4D82-895F-BFAAABD4052A}" srcOrd="1" destOrd="0" presId="urn:microsoft.com/office/officeart/2008/layout/NameandTitleOrganizationalChart"/>
    <dgm:cxn modelId="{0F14E160-5907-4816-83D7-8D454F29C6D1}" type="presOf" srcId="{C6A0ABCC-6C07-4F03-88E5-A71635ABC569}" destId="{C6AFDFC1-9456-4839-9659-1293F62E9048}" srcOrd="0" destOrd="0" presId="urn:microsoft.com/office/officeart/2008/layout/NameandTitleOrganizationalChart"/>
    <dgm:cxn modelId="{419FD168-3937-4139-8B3B-F86DC6E0DC6D}" type="presOf" srcId="{1E07B839-9BA2-434B-AF9A-167B93D9B66F}" destId="{6B0EF5A1-2D77-460D-8678-B207FBDE6E11}" srcOrd="0" destOrd="0" presId="urn:microsoft.com/office/officeart/2008/layout/NameandTitleOrganizationalChart"/>
    <dgm:cxn modelId="{34216F6D-AB24-4D06-B81A-C029CD1138E0}" type="presOf" srcId="{5D12BF39-96CB-4F6F-9F32-5646D792D04A}" destId="{D337B9B0-083C-41CD-9E3C-CD12856710BF}" srcOrd="0" destOrd="0" presId="urn:microsoft.com/office/officeart/2008/layout/NameandTitleOrganizationalChart"/>
    <dgm:cxn modelId="{FE1BF170-19E5-43EF-99F9-16D1D3E24245}" srcId="{CB540055-5F05-4C46-8495-32B938D2A3F9}" destId="{6CADFAED-66BD-4151-9AEE-CCCA1C3A6892}" srcOrd="0" destOrd="0" parTransId="{A6CCCB93-C675-4937-870A-BF0B4F9772DF}" sibTransId="{84F626E5-93D3-446E-8B30-D85EC090AB6B}"/>
    <dgm:cxn modelId="{75BDA073-B63E-4B91-ABC1-8A436EE7E828}" type="presOf" srcId="{6D49C42E-441B-4D51-9AFB-2F0768B7509D}" destId="{87882979-6A2E-4C98-88F1-859C92B9EF21}" srcOrd="1" destOrd="0" presId="urn:microsoft.com/office/officeart/2008/layout/NameandTitleOrganizationalChart"/>
    <dgm:cxn modelId="{2B01AC79-19B8-4655-BAF8-1A77C67AADC3}" type="presOf" srcId="{0B9785F4-6951-4377-B76F-140EF7CCE903}" destId="{635A1743-9BB7-4FE0-8B10-B8286BA27531}" srcOrd="0" destOrd="0" presId="urn:microsoft.com/office/officeart/2008/layout/NameandTitleOrganizationalChart"/>
    <dgm:cxn modelId="{E6027B92-9EBC-43E9-AC01-906FDC90832C}" type="presOf" srcId="{DD5301BC-12AF-4228-94D7-C6B4F8CCB91B}" destId="{9B563FE2-DB99-4194-9E04-146F22747D1A}" srcOrd="0" destOrd="0" presId="urn:microsoft.com/office/officeart/2008/layout/NameandTitleOrganizationalChart"/>
    <dgm:cxn modelId="{6FC92195-B951-438A-AB9C-C3D8E12CF085}" type="presOf" srcId="{CB540055-5F05-4C46-8495-32B938D2A3F9}" destId="{1EEBEAC1-025C-49B7-A50D-C4AA6FFA94F6}" srcOrd="0" destOrd="0" presId="urn:microsoft.com/office/officeart/2008/layout/NameandTitleOrganizationalChart"/>
    <dgm:cxn modelId="{232D0FAD-0720-4AA6-BC9C-C7E58D8AAC74}" type="presOf" srcId="{DD5301BC-12AF-4228-94D7-C6B4F8CCB91B}" destId="{E5225769-D795-46C4-8489-138096B8C618}" srcOrd="1" destOrd="0" presId="urn:microsoft.com/office/officeart/2008/layout/NameandTitleOrganizationalChart"/>
    <dgm:cxn modelId="{B15D83B4-0597-4966-BE70-1EC6B5B6B4E3}" srcId="{6CADFAED-66BD-4151-9AEE-CCCA1C3A6892}" destId="{DD5301BC-12AF-4228-94D7-C6B4F8CCB91B}" srcOrd="1" destOrd="0" parTransId="{C6A0ABCC-6C07-4F03-88E5-A71635ABC569}" sibTransId="{A8EA37CD-8CF7-4E8B-9E7C-ADD154FDE6BE}"/>
    <dgm:cxn modelId="{81AED7B8-4B14-48E4-9776-35536359C585}" type="presOf" srcId="{780E8ACD-2FFD-44DD-9327-0F33AFE6AA0E}" destId="{A2F7FF25-A4B3-4D1F-AE4A-B1B6A5418A69}" srcOrd="0" destOrd="0" presId="urn:microsoft.com/office/officeart/2008/layout/NameandTitleOrganizationalChart"/>
    <dgm:cxn modelId="{5112BCBE-9CB9-4E68-B0FC-8F15FC199B06}" srcId="{3AD03505-BCF5-4676-B56B-7B21AE8CF774}" destId="{6D49C42E-441B-4D51-9AFB-2F0768B7509D}" srcOrd="0" destOrd="0" parTransId="{9F032651-ED58-42C1-B05B-4AFE7FB7266F}" sibTransId="{5D12BF39-96CB-4F6F-9F32-5646D792D04A}"/>
    <dgm:cxn modelId="{F48696C5-FE49-44E8-BEA9-E3EB8803D9B8}" type="presOf" srcId="{AA781556-3AD1-493B-B2B9-64FD6C2B1FF9}" destId="{78C80360-1157-469B-9944-5C0A5130830D}" srcOrd="0" destOrd="0" presId="urn:microsoft.com/office/officeart/2008/layout/NameandTitleOrganizationalChart"/>
    <dgm:cxn modelId="{33BDA8DF-823F-41F8-BEBC-F7F187253BDF}" srcId="{3AD03505-BCF5-4676-B56B-7B21AE8CF774}" destId="{599B95F0-7855-4538-A11F-A4E9C5E59C26}" srcOrd="1" destOrd="0" parTransId="{0B9785F4-6951-4377-B76F-140EF7CCE903}" sibTransId="{042BA357-CB1D-4C2B-9A87-87E043519168}"/>
    <dgm:cxn modelId="{82E72EE0-6D41-47D8-B6C6-0115D92FF866}" type="presOf" srcId="{CB540055-5F05-4C46-8495-32B938D2A3F9}" destId="{977DDC49-8801-4BC3-B2D0-BF6802E0D699}" srcOrd="1" destOrd="0" presId="urn:microsoft.com/office/officeart/2008/layout/NameandTitleOrganizationalChart"/>
    <dgm:cxn modelId="{8999B3E9-CCA3-4F1E-9BFC-8DB0B62782F2}" type="presOf" srcId="{E28D9989-3872-46FC-BE35-47C6DA0A1F28}" destId="{B5835AAA-DCD6-4C81-BEDB-1EB041DA3373}" srcOrd="0" destOrd="0" presId="urn:microsoft.com/office/officeart/2008/layout/NameandTitleOrganizationalChart"/>
    <dgm:cxn modelId="{F8F164EE-9B9F-4941-A357-854621783600}" type="presOf" srcId="{3AD03505-BCF5-4676-B56B-7B21AE8CF774}" destId="{6355D10D-A700-42F3-B746-37BF42F8F9EA}" srcOrd="0" destOrd="0" presId="urn:microsoft.com/office/officeart/2008/layout/NameandTitleOrganizationalChart"/>
    <dgm:cxn modelId="{A504C0FA-F38F-46E7-9F7B-03386D276BAC}" type="presOf" srcId="{599B95F0-7855-4538-A11F-A4E9C5E59C26}" destId="{5824FA65-A9B5-4CE7-8F66-9E642109DDE7}" srcOrd="0" destOrd="0" presId="urn:microsoft.com/office/officeart/2008/layout/NameandTitleOrganizationalChart"/>
    <dgm:cxn modelId="{663E12FB-D44A-45DB-A8CB-A6CF0558E0F1}" type="presOf" srcId="{3AD03505-BCF5-4676-B56B-7B21AE8CF774}" destId="{A2513D8B-18A0-4302-812E-28ED136A62C7}" srcOrd="1" destOrd="0" presId="urn:microsoft.com/office/officeart/2008/layout/NameandTitleOrganizationalChart"/>
    <dgm:cxn modelId="{DA7F9A1D-1C10-435A-B594-3CE4E773B2BF}" type="presParOf" srcId="{78C80360-1157-469B-9944-5C0A5130830D}" destId="{8CA4BD6F-A8DE-4D63-B1D0-9FA7BC73F34F}" srcOrd="0" destOrd="0" presId="urn:microsoft.com/office/officeart/2008/layout/NameandTitleOrganizationalChart"/>
    <dgm:cxn modelId="{97D9D60C-1797-42B4-B878-49342ABC1474}" type="presParOf" srcId="{8CA4BD6F-A8DE-4D63-B1D0-9FA7BC73F34F}" destId="{D375F2B1-6BAA-4C16-91CA-35244811E940}" srcOrd="0" destOrd="0" presId="urn:microsoft.com/office/officeart/2008/layout/NameandTitleOrganizationalChart"/>
    <dgm:cxn modelId="{15CCF1C8-C23A-40D5-8DC0-19375B023EB8}" type="presParOf" srcId="{D375F2B1-6BAA-4C16-91CA-35244811E940}" destId="{1EEBEAC1-025C-49B7-A50D-C4AA6FFA94F6}" srcOrd="0" destOrd="0" presId="urn:microsoft.com/office/officeart/2008/layout/NameandTitleOrganizationalChart"/>
    <dgm:cxn modelId="{55CBCE02-CA41-4A28-93F6-B89CE7AE4479}" type="presParOf" srcId="{D375F2B1-6BAA-4C16-91CA-35244811E940}" destId="{6B0EF5A1-2D77-460D-8678-B207FBDE6E11}" srcOrd="1" destOrd="0" presId="urn:microsoft.com/office/officeart/2008/layout/NameandTitleOrganizationalChart"/>
    <dgm:cxn modelId="{E8A7D05E-9B3A-4250-BADB-2E4593F82306}" type="presParOf" srcId="{D375F2B1-6BAA-4C16-91CA-35244811E940}" destId="{977DDC49-8801-4BC3-B2D0-BF6802E0D699}" srcOrd="2" destOrd="0" presId="urn:microsoft.com/office/officeart/2008/layout/NameandTitleOrganizationalChart"/>
    <dgm:cxn modelId="{3B7E0FE6-0E71-4B86-8A7D-DD0299926BAA}" type="presParOf" srcId="{8CA4BD6F-A8DE-4D63-B1D0-9FA7BC73F34F}" destId="{2AB33436-CCE7-480A-A6D5-C36E0AC69C41}" srcOrd="1" destOrd="0" presId="urn:microsoft.com/office/officeart/2008/layout/NameandTitleOrganizationalChart"/>
    <dgm:cxn modelId="{C79BC206-5F79-4C39-8C1E-CEF7B9637351}" type="presParOf" srcId="{2AB33436-CCE7-480A-A6D5-C36E0AC69C41}" destId="{83CDAD0D-2C3C-40BA-B35D-57E7708763E5}" srcOrd="0" destOrd="0" presId="urn:microsoft.com/office/officeart/2008/layout/NameandTitleOrganizationalChart"/>
    <dgm:cxn modelId="{61293E90-E8BA-422C-9425-7E4CD6F4FB6B}" type="presParOf" srcId="{2AB33436-CCE7-480A-A6D5-C36E0AC69C41}" destId="{5A575C0B-3569-4C08-80E5-E1066C04A878}" srcOrd="1" destOrd="0" presId="urn:microsoft.com/office/officeart/2008/layout/NameandTitleOrganizationalChart"/>
    <dgm:cxn modelId="{5A52DFC3-11C6-46E0-8204-8113195A24F0}" type="presParOf" srcId="{5A575C0B-3569-4C08-80E5-E1066C04A878}" destId="{07BF8AA6-0730-43E3-8610-05DAD6F03E9F}" srcOrd="0" destOrd="0" presId="urn:microsoft.com/office/officeart/2008/layout/NameandTitleOrganizationalChart"/>
    <dgm:cxn modelId="{7F27C229-55EB-41E5-AFEE-400766F5BF41}" type="presParOf" srcId="{07BF8AA6-0730-43E3-8610-05DAD6F03E9F}" destId="{04ACB701-3C98-4DE5-A47D-16B80D236CD5}" srcOrd="0" destOrd="0" presId="urn:microsoft.com/office/officeart/2008/layout/NameandTitleOrganizationalChart"/>
    <dgm:cxn modelId="{C3A5FCFA-19CE-464D-A346-BA31A01AB509}" type="presParOf" srcId="{07BF8AA6-0730-43E3-8610-05DAD6F03E9F}" destId="{CABC2368-4621-4E42-B558-E014D5330F00}" srcOrd="1" destOrd="0" presId="urn:microsoft.com/office/officeart/2008/layout/NameandTitleOrganizationalChart"/>
    <dgm:cxn modelId="{0E74DCA3-F7BF-4389-9F77-B11A94D0ABB8}" type="presParOf" srcId="{07BF8AA6-0730-43E3-8610-05DAD6F03E9F}" destId="{C15B3884-C9E2-45FA-8DBB-470E48CA6CE4}" srcOrd="2" destOrd="0" presId="urn:microsoft.com/office/officeart/2008/layout/NameandTitleOrganizationalChart"/>
    <dgm:cxn modelId="{27BE82DC-68F2-446B-93C4-3F5E86CBBF6B}" type="presParOf" srcId="{5A575C0B-3569-4C08-80E5-E1066C04A878}" destId="{3FA1677C-5D18-4B1C-B875-7CA22A3CE138}" srcOrd="1" destOrd="0" presId="urn:microsoft.com/office/officeart/2008/layout/NameandTitleOrganizationalChart"/>
    <dgm:cxn modelId="{064FB479-2298-43B8-80D0-F1EB7DEF7D82}" type="presParOf" srcId="{3FA1677C-5D18-4B1C-B875-7CA22A3CE138}" destId="{6113CC4C-3E68-497F-81C3-36B22073B4C2}" srcOrd="0" destOrd="0" presId="urn:microsoft.com/office/officeart/2008/layout/NameandTitleOrganizationalChart"/>
    <dgm:cxn modelId="{3E33F98D-B3C1-4967-8F2B-81B60FC00D6A}" type="presParOf" srcId="{3FA1677C-5D18-4B1C-B875-7CA22A3CE138}" destId="{8D9BEF9B-8893-408F-A015-A2AAE54D675B}" srcOrd="1" destOrd="0" presId="urn:microsoft.com/office/officeart/2008/layout/NameandTitleOrganizationalChart"/>
    <dgm:cxn modelId="{9A8B1E3B-ABC1-42D5-A914-3ABF2DA65F83}" type="presParOf" srcId="{8D9BEF9B-8893-408F-A015-A2AAE54D675B}" destId="{94A6AEFF-1BEE-4989-8A85-B9C744A566B5}" srcOrd="0" destOrd="0" presId="urn:microsoft.com/office/officeart/2008/layout/NameandTitleOrganizationalChart"/>
    <dgm:cxn modelId="{6CA08F7B-097D-4624-89D3-50E960E58C7C}" type="presParOf" srcId="{94A6AEFF-1BEE-4989-8A85-B9C744A566B5}" destId="{0BE2CE5C-B8E3-4202-8878-87A747745C66}" srcOrd="0" destOrd="0" presId="urn:microsoft.com/office/officeart/2008/layout/NameandTitleOrganizationalChart"/>
    <dgm:cxn modelId="{F0A33C08-42D3-46DC-964A-E9F327BF6B0A}" type="presParOf" srcId="{94A6AEFF-1BEE-4989-8A85-B9C744A566B5}" destId="{B5835AAA-DCD6-4C81-BEDB-1EB041DA3373}" srcOrd="1" destOrd="0" presId="urn:microsoft.com/office/officeart/2008/layout/NameandTitleOrganizationalChart"/>
    <dgm:cxn modelId="{A3515096-6FB6-4581-A552-05AE251A2B17}" type="presParOf" srcId="{94A6AEFF-1BEE-4989-8A85-B9C744A566B5}" destId="{E8284F15-EB2B-4D82-895F-BFAAABD4052A}" srcOrd="2" destOrd="0" presId="urn:microsoft.com/office/officeart/2008/layout/NameandTitleOrganizationalChart"/>
    <dgm:cxn modelId="{F57EB6AF-1E90-4CA9-928B-03784ACCB067}" type="presParOf" srcId="{8D9BEF9B-8893-408F-A015-A2AAE54D675B}" destId="{3D19E834-F516-4138-9CE8-633A7B038E51}" srcOrd="1" destOrd="0" presId="urn:microsoft.com/office/officeart/2008/layout/NameandTitleOrganizationalChart"/>
    <dgm:cxn modelId="{42856E8C-6D0E-489F-8037-C70D492BC379}" type="presParOf" srcId="{8D9BEF9B-8893-408F-A015-A2AAE54D675B}" destId="{CD203E99-DB7A-44C3-9DA0-870C78D2F56C}" srcOrd="2" destOrd="0" presId="urn:microsoft.com/office/officeart/2008/layout/NameandTitleOrganizationalChart"/>
    <dgm:cxn modelId="{8CF770C0-5EC3-4482-91B3-3035C80823D1}" type="presParOf" srcId="{3FA1677C-5D18-4B1C-B875-7CA22A3CE138}" destId="{C6AFDFC1-9456-4839-9659-1293F62E9048}" srcOrd="2" destOrd="0" presId="urn:microsoft.com/office/officeart/2008/layout/NameandTitleOrganizationalChart"/>
    <dgm:cxn modelId="{9658FC4E-F4AC-42A2-8B7A-A20530474226}" type="presParOf" srcId="{3FA1677C-5D18-4B1C-B875-7CA22A3CE138}" destId="{FEF68DA8-6CF9-4B08-9B7F-80326743787C}" srcOrd="3" destOrd="0" presId="urn:microsoft.com/office/officeart/2008/layout/NameandTitleOrganizationalChart"/>
    <dgm:cxn modelId="{13A3C280-641A-47C2-83C8-3D6E1A37F049}" type="presParOf" srcId="{FEF68DA8-6CF9-4B08-9B7F-80326743787C}" destId="{C7302342-2A4E-442E-BF88-54EF1DF49C66}" srcOrd="0" destOrd="0" presId="urn:microsoft.com/office/officeart/2008/layout/NameandTitleOrganizationalChart"/>
    <dgm:cxn modelId="{D533B54E-47D9-4B89-BD6D-984B3C60723C}" type="presParOf" srcId="{C7302342-2A4E-442E-BF88-54EF1DF49C66}" destId="{9B563FE2-DB99-4194-9E04-146F22747D1A}" srcOrd="0" destOrd="0" presId="urn:microsoft.com/office/officeart/2008/layout/NameandTitleOrganizationalChart"/>
    <dgm:cxn modelId="{0426B025-3E84-428F-B27C-18CCE4193E06}" type="presParOf" srcId="{C7302342-2A4E-442E-BF88-54EF1DF49C66}" destId="{75E2EEDE-3F06-406E-A5AC-C47E6B82607C}" srcOrd="1" destOrd="0" presId="urn:microsoft.com/office/officeart/2008/layout/NameandTitleOrganizationalChart"/>
    <dgm:cxn modelId="{EEF4DB91-F87E-49DE-AE3A-C8966E22029D}" type="presParOf" srcId="{C7302342-2A4E-442E-BF88-54EF1DF49C66}" destId="{E5225769-D795-46C4-8489-138096B8C618}" srcOrd="2" destOrd="0" presId="urn:microsoft.com/office/officeart/2008/layout/NameandTitleOrganizationalChart"/>
    <dgm:cxn modelId="{3BAB09DA-6A93-494A-8730-6942FA98E7B0}" type="presParOf" srcId="{FEF68DA8-6CF9-4B08-9B7F-80326743787C}" destId="{5E94730D-1334-4A16-AAAB-B91810CB9C44}" srcOrd="1" destOrd="0" presId="urn:microsoft.com/office/officeart/2008/layout/NameandTitleOrganizationalChart"/>
    <dgm:cxn modelId="{84843868-08DF-4434-810B-09549F0506F2}" type="presParOf" srcId="{FEF68DA8-6CF9-4B08-9B7F-80326743787C}" destId="{DB4A323C-0AAF-4B91-B23E-629034841528}" srcOrd="2" destOrd="0" presId="urn:microsoft.com/office/officeart/2008/layout/NameandTitleOrganizationalChart"/>
    <dgm:cxn modelId="{3ECEB8A9-A916-4071-872B-8E51B7C338BE}" type="presParOf" srcId="{5A575C0B-3569-4C08-80E5-E1066C04A878}" destId="{42C22C73-F489-45D4-9DEB-5FC5C8D8F251}" srcOrd="2" destOrd="0" presId="urn:microsoft.com/office/officeart/2008/layout/NameandTitleOrganizationalChart"/>
    <dgm:cxn modelId="{619A4A5B-81C3-4233-A930-D2069017540A}" type="presParOf" srcId="{2AB33436-CCE7-480A-A6D5-C36E0AC69C41}" destId="{A2F7FF25-A4B3-4D1F-AE4A-B1B6A5418A69}" srcOrd="2" destOrd="0" presId="urn:microsoft.com/office/officeart/2008/layout/NameandTitleOrganizationalChart"/>
    <dgm:cxn modelId="{AE5578CF-B945-424F-83AA-9878999391E7}" type="presParOf" srcId="{2AB33436-CCE7-480A-A6D5-C36E0AC69C41}" destId="{2C7FE21C-2F05-4A90-A338-173933A19AF3}" srcOrd="3" destOrd="0" presId="urn:microsoft.com/office/officeart/2008/layout/NameandTitleOrganizationalChart"/>
    <dgm:cxn modelId="{DE9B12CE-0B99-4EC4-B3B4-027F44CDD237}" type="presParOf" srcId="{2C7FE21C-2F05-4A90-A338-173933A19AF3}" destId="{C86A6DBB-6601-4A31-B7B6-9B3737439ECB}" srcOrd="0" destOrd="0" presId="urn:microsoft.com/office/officeart/2008/layout/NameandTitleOrganizationalChart"/>
    <dgm:cxn modelId="{72A5FE9F-1A99-4F2C-919F-26E784F7F671}" type="presParOf" srcId="{C86A6DBB-6601-4A31-B7B6-9B3737439ECB}" destId="{6355D10D-A700-42F3-B746-37BF42F8F9EA}" srcOrd="0" destOrd="0" presId="urn:microsoft.com/office/officeart/2008/layout/NameandTitleOrganizationalChart"/>
    <dgm:cxn modelId="{13D01283-B3CE-4741-89C0-75A4D8C44C6F}" type="presParOf" srcId="{C86A6DBB-6601-4A31-B7B6-9B3737439ECB}" destId="{C78F303E-09C9-4FF2-A837-E082A3CF6B45}" srcOrd="1" destOrd="0" presId="urn:microsoft.com/office/officeart/2008/layout/NameandTitleOrganizationalChart"/>
    <dgm:cxn modelId="{540F4C17-895A-470F-BD8E-DC369429DFE2}" type="presParOf" srcId="{C86A6DBB-6601-4A31-B7B6-9B3737439ECB}" destId="{A2513D8B-18A0-4302-812E-28ED136A62C7}" srcOrd="2" destOrd="0" presId="urn:microsoft.com/office/officeart/2008/layout/NameandTitleOrganizationalChart"/>
    <dgm:cxn modelId="{B2C4C722-4F75-4727-B9DA-062402252DEF}" type="presParOf" srcId="{2C7FE21C-2F05-4A90-A338-173933A19AF3}" destId="{478D6E14-963F-43A2-A042-5A90CA685ACF}" srcOrd="1" destOrd="0" presId="urn:microsoft.com/office/officeart/2008/layout/NameandTitleOrganizationalChart"/>
    <dgm:cxn modelId="{0DCF711B-3828-4DEC-94DE-50088170DEC9}" type="presParOf" srcId="{478D6E14-963F-43A2-A042-5A90CA685ACF}" destId="{54DD3926-0DEE-4550-A30E-A3EF2C28F206}" srcOrd="0" destOrd="0" presId="urn:microsoft.com/office/officeart/2008/layout/NameandTitleOrganizationalChart"/>
    <dgm:cxn modelId="{23B78B2C-72AD-4652-97FE-DB34C3FDB846}" type="presParOf" srcId="{478D6E14-963F-43A2-A042-5A90CA685ACF}" destId="{FFFD6356-3F9A-4F56-AE8D-D1CF126137DA}" srcOrd="1" destOrd="0" presId="urn:microsoft.com/office/officeart/2008/layout/NameandTitleOrganizationalChart"/>
    <dgm:cxn modelId="{117DD308-75D1-4E1C-888D-A34F69E3C6DD}" type="presParOf" srcId="{FFFD6356-3F9A-4F56-AE8D-D1CF126137DA}" destId="{183A89D1-E038-4BC0-8F93-3657CEA9A541}" srcOrd="0" destOrd="0" presId="urn:microsoft.com/office/officeart/2008/layout/NameandTitleOrganizationalChart"/>
    <dgm:cxn modelId="{BD99A19D-A70C-44A8-BB33-7884A657FFE8}" type="presParOf" srcId="{183A89D1-E038-4BC0-8F93-3657CEA9A541}" destId="{C045AE44-9F25-4D7D-89DC-D6605CF58B5C}" srcOrd="0" destOrd="0" presId="urn:microsoft.com/office/officeart/2008/layout/NameandTitleOrganizationalChart"/>
    <dgm:cxn modelId="{A823B5C8-7CC8-4E70-BDA4-E33A0619F963}" type="presParOf" srcId="{183A89D1-E038-4BC0-8F93-3657CEA9A541}" destId="{D337B9B0-083C-41CD-9E3C-CD12856710BF}" srcOrd="1" destOrd="0" presId="urn:microsoft.com/office/officeart/2008/layout/NameandTitleOrganizationalChart"/>
    <dgm:cxn modelId="{0224053C-0B83-4AED-A01B-A11353632129}" type="presParOf" srcId="{183A89D1-E038-4BC0-8F93-3657CEA9A541}" destId="{87882979-6A2E-4C98-88F1-859C92B9EF21}" srcOrd="2" destOrd="0" presId="urn:microsoft.com/office/officeart/2008/layout/NameandTitleOrganizationalChart"/>
    <dgm:cxn modelId="{EC0C1058-DD03-44EC-8317-732068B35932}" type="presParOf" srcId="{FFFD6356-3F9A-4F56-AE8D-D1CF126137DA}" destId="{C08A01FB-5CAF-4477-A24F-FA2F75493950}" srcOrd="1" destOrd="0" presId="urn:microsoft.com/office/officeart/2008/layout/NameandTitleOrganizationalChart"/>
    <dgm:cxn modelId="{3F3A1240-08B2-4415-8E60-BF4CF555A92A}" type="presParOf" srcId="{FFFD6356-3F9A-4F56-AE8D-D1CF126137DA}" destId="{F3DEC9A5-AEC5-416A-9C7E-725906EBD958}" srcOrd="2" destOrd="0" presId="urn:microsoft.com/office/officeart/2008/layout/NameandTitleOrganizationalChart"/>
    <dgm:cxn modelId="{D244FDA4-76A1-4457-859E-CEF36991590C}" type="presParOf" srcId="{478D6E14-963F-43A2-A042-5A90CA685ACF}" destId="{635A1743-9BB7-4FE0-8B10-B8286BA27531}" srcOrd="2" destOrd="0" presId="urn:microsoft.com/office/officeart/2008/layout/NameandTitleOrganizationalChart"/>
    <dgm:cxn modelId="{014AD757-5F72-4BB5-BBFD-CB5C3B462D90}" type="presParOf" srcId="{478D6E14-963F-43A2-A042-5A90CA685ACF}" destId="{68F4DF35-43E8-4F1F-9121-A08B56C027D9}" srcOrd="3" destOrd="0" presId="urn:microsoft.com/office/officeart/2008/layout/NameandTitleOrganizationalChart"/>
    <dgm:cxn modelId="{03D1EB7C-EF8C-43CA-83E2-90CF8A7AD62E}" type="presParOf" srcId="{68F4DF35-43E8-4F1F-9121-A08B56C027D9}" destId="{92E4E08E-BECE-4CB4-93E7-66C0DF6B71F4}" srcOrd="0" destOrd="0" presId="urn:microsoft.com/office/officeart/2008/layout/NameandTitleOrganizationalChart"/>
    <dgm:cxn modelId="{DCAAEF6F-C874-43D7-B890-6B10BF68FF14}" type="presParOf" srcId="{92E4E08E-BECE-4CB4-93E7-66C0DF6B71F4}" destId="{5824FA65-A9B5-4CE7-8F66-9E642109DDE7}" srcOrd="0" destOrd="0" presId="urn:microsoft.com/office/officeart/2008/layout/NameandTitleOrganizationalChart"/>
    <dgm:cxn modelId="{B003641E-810E-42FB-A566-B923C38E85E9}" type="presParOf" srcId="{92E4E08E-BECE-4CB4-93E7-66C0DF6B71F4}" destId="{EFC327A1-20CF-4457-A7F1-1CEEF5D3334D}" srcOrd="1" destOrd="0" presId="urn:microsoft.com/office/officeart/2008/layout/NameandTitleOrganizationalChart"/>
    <dgm:cxn modelId="{50AA3B54-B9D8-43A9-BE55-D47347A9D821}" type="presParOf" srcId="{92E4E08E-BECE-4CB4-93E7-66C0DF6B71F4}" destId="{2C1438CB-FF1E-42F4-B7BC-1CC1C4FB73B6}" srcOrd="2" destOrd="0" presId="urn:microsoft.com/office/officeart/2008/layout/NameandTitleOrganizationalChart"/>
    <dgm:cxn modelId="{789B1F35-EE09-4EA6-91D0-2FCC074866EE}" type="presParOf" srcId="{68F4DF35-43E8-4F1F-9121-A08B56C027D9}" destId="{E341A003-9579-410D-9DF9-3C4938B4BEE6}" srcOrd="1" destOrd="0" presId="urn:microsoft.com/office/officeart/2008/layout/NameandTitleOrganizationalChart"/>
    <dgm:cxn modelId="{97BD1FE5-AE5E-4399-ACBE-F33C49D1E425}" type="presParOf" srcId="{68F4DF35-43E8-4F1F-9121-A08B56C027D9}" destId="{1DB01888-B694-4476-919F-F61501794F6F}" srcOrd="2" destOrd="0" presId="urn:microsoft.com/office/officeart/2008/layout/NameandTitleOrganizationalChart"/>
    <dgm:cxn modelId="{8BA4103B-802E-408E-B983-56A94B590088}" type="presParOf" srcId="{2C7FE21C-2F05-4A90-A338-173933A19AF3}" destId="{B19D27D3-5DFF-4AB8-91AF-C01C01DEEF49}" srcOrd="2" destOrd="0" presId="urn:microsoft.com/office/officeart/2008/layout/NameandTitleOrganizationalChart"/>
    <dgm:cxn modelId="{113D800B-45D8-4672-8BB4-A7B79C586A21}" type="presParOf" srcId="{8CA4BD6F-A8DE-4D63-B1D0-9FA7BC73F34F}" destId="{AD8E9508-89DD-4C64-BAF9-64B9CC3B20BF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A1743-9BB7-4FE0-8B10-B8286BA27531}">
      <dsp:nvSpPr>
        <dsp:cNvPr id="0" name=""/>
        <dsp:cNvSpPr/>
      </dsp:nvSpPr>
      <dsp:spPr>
        <a:xfrm>
          <a:off x="7468938" y="2440896"/>
          <a:ext cx="1226692" cy="547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122"/>
              </a:lnTo>
              <a:lnTo>
                <a:pt x="1226692" y="326122"/>
              </a:lnTo>
              <a:lnTo>
                <a:pt x="1226692" y="547043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DD3926-0DEE-4550-A30E-A3EF2C28F206}">
      <dsp:nvSpPr>
        <dsp:cNvPr id="0" name=""/>
        <dsp:cNvSpPr/>
      </dsp:nvSpPr>
      <dsp:spPr>
        <a:xfrm>
          <a:off x="6242245" y="2440896"/>
          <a:ext cx="1226692" cy="547043"/>
        </a:xfrm>
        <a:custGeom>
          <a:avLst/>
          <a:gdLst/>
          <a:ahLst/>
          <a:cxnLst/>
          <a:rect l="0" t="0" r="0" b="0"/>
          <a:pathLst>
            <a:path>
              <a:moveTo>
                <a:pt x="1226692" y="0"/>
              </a:moveTo>
              <a:lnTo>
                <a:pt x="1226692" y="326122"/>
              </a:lnTo>
              <a:lnTo>
                <a:pt x="0" y="326122"/>
              </a:lnTo>
              <a:lnTo>
                <a:pt x="0" y="547043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7FF25-A4B3-4D1F-AE4A-B1B6A5418A69}">
      <dsp:nvSpPr>
        <dsp:cNvPr id="0" name=""/>
        <dsp:cNvSpPr/>
      </dsp:nvSpPr>
      <dsp:spPr>
        <a:xfrm>
          <a:off x="5015553" y="947046"/>
          <a:ext cx="2453384" cy="547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122"/>
              </a:lnTo>
              <a:lnTo>
                <a:pt x="2453384" y="326122"/>
              </a:lnTo>
              <a:lnTo>
                <a:pt x="2453384" y="5470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FDFC1-9456-4839-9659-1293F62E9048}">
      <dsp:nvSpPr>
        <dsp:cNvPr id="0" name=""/>
        <dsp:cNvSpPr/>
      </dsp:nvSpPr>
      <dsp:spPr>
        <a:xfrm>
          <a:off x="2562169" y="2440896"/>
          <a:ext cx="1226692" cy="547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122"/>
              </a:lnTo>
              <a:lnTo>
                <a:pt x="1226692" y="326122"/>
              </a:lnTo>
              <a:lnTo>
                <a:pt x="1226692" y="547043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3CC4C-3E68-497F-81C3-36B22073B4C2}">
      <dsp:nvSpPr>
        <dsp:cNvPr id="0" name=""/>
        <dsp:cNvSpPr/>
      </dsp:nvSpPr>
      <dsp:spPr>
        <a:xfrm>
          <a:off x="1335477" y="2440896"/>
          <a:ext cx="1226692" cy="547043"/>
        </a:xfrm>
        <a:custGeom>
          <a:avLst/>
          <a:gdLst/>
          <a:ahLst/>
          <a:cxnLst/>
          <a:rect l="0" t="0" r="0" b="0"/>
          <a:pathLst>
            <a:path>
              <a:moveTo>
                <a:pt x="1226692" y="0"/>
              </a:moveTo>
              <a:lnTo>
                <a:pt x="1226692" y="326122"/>
              </a:lnTo>
              <a:lnTo>
                <a:pt x="0" y="326122"/>
              </a:lnTo>
              <a:lnTo>
                <a:pt x="0" y="547043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CDAD0D-2C3C-40BA-B35D-57E7708763E5}">
      <dsp:nvSpPr>
        <dsp:cNvPr id="0" name=""/>
        <dsp:cNvSpPr/>
      </dsp:nvSpPr>
      <dsp:spPr>
        <a:xfrm>
          <a:off x="2562169" y="947046"/>
          <a:ext cx="2453384" cy="547043"/>
        </a:xfrm>
        <a:custGeom>
          <a:avLst/>
          <a:gdLst/>
          <a:ahLst/>
          <a:cxnLst/>
          <a:rect l="0" t="0" r="0" b="0"/>
          <a:pathLst>
            <a:path>
              <a:moveTo>
                <a:pt x="2453384" y="0"/>
              </a:moveTo>
              <a:lnTo>
                <a:pt x="2453384" y="326122"/>
              </a:lnTo>
              <a:lnTo>
                <a:pt x="0" y="326122"/>
              </a:lnTo>
              <a:lnTo>
                <a:pt x="0" y="5470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EBEAC1-025C-49B7-A50D-C4AA6FFA94F6}">
      <dsp:nvSpPr>
        <dsp:cNvPr id="0" name=""/>
        <dsp:cNvSpPr/>
      </dsp:nvSpPr>
      <dsp:spPr>
        <a:xfrm>
          <a:off x="4101216" y="24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Molten or aqueous?</a:t>
          </a:r>
        </a:p>
      </dsp:txBody>
      <dsp:txXfrm>
        <a:off x="4101216" y="240"/>
        <a:ext cx="1828673" cy="946806"/>
      </dsp:txXfrm>
    </dsp:sp>
    <dsp:sp modelId="{6B0EF5A1-2D77-460D-8678-B207FBDE6E11}">
      <dsp:nvSpPr>
        <dsp:cNvPr id="0" name=""/>
        <dsp:cNvSpPr/>
      </dsp:nvSpPr>
      <dsp:spPr>
        <a:xfrm>
          <a:off x="4466951" y="73664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466951" y="736645"/>
        <a:ext cx="1645806" cy="315602"/>
      </dsp:txXfrm>
    </dsp:sp>
    <dsp:sp modelId="{04ACB701-3C98-4DE5-A47D-16B80D236CD5}">
      <dsp:nvSpPr>
        <dsp:cNvPr id="0" name=""/>
        <dsp:cNvSpPr/>
      </dsp:nvSpPr>
      <dsp:spPr>
        <a:xfrm>
          <a:off x="1647832" y="149409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Is the cation from a non-reactive metal?</a:t>
          </a:r>
        </a:p>
      </dsp:txBody>
      <dsp:txXfrm>
        <a:off x="1647832" y="1494090"/>
        <a:ext cx="1828673" cy="946806"/>
      </dsp:txXfrm>
    </dsp:sp>
    <dsp:sp modelId="{CABC2368-4621-4E42-B558-E014D5330F00}">
      <dsp:nvSpPr>
        <dsp:cNvPr id="0" name=""/>
        <dsp:cNvSpPr/>
      </dsp:nvSpPr>
      <dsp:spPr>
        <a:xfrm>
          <a:off x="2013567" y="223049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013567" y="2230495"/>
        <a:ext cx="1645806" cy="315602"/>
      </dsp:txXfrm>
    </dsp:sp>
    <dsp:sp modelId="{0BE2CE5C-B8E3-4202-8878-87A747745C66}">
      <dsp:nvSpPr>
        <dsp:cNvPr id="0" name=""/>
        <dsp:cNvSpPr/>
      </dsp:nvSpPr>
      <dsp:spPr>
        <a:xfrm>
          <a:off x="421140" y="298794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Yes</a:t>
          </a:r>
        </a:p>
      </dsp:txBody>
      <dsp:txXfrm>
        <a:off x="421140" y="2987940"/>
        <a:ext cx="1828673" cy="946806"/>
      </dsp:txXfrm>
    </dsp:sp>
    <dsp:sp modelId="{B5835AAA-DCD6-4C81-BEDB-1EB041DA3373}">
      <dsp:nvSpPr>
        <dsp:cNvPr id="0" name=""/>
        <dsp:cNvSpPr/>
      </dsp:nvSpPr>
      <dsp:spPr>
        <a:xfrm>
          <a:off x="786875" y="372434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6875" y="3724345"/>
        <a:ext cx="1645806" cy="315602"/>
      </dsp:txXfrm>
    </dsp:sp>
    <dsp:sp modelId="{9B563FE2-DB99-4194-9E04-146F22747D1A}">
      <dsp:nvSpPr>
        <dsp:cNvPr id="0" name=""/>
        <dsp:cNvSpPr/>
      </dsp:nvSpPr>
      <dsp:spPr>
        <a:xfrm>
          <a:off x="2874524" y="298794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</a:t>
          </a:r>
        </a:p>
      </dsp:txBody>
      <dsp:txXfrm>
        <a:off x="2874524" y="2987940"/>
        <a:ext cx="1828673" cy="946806"/>
      </dsp:txXfrm>
    </dsp:sp>
    <dsp:sp modelId="{75E2EEDE-3F06-406E-A5AC-C47E6B82607C}">
      <dsp:nvSpPr>
        <dsp:cNvPr id="0" name=""/>
        <dsp:cNvSpPr/>
      </dsp:nvSpPr>
      <dsp:spPr>
        <a:xfrm>
          <a:off x="3240259" y="372434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240259" y="3724345"/>
        <a:ext cx="1645806" cy="315602"/>
      </dsp:txXfrm>
    </dsp:sp>
    <dsp:sp modelId="{6355D10D-A700-42F3-B746-37BF42F8F9EA}">
      <dsp:nvSpPr>
        <dsp:cNvPr id="0" name=""/>
        <dsp:cNvSpPr/>
      </dsp:nvSpPr>
      <dsp:spPr>
        <a:xfrm>
          <a:off x="6554601" y="149409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Is the anion from a halogen?</a:t>
          </a:r>
        </a:p>
      </dsp:txBody>
      <dsp:txXfrm>
        <a:off x="6554601" y="1494090"/>
        <a:ext cx="1828673" cy="946806"/>
      </dsp:txXfrm>
    </dsp:sp>
    <dsp:sp modelId="{C78F303E-09C9-4FF2-A837-E082A3CF6B45}">
      <dsp:nvSpPr>
        <dsp:cNvPr id="0" name=""/>
        <dsp:cNvSpPr/>
      </dsp:nvSpPr>
      <dsp:spPr>
        <a:xfrm>
          <a:off x="6920335" y="223049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920335" y="2230495"/>
        <a:ext cx="1645806" cy="315602"/>
      </dsp:txXfrm>
    </dsp:sp>
    <dsp:sp modelId="{C045AE44-9F25-4D7D-89DC-D6605CF58B5C}">
      <dsp:nvSpPr>
        <dsp:cNvPr id="0" name=""/>
        <dsp:cNvSpPr/>
      </dsp:nvSpPr>
      <dsp:spPr>
        <a:xfrm>
          <a:off x="5327908" y="298794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Yes</a:t>
          </a:r>
        </a:p>
      </dsp:txBody>
      <dsp:txXfrm>
        <a:off x="5327908" y="2987940"/>
        <a:ext cx="1828673" cy="946806"/>
      </dsp:txXfrm>
    </dsp:sp>
    <dsp:sp modelId="{D337B9B0-083C-41CD-9E3C-CD12856710BF}">
      <dsp:nvSpPr>
        <dsp:cNvPr id="0" name=""/>
        <dsp:cNvSpPr/>
      </dsp:nvSpPr>
      <dsp:spPr>
        <a:xfrm>
          <a:off x="5693643" y="372434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693643" y="3724345"/>
        <a:ext cx="1645806" cy="315602"/>
      </dsp:txXfrm>
    </dsp:sp>
    <dsp:sp modelId="{5824FA65-A9B5-4CE7-8F66-9E642109DDE7}">
      <dsp:nvSpPr>
        <dsp:cNvPr id="0" name=""/>
        <dsp:cNvSpPr/>
      </dsp:nvSpPr>
      <dsp:spPr>
        <a:xfrm>
          <a:off x="7781293" y="2987940"/>
          <a:ext cx="1828673" cy="946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3360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</a:t>
          </a:r>
        </a:p>
      </dsp:txBody>
      <dsp:txXfrm>
        <a:off x="7781293" y="2987940"/>
        <a:ext cx="1828673" cy="946806"/>
      </dsp:txXfrm>
    </dsp:sp>
    <dsp:sp modelId="{EFC327A1-20CF-4457-A7F1-1CEEF5D3334D}">
      <dsp:nvSpPr>
        <dsp:cNvPr id="0" name=""/>
        <dsp:cNvSpPr/>
      </dsp:nvSpPr>
      <dsp:spPr>
        <a:xfrm>
          <a:off x="8147027" y="3724345"/>
          <a:ext cx="1645806" cy="3156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147027" y="3724345"/>
        <a:ext cx="1645806" cy="315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032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8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7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2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1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91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10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6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9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D3F13AAF-525E-4953-A67E-7B34FDB4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0C8E-9FD4-937F-BD30-0FCD49964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575967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9</a:t>
            </a:r>
            <a:r>
              <a:rPr lang="en-US"/>
              <a:t>.5 </a:t>
            </a:r>
            <a:r>
              <a:rPr lang="en-US" dirty="0"/>
              <a:t>E</a:t>
            </a:r>
            <a:r>
              <a:rPr lang="en-US" altLang="zh-CN" dirty="0"/>
              <a:t>lectrolysis in Aqueous State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7205B-1BC2-8518-13B1-DF4C32540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575967"/>
            <a:ext cx="4451347" cy="172085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350B7D8B-018A-9BB3-1D3E-0E8E3C425D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012" b="2661"/>
          <a:stretch/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6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79C8A1-C4E4-4DE9-934E-91221AC9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8748C-40F6-ED8D-FC22-8E324E2B8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87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Warm-up</a:t>
            </a:r>
            <a:endParaRPr lang="en-US"/>
          </a:p>
        </p:txBody>
      </p:sp>
      <p:pic>
        <p:nvPicPr>
          <p:cNvPr id="5" name="Picture 4" descr="Hotel bell">
            <a:extLst>
              <a:ext uri="{FF2B5EF4-FFF2-40B4-BE49-F238E27FC236}">
                <a16:creationId xmlns:a16="http://schemas.microsoft.com/office/drawing/2014/main" id="{CAD0DF5A-A3A2-CCB3-743B-816803DE6C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03" r="73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C7ED5D-77C4-4564-8B1A-E55609CF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7986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9E17-D653-2454-AB66-31ACDC2EE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986" y="2413468"/>
            <a:ext cx="6318000" cy="33650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Write the half reactions on each electrode in the following electrolytic cell</a:t>
            </a:r>
          </a:p>
          <a:p>
            <a:pPr marL="0" indent="0">
              <a:buNone/>
            </a:pPr>
            <a:r>
              <a:rPr lang="en-US" dirty="0"/>
              <a:t>	MgI</a:t>
            </a:r>
            <a:r>
              <a:rPr lang="en-US" baseline="-25000" dirty="0"/>
              <a:t>2(l)</a:t>
            </a:r>
          </a:p>
          <a:p>
            <a:pPr marL="0" indent="0">
              <a:buNone/>
            </a:pPr>
            <a:r>
              <a:rPr lang="en-US" baseline="-25000" dirty="0"/>
              <a:t>	</a:t>
            </a:r>
            <a:r>
              <a:rPr lang="en-US" dirty="0"/>
              <a:t>Ag</a:t>
            </a:r>
            <a:r>
              <a:rPr lang="en-US" baseline="-25000" dirty="0"/>
              <a:t>2</a:t>
            </a:r>
            <a:r>
              <a:rPr lang="en-US" dirty="0"/>
              <a:t>S</a:t>
            </a:r>
            <a:r>
              <a:rPr lang="en-US" baseline="-25000" dirty="0"/>
              <a:t>(l)</a:t>
            </a:r>
          </a:p>
          <a:p>
            <a:r>
              <a:rPr lang="en-US" dirty="0"/>
              <a:t>How to extract Zn from </a:t>
            </a:r>
            <a:r>
              <a:rPr lang="en-US" dirty="0" err="1"/>
              <a:t>ZnO</a:t>
            </a:r>
            <a:r>
              <a:rPr lang="en-US" dirty="0"/>
              <a:t>? How to extract gold from gold ore?</a:t>
            </a:r>
          </a:p>
          <a:p>
            <a:r>
              <a:rPr lang="en-US" dirty="0"/>
              <a:t>Recall your junior school knowledge, what the meaning of being acidic, basic, or neutral?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94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C279C8A1-C4E4-4DE9-934E-91221AC9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5889D-3192-D25A-4575-AC8732F6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87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/>
              <a:t>In today’s class, we will learn</a:t>
            </a:r>
          </a:p>
        </p:txBody>
      </p:sp>
      <p:pic>
        <p:nvPicPr>
          <p:cNvPr id="5" name="Picture 4" descr="A cat looking at the camera&#10;&#10;Description automatically generated with medium confidence">
            <a:extLst>
              <a:ext uri="{FF2B5EF4-FFF2-40B4-BE49-F238E27FC236}">
                <a16:creationId xmlns:a16="http://schemas.microsoft.com/office/drawing/2014/main" id="{0B593147-9BE2-7D49-D01F-49421CCE2E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2" r="5375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26C7ED5D-77C4-4564-8B1A-E55609CF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7986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AEDB0-1F3B-5854-26F4-E75D340B7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986" y="2413468"/>
            <a:ext cx="6318000" cy="3365032"/>
          </a:xfrm>
        </p:spPr>
        <p:txBody>
          <a:bodyPr>
            <a:normAutofit/>
          </a:bodyPr>
          <a:lstStyle/>
          <a:p>
            <a:r>
              <a:rPr lang="en-US" dirty="0"/>
              <a:t>The role of water and its ionic properties</a:t>
            </a:r>
          </a:p>
          <a:p>
            <a:r>
              <a:rPr lang="en-US" dirty="0"/>
              <a:t>How cations and anions compete in aqueous solution</a:t>
            </a:r>
          </a:p>
          <a:p>
            <a:r>
              <a:rPr lang="en-US" dirty="0"/>
              <a:t>How does solution concentration affect the product of electrolysis</a:t>
            </a:r>
          </a:p>
          <a:p>
            <a:r>
              <a:rPr lang="en-US" dirty="0"/>
              <a:t>The details of electroplating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57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79C8A1-C4E4-4DE9-934E-91221AC9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3EDCE-6058-45F1-49A8-1BCD4D6A4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87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/>
              <a:t>Water</a:t>
            </a:r>
          </a:p>
        </p:txBody>
      </p:sp>
      <p:pic>
        <p:nvPicPr>
          <p:cNvPr id="5" name="Picture 4" descr="A picture containing indoor, wall, cat, domestic cat&#10;&#10;Description automatically generated">
            <a:extLst>
              <a:ext uri="{FF2B5EF4-FFF2-40B4-BE49-F238E27FC236}">
                <a16:creationId xmlns:a16="http://schemas.microsoft.com/office/drawing/2014/main" id="{916AF785-C21F-20CA-EFB0-9E7760461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" r="2282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C7ED5D-77C4-4564-8B1A-E55609CF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7986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D839C-578E-FC4A-4D85-3AB44089A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589" y="1911015"/>
            <a:ext cx="7622381" cy="4339766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600" dirty="0"/>
              <a:t>Water is a molecular compound according to its type of bonds.</a:t>
            </a:r>
          </a:p>
          <a:p>
            <a:pPr>
              <a:lnSpc>
                <a:spcPct val="140000"/>
              </a:lnSpc>
            </a:pPr>
            <a:r>
              <a:rPr lang="en-US" sz="1600" dirty="0"/>
              <a:t>However, water undergoes a process called “autoionization”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/>
              <a:t>		H</a:t>
            </a:r>
            <a:r>
              <a:rPr lang="en-US" sz="1600" baseline="-25000" dirty="0"/>
              <a:t>2</a:t>
            </a:r>
            <a:r>
              <a:rPr lang="en-US" sz="1600" dirty="0"/>
              <a:t>O</a:t>
            </a:r>
            <a:r>
              <a:rPr lang="en-US" sz="1600" baseline="-25000" dirty="0"/>
              <a:t>(l)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H</a:t>
            </a:r>
            <a:r>
              <a:rPr lang="en-US" sz="1600" baseline="30000" dirty="0">
                <a:sym typeface="Wingdings" panose="05000000000000000000" pitchFamily="2" charset="2"/>
              </a:rPr>
              <a:t>+</a:t>
            </a:r>
            <a:r>
              <a:rPr lang="en-US" sz="1600" baseline="-25000" dirty="0">
                <a:sym typeface="Wingdings" panose="05000000000000000000" pitchFamily="2" charset="2"/>
              </a:rPr>
              <a:t> (</a:t>
            </a:r>
            <a:r>
              <a:rPr lang="en-US" sz="1600" baseline="-25000" dirty="0" err="1">
                <a:sym typeface="Wingdings" panose="05000000000000000000" pitchFamily="2" charset="2"/>
              </a:rPr>
              <a:t>aq</a:t>
            </a:r>
            <a:r>
              <a:rPr lang="en-US" sz="1600" baseline="-25000" dirty="0">
                <a:sym typeface="Wingdings" panose="05000000000000000000" pitchFamily="2" charset="2"/>
              </a:rPr>
              <a:t>)</a:t>
            </a:r>
            <a:r>
              <a:rPr lang="en-US" sz="1600" dirty="0">
                <a:sym typeface="Wingdings" panose="05000000000000000000" pitchFamily="2" charset="2"/>
              </a:rPr>
              <a:t>  + OH</a:t>
            </a:r>
            <a:r>
              <a:rPr lang="en-US" sz="1600" baseline="30000" dirty="0">
                <a:sym typeface="Wingdings" panose="05000000000000000000" pitchFamily="2" charset="2"/>
              </a:rPr>
              <a:t>-</a:t>
            </a:r>
            <a:r>
              <a:rPr lang="en-US" sz="1600" baseline="-25000" dirty="0">
                <a:sym typeface="Wingdings" panose="05000000000000000000" pitchFamily="2" charset="2"/>
              </a:rPr>
              <a:t> (</a:t>
            </a:r>
            <a:r>
              <a:rPr lang="en-US" sz="1600" baseline="-25000" dirty="0" err="1">
                <a:sym typeface="Wingdings" panose="05000000000000000000" pitchFamily="2" charset="2"/>
              </a:rPr>
              <a:t>aq</a:t>
            </a:r>
            <a:r>
              <a:rPr lang="en-US" sz="1600" baseline="-25000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ym typeface="Wingdings" panose="05000000000000000000" pitchFamily="2" charset="2"/>
              </a:rPr>
              <a:t>This process is a spontaneous process and offers water properties such as being a neutral good solvent.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ym typeface="Wingdings" panose="05000000000000000000" pitchFamily="2" charset="2"/>
              </a:rPr>
              <a:t>Link to our previous knowledge, how to explain this?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9277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038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9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37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05B1B8CD-A03A-416C-BB71-53F9ABD4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C6300-584B-1BDE-0785-F8E62A5F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10" y="560234"/>
            <a:ext cx="4457690" cy="172085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/>
            <a:r>
              <a:rPr lang="en-US" sz="4800"/>
              <a:t>Electrolytic cell in aqueous state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1420659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ELECTROLYSIS OF AQUEOUSSOLUTIONS">
            <a:extLst>
              <a:ext uri="{FF2B5EF4-FFF2-40B4-BE49-F238E27FC236}">
                <a16:creationId xmlns:a16="http://schemas.microsoft.com/office/drawing/2014/main" id="{8F25CC45-6FC9-61A4-81B7-CAAA746533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" r="-2" b="-2"/>
          <a:stretch/>
        </p:blipFill>
        <p:spPr bwMode="auto">
          <a:xfrm>
            <a:off x="541347" y="2843231"/>
            <a:ext cx="5419661" cy="347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lectrolysis of copper sulphate solution using copper electrodes Stock Photo - Alamy">
            <a:extLst>
              <a:ext uri="{FF2B5EF4-FFF2-40B4-BE49-F238E27FC236}">
                <a16:creationId xmlns:a16="http://schemas.microsoft.com/office/drawing/2014/main" id="{9A508625-7951-BAEA-106C-A90D913345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0" b="9238"/>
          <a:stretch/>
        </p:blipFill>
        <p:spPr bwMode="auto">
          <a:xfrm>
            <a:off x="6230992" y="2841312"/>
            <a:ext cx="5420012" cy="347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38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C54C-10AC-0C2F-A35B-13B4438E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412" y="0"/>
            <a:ext cx="10213200" cy="1112836"/>
          </a:xfrm>
        </p:spPr>
        <p:txBody>
          <a:bodyPr/>
          <a:lstStyle/>
          <a:p>
            <a:r>
              <a:rPr lang="en-US" dirty="0"/>
              <a:t>Let’s look at the ions in the solution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F50E8D-1F41-856C-FBFE-17D87BF2E1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081797"/>
              </p:ext>
            </p:extLst>
          </p:nvPr>
        </p:nvGraphicFramePr>
        <p:xfrm>
          <a:off x="5051932" y="1410492"/>
          <a:ext cx="7109618" cy="1598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4809">
                  <a:extLst>
                    <a:ext uri="{9D8B030D-6E8A-4147-A177-3AD203B41FA5}">
                      <a16:colId xmlns:a16="http://schemas.microsoft.com/office/drawing/2014/main" val="828490129"/>
                    </a:ext>
                  </a:extLst>
                </a:gridCol>
                <a:gridCol w="3554809">
                  <a:extLst>
                    <a:ext uri="{9D8B030D-6E8A-4147-A177-3AD203B41FA5}">
                      <a16:colId xmlns:a16="http://schemas.microsoft.com/office/drawing/2014/main" val="2288366861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r>
                        <a:rPr lang="en-US" dirty="0"/>
                        <a:t>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160758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r>
                        <a:rPr lang="en-US" dirty="0"/>
                        <a:t>Cu</a:t>
                      </a:r>
                      <a:r>
                        <a:rPr lang="en-US" baseline="30000" dirty="0"/>
                        <a:t>2+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30000" dirty="0"/>
                        <a:t>2-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8231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r>
                        <a:rPr lang="en-US" baseline="30000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OH</a:t>
                      </a:r>
                      <a:r>
                        <a:rPr lang="en-US" baseline="30000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934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AA451B-820D-1E5F-02C4-AD611C8B6994}"/>
              </a:ext>
            </a:extLst>
          </p:cNvPr>
          <p:cNvSpPr txBox="1"/>
          <p:nvPr/>
        </p:nvSpPr>
        <p:spPr>
          <a:xfrm>
            <a:off x="4972249" y="3493377"/>
            <a:ext cx="6251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is the destination of each ion, and who is going to lose or gain electrons?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626CD-F129-108C-23A0-5B8C56302E74}"/>
              </a:ext>
            </a:extLst>
          </p:cNvPr>
          <p:cNvSpPr txBox="1"/>
          <p:nvPr/>
        </p:nvSpPr>
        <p:spPr>
          <a:xfrm>
            <a:off x="5051932" y="4680251"/>
            <a:ext cx="668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Standard Reduction Potential</a:t>
            </a:r>
          </a:p>
        </p:txBody>
      </p:sp>
      <p:pic>
        <p:nvPicPr>
          <p:cNvPr id="8" name="Picture 7" descr="A cat looking through a hole in a wall&#10;&#10;Description automatically generated with low confidence">
            <a:extLst>
              <a:ext uri="{FF2B5EF4-FFF2-40B4-BE49-F238E27FC236}">
                <a16:creationId xmlns:a16="http://schemas.microsoft.com/office/drawing/2014/main" id="{45F3AACA-E89A-F476-2EBA-6D1B9049F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247" y="26189"/>
            <a:ext cx="5142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C89C-7B42-090F-8E22-2820495D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Reduction Potential</a:t>
            </a:r>
          </a:p>
        </p:txBody>
      </p:sp>
      <p:pic>
        <p:nvPicPr>
          <p:cNvPr id="2050" name="Picture 2" descr="Standard Reduction Potential Charts for Chemistry">
            <a:extLst>
              <a:ext uri="{FF2B5EF4-FFF2-40B4-BE49-F238E27FC236}">
                <a16:creationId xmlns:a16="http://schemas.microsoft.com/office/drawing/2014/main" id="{3B1B7057-C6E4-1768-98B5-2074A6D33B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25" y="1618606"/>
            <a:ext cx="3800088" cy="570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083BE3-7EC0-7158-ADE9-ACDC75E21A3D}"/>
              </a:ext>
            </a:extLst>
          </p:cNvPr>
          <p:cNvSpPr txBox="1"/>
          <p:nvPr/>
        </p:nvSpPr>
        <p:spPr>
          <a:xfrm>
            <a:off x="4370047" y="1618606"/>
            <a:ext cx="63783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simple words, standard reduction potential indicates the preference of a substance or particle to gain electrons and being reduced.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BP phase, we can simply understand this as…</a:t>
            </a:r>
          </a:p>
          <a:p>
            <a:endParaRPr lang="en-US" dirty="0"/>
          </a:p>
          <a:p>
            <a:r>
              <a:rPr lang="en-US" dirty="0"/>
              <a:t>IF THE CATION IS LESS REACTIVE THAN HYDROGEN ION, IT WILL BE REDUCED FIRST (i.e. Cu</a:t>
            </a:r>
            <a:r>
              <a:rPr lang="en-US" baseline="30000" dirty="0"/>
              <a:t>2+</a:t>
            </a:r>
            <a:r>
              <a:rPr lang="en-US" dirty="0"/>
              <a:t>, Ag</a:t>
            </a:r>
            <a:r>
              <a:rPr lang="en-US" baseline="30000" dirty="0"/>
              <a:t>+</a:t>
            </a:r>
            <a:r>
              <a:rPr lang="en-US" dirty="0"/>
              <a:t>, Au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IF THE ANION IS MORE REACTIVE THAN HYDROXIDE, IT WILL BE OXIDIZED FIRST (i.e. F</a:t>
            </a:r>
            <a:r>
              <a:rPr lang="en-US" baseline="30000" dirty="0"/>
              <a:t>- </a:t>
            </a:r>
            <a:r>
              <a:rPr lang="en-US" dirty="0"/>
              <a:t>Cl</a:t>
            </a:r>
            <a:r>
              <a:rPr lang="en-US" baseline="30000" dirty="0"/>
              <a:t>-</a:t>
            </a:r>
            <a:r>
              <a:rPr lang="en-US" dirty="0"/>
              <a:t> Br</a:t>
            </a:r>
            <a:r>
              <a:rPr lang="en-US" baseline="30000" dirty="0"/>
              <a:t>- </a:t>
            </a:r>
            <a:r>
              <a:rPr lang="en-US" dirty="0"/>
              <a:t>I</a:t>
            </a:r>
            <a:r>
              <a:rPr lang="en-US" baseline="30000" dirty="0"/>
              <a:t>-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So in CuSO</a:t>
            </a:r>
            <a:r>
              <a:rPr lang="en-US" baseline="-25000" dirty="0"/>
              <a:t>4</a:t>
            </a:r>
            <a:r>
              <a:rPr lang="en-US" baseline="30000" dirty="0"/>
              <a:t>  </a:t>
            </a:r>
            <a:r>
              <a:rPr lang="en-US" dirty="0"/>
              <a:t>example,</a:t>
            </a:r>
          </a:p>
          <a:p>
            <a:endParaRPr lang="en-US" dirty="0"/>
          </a:p>
          <a:p>
            <a:r>
              <a:rPr lang="en-US" dirty="0"/>
              <a:t>Cu</a:t>
            </a:r>
            <a:r>
              <a:rPr lang="en-US" baseline="30000" dirty="0"/>
              <a:t>2+</a:t>
            </a:r>
            <a:r>
              <a:rPr lang="en-US" dirty="0"/>
              <a:t>  +   2e</a:t>
            </a:r>
            <a:r>
              <a:rPr lang="en-US" baseline="30000" dirty="0"/>
              <a:t>-</a:t>
            </a:r>
            <a:r>
              <a:rPr lang="en-US" dirty="0"/>
              <a:t>  </a:t>
            </a:r>
            <a:r>
              <a:rPr lang="en-US" dirty="0">
                <a:sym typeface="Wingdings" panose="05000000000000000000" pitchFamily="2" charset="2"/>
              </a:rPr>
              <a:t> Cu</a:t>
            </a:r>
          </a:p>
          <a:p>
            <a:r>
              <a:rPr lang="en-US" dirty="0">
                <a:sym typeface="Wingdings" panose="05000000000000000000" pitchFamily="2" charset="2"/>
              </a:rPr>
              <a:t>4OH</a:t>
            </a:r>
            <a:r>
              <a:rPr lang="en-US" baseline="30000" dirty="0">
                <a:sym typeface="Wingdings" panose="05000000000000000000" pitchFamily="2" charset="2"/>
              </a:rPr>
              <a:t>-</a:t>
            </a:r>
            <a:r>
              <a:rPr lang="en-US" dirty="0">
                <a:sym typeface="Wingdings" panose="05000000000000000000" pitchFamily="2" charset="2"/>
              </a:rPr>
              <a:t>  -   4e</a:t>
            </a:r>
            <a:r>
              <a:rPr lang="en-US" baseline="30000" dirty="0">
                <a:sym typeface="Wingdings" panose="05000000000000000000" pitchFamily="2" charset="2"/>
              </a:rPr>
              <a:t>- </a:t>
            </a:r>
            <a:r>
              <a:rPr lang="en-US" dirty="0">
                <a:sym typeface="Wingdings" panose="05000000000000000000" pitchFamily="2" charset="2"/>
              </a:rPr>
              <a:t> O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+ 2H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3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C53D-8297-860B-DAE9-97DABF96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89D21-811C-7A1A-1F01-B6FE95FD9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on the following example, and write their half reaction on the electrodes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71A3F24-543A-B9A3-A327-CD4855A0E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00023"/>
              </p:ext>
            </p:extLst>
          </p:nvPr>
        </p:nvGraphicFramePr>
        <p:xfrm>
          <a:off x="1914194" y="25019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672266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910625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34289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Cathode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88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HCl</a:t>
                      </a:r>
                      <a:r>
                        <a:rPr lang="en-US" baseline="-25000" dirty="0"/>
                        <a:t>(</a:t>
                      </a:r>
                      <a:r>
                        <a:rPr lang="en-US" baseline="-25000" dirty="0" err="1"/>
                        <a:t>aq</a:t>
                      </a:r>
                      <a:r>
                        <a:rPr lang="en-US" baseline="-250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24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NaOH</a:t>
                      </a:r>
                      <a:r>
                        <a:rPr lang="en-US" baseline="-25000" dirty="0"/>
                        <a:t>(</a:t>
                      </a:r>
                      <a:r>
                        <a:rPr lang="en-US" baseline="-25000" dirty="0" err="1"/>
                        <a:t>aq</a:t>
                      </a:r>
                      <a:r>
                        <a:rPr lang="en-US" baseline="-250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51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CuCl</a:t>
                      </a:r>
                      <a:r>
                        <a:rPr lang="en-US" baseline="-25000" dirty="0"/>
                        <a:t>2(</a:t>
                      </a:r>
                      <a:r>
                        <a:rPr lang="en-US" baseline="-25000" dirty="0" err="1"/>
                        <a:t>aq</a:t>
                      </a:r>
                      <a:r>
                        <a:rPr lang="en-US" baseline="-250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1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SO</a:t>
                      </a:r>
                      <a:r>
                        <a:rPr lang="en-US" baseline="-25000" dirty="0"/>
                        <a:t>4(</a:t>
                      </a:r>
                      <a:r>
                        <a:rPr lang="en-US" baseline="-25000" dirty="0" err="1"/>
                        <a:t>aq</a:t>
                      </a:r>
                      <a:r>
                        <a:rPr lang="en-US" baseline="-250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4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15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EE9D4-0AFE-A018-BDF6-451608E2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mindset in problem-solving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D08FAE-AFF2-5735-66BB-01B19B47D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122148"/>
              </p:ext>
            </p:extLst>
          </p:nvPr>
        </p:nvGraphicFramePr>
        <p:xfrm>
          <a:off x="989013" y="1685925"/>
          <a:ext cx="10213975" cy="4040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6474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1727A-9B25-5F99-9CBC-C4BC64A4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9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How does concentration affect the products?</a:t>
            </a:r>
            <a:endParaRPr lang="en-US"/>
          </a:p>
        </p:txBody>
      </p:sp>
      <p:cxnSp>
        <p:nvCxnSpPr>
          <p:cNvPr id="3088" name="Straight Connector 3087">
            <a:extLst>
              <a:ext uri="{FF2B5EF4-FFF2-40B4-BE49-F238E27FC236}">
                <a16:creationId xmlns:a16="http://schemas.microsoft.com/office/drawing/2014/main" id="{16C132CB-661F-4A80-B2A5-D78FF18C0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8998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4AC3E-A7FE-FC3A-79B2-FD947EA4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98" y="2413468"/>
            <a:ext cx="6318000" cy="3365032"/>
          </a:xfrm>
        </p:spPr>
        <p:txBody>
          <a:bodyPr>
            <a:normAutofit/>
          </a:bodyPr>
          <a:lstStyle/>
          <a:p>
            <a:r>
              <a:rPr lang="en-US" dirty="0"/>
              <a:t>What are the electrolysis products of dilute NaCl solution? Concentrated NaCl solution?</a:t>
            </a:r>
          </a:p>
          <a:p>
            <a:r>
              <a:rPr lang="en-US" dirty="0"/>
              <a:t>Class-demo</a:t>
            </a:r>
          </a:p>
          <a:p>
            <a:endParaRPr lang="en-US" dirty="0"/>
          </a:p>
        </p:txBody>
      </p:sp>
      <p:pic>
        <p:nvPicPr>
          <p:cNvPr id="3074" name="Picture 2" descr="Electrolysis with U tube | Free SVG">
            <a:extLst>
              <a:ext uri="{FF2B5EF4-FFF2-40B4-BE49-F238E27FC236}">
                <a16:creationId xmlns:a16="http://schemas.microsoft.com/office/drawing/2014/main" id="{42424807-8C85-17B1-AA55-E4C56FDB40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45" r="20710"/>
          <a:stretch/>
        </p:blipFill>
        <p:spPr bwMode="auto">
          <a:xfrm>
            <a:off x="8321011" y="10"/>
            <a:ext cx="387098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360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A3F6-8DEB-4110-DB20-E37E57FC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47991-3B37-83EB-41A7-484CDB88D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function of litmus?</a:t>
            </a:r>
          </a:p>
          <a:p>
            <a:r>
              <a:rPr lang="en-US" dirty="0"/>
              <a:t>What color change can you observe?</a:t>
            </a:r>
          </a:p>
          <a:p>
            <a:r>
              <a:rPr lang="en-US" dirty="0"/>
              <a:t>What does the color change indicate?</a:t>
            </a:r>
          </a:p>
          <a:p>
            <a:r>
              <a:rPr lang="en-US" dirty="0"/>
              <a:t>What’s the final product of electrolyzing concentrated NaCl solution?</a:t>
            </a:r>
          </a:p>
          <a:p>
            <a:r>
              <a:rPr lang="en-US" dirty="0"/>
              <a:t>What conclusion can you make?</a:t>
            </a:r>
          </a:p>
        </p:txBody>
      </p:sp>
    </p:spTree>
    <p:extLst>
      <p:ext uri="{BB962C8B-B14F-4D97-AF65-F5344CB8AC3E}">
        <p14:creationId xmlns:p14="http://schemas.microsoft.com/office/powerpoint/2010/main" val="633825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8C5EE-F1AF-0D5F-B467-6972E018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Electroplating in aqueous state</a:t>
            </a:r>
            <a:endParaRPr lang="en-US"/>
          </a:p>
        </p:txBody>
      </p:sp>
      <p:pic>
        <p:nvPicPr>
          <p:cNvPr id="4098" name="Picture 2" descr="See the source image">
            <a:extLst>
              <a:ext uri="{FF2B5EF4-FFF2-40B4-BE49-F238E27FC236}">
                <a16:creationId xmlns:a16="http://schemas.microsoft.com/office/drawing/2014/main" id="{20BAE5FE-1003-C902-58BE-CB84A7A2F7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7006" y="540000"/>
            <a:ext cx="5778000" cy="5778000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CAE4BC5C-69E0-5954-C0B6-96B8A880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369" y="2877018"/>
            <a:ext cx="4078800" cy="2901482"/>
          </a:xfrm>
        </p:spPr>
        <p:txBody>
          <a:bodyPr>
            <a:normAutofit/>
          </a:bodyPr>
          <a:lstStyle/>
          <a:p>
            <a:r>
              <a:rPr lang="en-US" dirty="0"/>
              <a:t>What happens on each electrode?</a:t>
            </a:r>
          </a:p>
          <a:p>
            <a:r>
              <a:rPr lang="en-US" dirty="0"/>
              <a:t>What can you observe on each electrode?</a:t>
            </a:r>
          </a:p>
          <a:p>
            <a:r>
              <a:rPr lang="en-US" dirty="0"/>
              <a:t>Let’s do the demo!</a:t>
            </a:r>
          </a:p>
        </p:txBody>
      </p:sp>
    </p:spTree>
    <p:extLst>
      <p:ext uri="{BB962C8B-B14F-4D97-AF65-F5344CB8AC3E}">
        <p14:creationId xmlns:p14="http://schemas.microsoft.com/office/powerpoint/2010/main" val="934611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79D96-34D1-C990-8C72-CD9A83F2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9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Plenary session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C132CB-661F-4A80-B2A5-D78FF18C0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8998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4ED1-7BC3-3D87-1334-346736858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98" y="2413468"/>
            <a:ext cx="6318000" cy="3365032"/>
          </a:xfrm>
        </p:spPr>
        <p:txBody>
          <a:bodyPr>
            <a:normAutofit/>
          </a:bodyPr>
          <a:lstStyle/>
          <a:p>
            <a:r>
              <a:rPr lang="en-US" dirty="0"/>
              <a:t>Use your own words, how to derive the products of electrolysis in aqueous state?</a:t>
            </a:r>
          </a:p>
          <a:p>
            <a:r>
              <a:rPr lang="en-US" dirty="0"/>
              <a:t>How to plate copper on a stainless-steel surface?</a:t>
            </a:r>
          </a:p>
        </p:txBody>
      </p:sp>
      <p:pic>
        <p:nvPicPr>
          <p:cNvPr id="5" name="Picture 4" descr="A cat sitting on a chair&#10;&#10;Description automatically generated">
            <a:extLst>
              <a:ext uri="{FF2B5EF4-FFF2-40B4-BE49-F238E27FC236}">
                <a16:creationId xmlns:a16="http://schemas.microsoft.com/office/drawing/2014/main" id="{B15129B7-ADC1-6767-AC32-9AE258010F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" r="22836"/>
          <a:stretch/>
        </p:blipFill>
        <p:spPr>
          <a:xfrm>
            <a:off x="8321011" y="10"/>
            <a:ext cx="387098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125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LightSeedLeftStep">
      <a:dk1>
        <a:srgbClr val="000000"/>
      </a:dk1>
      <a:lt1>
        <a:srgbClr val="FFFFFF"/>
      </a:lt1>
      <a:dk2>
        <a:srgbClr val="332441"/>
      </a:dk2>
      <a:lt2>
        <a:srgbClr val="E2E8E7"/>
      </a:lt2>
      <a:accent1>
        <a:srgbClr val="C696A2"/>
      </a:accent1>
      <a:accent2>
        <a:srgbClr val="BA7FA6"/>
      </a:accent2>
      <a:accent3>
        <a:srgbClr val="C193C5"/>
      </a:accent3>
      <a:accent4>
        <a:srgbClr val="9D7FBA"/>
      </a:accent4>
      <a:accent5>
        <a:srgbClr val="9A96C6"/>
      </a:accent5>
      <a:accent6>
        <a:srgbClr val="7F92BA"/>
      </a:accent6>
      <a:hlink>
        <a:srgbClr val="568F81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14286</TotalTime>
  <Words>484</Words>
  <Application>Microsoft Macintosh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Goudy Old Style</vt:lpstr>
      <vt:lpstr>Wingdings</vt:lpstr>
      <vt:lpstr>FrostyVTI</vt:lpstr>
      <vt:lpstr>9.5 Electrolysis in Aqueous State</vt:lpstr>
      <vt:lpstr>Warm-up</vt:lpstr>
      <vt:lpstr>In today’s class, we will learn</vt:lpstr>
      <vt:lpstr>Water</vt:lpstr>
      <vt:lpstr>Electrolytic cell in aqueous state</vt:lpstr>
      <vt:lpstr>Let’s look at the ions in the solution</vt:lpstr>
      <vt:lpstr>Standard Reduction Potential</vt:lpstr>
      <vt:lpstr>Practice</vt:lpstr>
      <vt:lpstr>A mindset in problem-solving</vt:lpstr>
      <vt:lpstr>How does concentration affect the products?</vt:lpstr>
      <vt:lpstr>Demo observation</vt:lpstr>
      <vt:lpstr>Electroplating in aqueous state</vt:lpstr>
      <vt:lpstr>Plenary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8.5 Electrolysis in Aqueous State</dc:title>
  <dc:creator>Chen, Xinyu</dc:creator>
  <cp:lastModifiedBy>Xinyu Chen</cp:lastModifiedBy>
  <cp:revision>5</cp:revision>
  <dcterms:created xsi:type="dcterms:W3CDTF">2023-02-22T01:00:54Z</dcterms:created>
  <dcterms:modified xsi:type="dcterms:W3CDTF">2026-01-05T00:20:55Z</dcterms:modified>
</cp:coreProperties>
</file>