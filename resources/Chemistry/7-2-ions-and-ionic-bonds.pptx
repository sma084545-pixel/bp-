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9" r:id="rId1"/>
  </p:sldMasterIdLst>
  <p:sldIdLst>
    <p:sldId id="256" r:id="rId2"/>
    <p:sldId id="257" r:id="rId3"/>
    <p:sldId id="259" r:id="rId4"/>
    <p:sldId id="260" r:id="rId5"/>
    <p:sldId id="262" r:id="rId6"/>
    <p:sldId id="276" r:id="rId7"/>
    <p:sldId id="293" r:id="rId8"/>
    <p:sldId id="295" r:id="rId9"/>
    <p:sldId id="296" r:id="rId10"/>
    <p:sldId id="297" r:id="rId11"/>
    <p:sldId id="298" r:id="rId12"/>
    <p:sldId id="277" r:id="rId13"/>
    <p:sldId id="299" r:id="rId14"/>
    <p:sldId id="300" r:id="rId15"/>
    <p:sldId id="301" r:id="rId16"/>
    <p:sldId id="302" r:id="rId17"/>
    <p:sldId id="309" r:id="rId18"/>
    <p:sldId id="278" r:id="rId19"/>
    <p:sldId id="279" r:id="rId20"/>
    <p:sldId id="310" r:id="rId21"/>
    <p:sldId id="311" r:id="rId22"/>
    <p:sldId id="312" r:id="rId23"/>
    <p:sldId id="305" r:id="rId24"/>
    <p:sldId id="315" r:id="rId25"/>
    <p:sldId id="313" r:id="rId26"/>
    <p:sldId id="261" r:id="rId27"/>
    <p:sldId id="263" r:id="rId28"/>
    <p:sldId id="264" r:id="rId29"/>
    <p:sldId id="265" r:id="rId30"/>
    <p:sldId id="266" r:id="rId31"/>
    <p:sldId id="267" r:id="rId32"/>
    <p:sldId id="268" r:id="rId33"/>
    <p:sldId id="269" r:id="rId34"/>
    <p:sldId id="270" r:id="rId35"/>
    <p:sldId id="271" r:id="rId36"/>
    <p:sldId id="272" r:id="rId37"/>
    <p:sldId id="274" r:id="rId38"/>
    <p:sldId id="273"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999" autoAdjust="0"/>
    <p:restoredTop sz="94660"/>
  </p:normalViewPr>
  <p:slideViewPr>
    <p:cSldViewPr snapToGrid="0">
      <p:cViewPr varScale="1">
        <p:scale>
          <a:sx n="89" d="100"/>
          <a:sy n="89" d="100"/>
        </p:scale>
        <p:origin x="192" y="10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diagrams/_rels/data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colors1.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77F6FAE-37F3-4F84-901D-61A077BE377B}"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F944F4A0-4AFE-4888-A7D7-DBC178779F56}">
      <dgm:prSet/>
      <dgm:spPr/>
      <dgm:t>
        <a:bodyPr/>
        <a:lstStyle/>
        <a:p>
          <a:pPr>
            <a:lnSpc>
              <a:spcPct val="100000"/>
            </a:lnSpc>
          </a:pPr>
          <a:r>
            <a:rPr lang="en-US" dirty="0"/>
            <a:t>Understand the electron configuration by using simple dot diagram</a:t>
          </a:r>
          <a:r>
            <a:rPr lang="zh-CN" altLang="en-US" dirty="0"/>
            <a:t> </a:t>
          </a:r>
          <a:r>
            <a:rPr lang="en-US" altLang="zh-CN" dirty="0"/>
            <a:t>and orbital diagram</a:t>
          </a:r>
          <a:endParaRPr lang="en-US" dirty="0"/>
        </a:p>
      </dgm:t>
    </dgm:pt>
    <dgm:pt modelId="{A3ADD75C-98CF-429B-9E63-671603947FB9}" type="parTrans" cxnId="{574A1F87-4384-486D-B2E1-F1D88AA75F32}">
      <dgm:prSet/>
      <dgm:spPr/>
      <dgm:t>
        <a:bodyPr/>
        <a:lstStyle/>
        <a:p>
          <a:endParaRPr lang="en-US"/>
        </a:p>
      </dgm:t>
    </dgm:pt>
    <dgm:pt modelId="{7DA40F72-C69D-4B23-8787-0BF310B9F06C}" type="sibTrans" cxnId="{574A1F87-4384-486D-B2E1-F1D88AA75F32}">
      <dgm:prSet/>
      <dgm:spPr/>
      <dgm:t>
        <a:bodyPr/>
        <a:lstStyle/>
        <a:p>
          <a:endParaRPr lang="en-US"/>
        </a:p>
      </dgm:t>
    </dgm:pt>
    <dgm:pt modelId="{1E90B766-1084-43FF-8B40-62AAA51AF3FD}">
      <dgm:prSet/>
      <dgm:spPr/>
      <dgm:t>
        <a:bodyPr/>
        <a:lstStyle/>
        <a:p>
          <a:pPr>
            <a:lnSpc>
              <a:spcPct val="100000"/>
            </a:lnSpc>
          </a:pPr>
          <a:r>
            <a:rPr lang="en-US"/>
            <a:t>Use octet rules to understand the formation of ions</a:t>
          </a:r>
        </a:p>
      </dgm:t>
    </dgm:pt>
    <dgm:pt modelId="{C038B0B0-AF81-40AB-9011-82BA39AE7D34}" type="parTrans" cxnId="{AE81E583-655F-4EDF-9849-C4C408D0F711}">
      <dgm:prSet/>
      <dgm:spPr/>
      <dgm:t>
        <a:bodyPr/>
        <a:lstStyle/>
        <a:p>
          <a:endParaRPr lang="en-US"/>
        </a:p>
      </dgm:t>
    </dgm:pt>
    <dgm:pt modelId="{4450F70D-1071-45F1-8C0A-AD9A36E0B9F9}" type="sibTrans" cxnId="{AE81E583-655F-4EDF-9849-C4C408D0F711}">
      <dgm:prSet/>
      <dgm:spPr/>
      <dgm:t>
        <a:bodyPr/>
        <a:lstStyle/>
        <a:p>
          <a:endParaRPr lang="en-US"/>
        </a:p>
      </dgm:t>
    </dgm:pt>
    <dgm:pt modelId="{146FB842-473E-4EB1-A5E4-3EF3D77489D9}">
      <dgm:prSet/>
      <dgm:spPr/>
      <dgm:t>
        <a:bodyPr/>
        <a:lstStyle/>
        <a:p>
          <a:pPr>
            <a:lnSpc>
              <a:spcPct val="100000"/>
            </a:lnSpc>
          </a:pPr>
          <a:r>
            <a:rPr lang="en-US" dirty="0"/>
            <a:t>Discuss the electronic configuration and the ionic bond</a:t>
          </a:r>
        </a:p>
      </dgm:t>
    </dgm:pt>
    <dgm:pt modelId="{EC727FE0-402F-43C7-B0ED-1A73AF213CB0}" type="parTrans" cxnId="{F8FD8E8D-719A-4451-8955-8482D3F4D0AC}">
      <dgm:prSet/>
      <dgm:spPr/>
      <dgm:t>
        <a:bodyPr/>
        <a:lstStyle/>
        <a:p>
          <a:endParaRPr lang="en-US"/>
        </a:p>
      </dgm:t>
    </dgm:pt>
    <dgm:pt modelId="{EE5B8A63-EA73-469F-94CE-814A29EC639E}" type="sibTrans" cxnId="{F8FD8E8D-719A-4451-8955-8482D3F4D0AC}">
      <dgm:prSet/>
      <dgm:spPr/>
      <dgm:t>
        <a:bodyPr/>
        <a:lstStyle/>
        <a:p>
          <a:endParaRPr lang="en-US"/>
        </a:p>
      </dgm:t>
    </dgm:pt>
    <dgm:pt modelId="{DE32BE12-5D74-4B80-9026-6AD8BEFF51C8}">
      <dgm:prSet/>
      <dgm:spPr/>
      <dgm:t>
        <a:bodyPr/>
        <a:lstStyle/>
        <a:p>
          <a:pPr>
            <a:lnSpc>
              <a:spcPct val="100000"/>
            </a:lnSpc>
          </a:pPr>
          <a:r>
            <a:rPr lang="en-US"/>
            <a:t>Understand the properties of ionic bonds, and compounds containing ionic bond</a:t>
          </a:r>
        </a:p>
      </dgm:t>
    </dgm:pt>
    <dgm:pt modelId="{E0248FB5-17FD-4593-8527-81434916659E}" type="parTrans" cxnId="{8209959F-446C-4054-906D-F233137D8390}">
      <dgm:prSet/>
      <dgm:spPr/>
      <dgm:t>
        <a:bodyPr/>
        <a:lstStyle/>
        <a:p>
          <a:endParaRPr lang="en-US"/>
        </a:p>
      </dgm:t>
    </dgm:pt>
    <dgm:pt modelId="{D3B721F2-82A2-4CD2-906D-F122A8FD1D9D}" type="sibTrans" cxnId="{8209959F-446C-4054-906D-F233137D8390}">
      <dgm:prSet/>
      <dgm:spPr/>
      <dgm:t>
        <a:bodyPr/>
        <a:lstStyle/>
        <a:p>
          <a:endParaRPr lang="en-US"/>
        </a:p>
      </dgm:t>
    </dgm:pt>
    <dgm:pt modelId="{1504423F-BC9C-4285-ACB1-A54734623F60}" type="pres">
      <dgm:prSet presAssocID="{D77F6FAE-37F3-4F84-901D-61A077BE377B}" presName="root" presStyleCnt="0">
        <dgm:presLayoutVars>
          <dgm:dir/>
          <dgm:resizeHandles val="exact"/>
        </dgm:presLayoutVars>
      </dgm:prSet>
      <dgm:spPr/>
    </dgm:pt>
    <dgm:pt modelId="{756E5C24-EA1E-4258-BA29-4C81CE662C9E}" type="pres">
      <dgm:prSet presAssocID="{F944F4A0-4AFE-4888-A7D7-DBC178779F56}" presName="compNode" presStyleCnt="0"/>
      <dgm:spPr/>
    </dgm:pt>
    <dgm:pt modelId="{6DADDACF-F988-41DC-BB46-4C247E3D8EC3}" type="pres">
      <dgm:prSet presAssocID="{F944F4A0-4AFE-4888-A7D7-DBC178779F56}" presName="bgRect" presStyleLbl="bgShp" presStyleIdx="0" presStyleCnt="4"/>
      <dgm:spPr/>
    </dgm:pt>
    <dgm:pt modelId="{9B282E5B-9B36-42A1-8FF3-0B4660F7F785}" type="pres">
      <dgm:prSet presAssocID="{F944F4A0-4AFE-4888-A7D7-DBC178779F56}"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Atom"/>
        </a:ext>
      </dgm:extLst>
    </dgm:pt>
    <dgm:pt modelId="{87CC97C3-E272-4B53-A9E5-CB55E90DF9CA}" type="pres">
      <dgm:prSet presAssocID="{F944F4A0-4AFE-4888-A7D7-DBC178779F56}" presName="spaceRect" presStyleCnt="0"/>
      <dgm:spPr/>
    </dgm:pt>
    <dgm:pt modelId="{E6594F53-89B3-48EC-A6F3-454C1FCFAAF5}" type="pres">
      <dgm:prSet presAssocID="{F944F4A0-4AFE-4888-A7D7-DBC178779F56}" presName="parTx" presStyleLbl="revTx" presStyleIdx="0" presStyleCnt="4">
        <dgm:presLayoutVars>
          <dgm:chMax val="0"/>
          <dgm:chPref val="0"/>
        </dgm:presLayoutVars>
      </dgm:prSet>
      <dgm:spPr/>
    </dgm:pt>
    <dgm:pt modelId="{DBB60288-7629-4C98-8D58-F076BD22AA8C}" type="pres">
      <dgm:prSet presAssocID="{7DA40F72-C69D-4B23-8787-0BF310B9F06C}" presName="sibTrans" presStyleCnt="0"/>
      <dgm:spPr/>
    </dgm:pt>
    <dgm:pt modelId="{2135EB6A-5C52-4EA3-8F3C-9113EC3DBEC0}" type="pres">
      <dgm:prSet presAssocID="{1E90B766-1084-43FF-8B40-62AAA51AF3FD}" presName="compNode" presStyleCnt="0"/>
      <dgm:spPr/>
    </dgm:pt>
    <dgm:pt modelId="{67F0A6C9-555A-4799-B08A-15F9D4183760}" type="pres">
      <dgm:prSet presAssocID="{1E90B766-1084-43FF-8B40-62AAA51AF3FD}" presName="bgRect" presStyleLbl="bgShp" presStyleIdx="1" presStyleCnt="4"/>
      <dgm:spPr/>
    </dgm:pt>
    <dgm:pt modelId="{2DC0FA5D-9B79-48B4-BC3E-A7D60E60754A}" type="pres">
      <dgm:prSet presAssocID="{1E90B766-1084-43FF-8B40-62AAA51AF3FD}"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encil"/>
        </a:ext>
      </dgm:extLst>
    </dgm:pt>
    <dgm:pt modelId="{FEF7C0C1-5857-4162-8D34-35BAAC211E19}" type="pres">
      <dgm:prSet presAssocID="{1E90B766-1084-43FF-8B40-62AAA51AF3FD}" presName="spaceRect" presStyleCnt="0"/>
      <dgm:spPr/>
    </dgm:pt>
    <dgm:pt modelId="{8E28EA4D-2360-435F-845A-1FE8C94A9049}" type="pres">
      <dgm:prSet presAssocID="{1E90B766-1084-43FF-8B40-62AAA51AF3FD}" presName="parTx" presStyleLbl="revTx" presStyleIdx="1" presStyleCnt="4">
        <dgm:presLayoutVars>
          <dgm:chMax val="0"/>
          <dgm:chPref val="0"/>
        </dgm:presLayoutVars>
      </dgm:prSet>
      <dgm:spPr/>
    </dgm:pt>
    <dgm:pt modelId="{81C4F46E-8DEC-4045-88E6-47FB0161D861}" type="pres">
      <dgm:prSet presAssocID="{4450F70D-1071-45F1-8C0A-AD9A36E0B9F9}" presName="sibTrans" presStyleCnt="0"/>
      <dgm:spPr/>
    </dgm:pt>
    <dgm:pt modelId="{13FFD2DF-BCFD-478A-8014-C8BB8407321C}" type="pres">
      <dgm:prSet presAssocID="{146FB842-473E-4EB1-A5E4-3EF3D77489D9}" presName="compNode" presStyleCnt="0"/>
      <dgm:spPr/>
    </dgm:pt>
    <dgm:pt modelId="{4D189471-CE49-4F7A-938E-364307F59188}" type="pres">
      <dgm:prSet presAssocID="{146FB842-473E-4EB1-A5E4-3EF3D77489D9}" presName="bgRect" presStyleLbl="bgShp" presStyleIdx="2" presStyleCnt="4"/>
      <dgm:spPr/>
    </dgm:pt>
    <dgm:pt modelId="{130241EA-6161-478B-A7AD-1B53B2BF8B60}" type="pres">
      <dgm:prSet presAssocID="{146FB842-473E-4EB1-A5E4-3EF3D77489D9}"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hat"/>
        </a:ext>
      </dgm:extLst>
    </dgm:pt>
    <dgm:pt modelId="{83CAFB5C-69BC-4FC7-B7DE-64DBD99F0BF9}" type="pres">
      <dgm:prSet presAssocID="{146FB842-473E-4EB1-A5E4-3EF3D77489D9}" presName="spaceRect" presStyleCnt="0"/>
      <dgm:spPr/>
    </dgm:pt>
    <dgm:pt modelId="{54E6DB22-C8AC-49A2-AB17-7381F0CD9A61}" type="pres">
      <dgm:prSet presAssocID="{146FB842-473E-4EB1-A5E4-3EF3D77489D9}" presName="parTx" presStyleLbl="revTx" presStyleIdx="2" presStyleCnt="4">
        <dgm:presLayoutVars>
          <dgm:chMax val="0"/>
          <dgm:chPref val="0"/>
        </dgm:presLayoutVars>
      </dgm:prSet>
      <dgm:spPr/>
    </dgm:pt>
    <dgm:pt modelId="{4E377D84-5D4A-4890-8B80-A4B75D44DFB4}" type="pres">
      <dgm:prSet presAssocID="{EE5B8A63-EA73-469F-94CE-814A29EC639E}" presName="sibTrans" presStyleCnt="0"/>
      <dgm:spPr/>
    </dgm:pt>
    <dgm:pt modelId="{7C400ABD-EB54-4D1D-9ABF-0B0D98A7C301}" type="pres">
      <dgm:prSet presAssocID="{DE32BE12-5D74-4B80-9026-6AD8BEFF51C8}" presName="compNode" presStyleCnt="0"/>
      <dgm:spPr/>
    </dgm:pt>
    <dgm:pt modelId="{4528CB6D-ED72-468B-AAE2-6774988F9D62}" type="pres">
      <dgm:prSet presAssocID="{DE32BE12-5D74-4B80-9026-6AD8BEFF51C8}" presName="bgRect" presStyleLbl="bgShp" presStyleIdx="3" presStyleCnt="4"/>
      <dgm:spPr/>
    </dgm:pt>
    <dgm:pt modelId="{5E88FBA3-E8C3-4B79-9A8C-520484EED653}" type="pres">
      <dgm:prSet presAssocID="{DE32BE12-5D74-4B80-9026-6AD8BEFF51C8}"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Flask"/>
        </a:ext>
      </dgm:extLst>
    </dgm:pt>
    <dgm:pt modelId="{4BC9B09B-3721-4730-A961-4462846A09F7}" type="pres">
      <dgm:prSet presAssocID="{DE32BE12-5D74-4B80-9026-6AD8BEFF51C8}" presName="spaceRect" presStyleCnt="0"/>
      <dgm:spPr/>
    </dgm:pt>
    <dgm:pt modelId="{A8C15521-CEBA-4D49-A22B-5335B51A0340}" type="pres">
      <dgm:prSet presAssocID="{DE32BE12-5D74-4B80-9026-6AD8BEFF51C8}" presName="parTx" presStyleLbl="revTx" presStyleIdx="3" presStyleCnt="4">
        <dgm:presLayoutVars>
          <dgm:chMax val="0"/>
          <dgm:chPref val="0"/>
        </dgm:presLayoutVars>
      </dgm:prSet>
      <dgm:spPr/>
    </dgm:pt>
  </dgm:ptLst>
  <dgm:cxnLst>
    <dgm:cxn modelId="{1E7D912D-F8EE-4225-B9CE-A302A3A32D0C}" type="presOf" srcId="{146FB842-473E-4EB1-A5E4-3EF3D77489D9}" destId="{54E6DB22-C8AC-49A2-AB17-7381F0CD9A61}" srcOrd="0" destOrd="0" presId="urn:microsoft.com/office/officeart/2018/2/layout/IconVerticalSolidList"/>
    <dgm:cxn modelId="{7FCA1359-552C-4D40-A49B-B1ED84E56B9E}" type="presOf" srcId="{1E90B766-1084-43FF-8B40-62AAA51AF3FD}" destId="{8E28EA4D-2360-435F-845A-1FE8C94A9049}" srcOrd="0" destOrd="0" presId="urn:microsoft.com/office/officeart/2018/2/layout/IconVerticalSolidList"/>
    <dgm:cxn modelId="{A0DD8668-DC01-442E-8751-7EFC7E66A6DC}" type="presOf" srcId="{D77F6FAE-37F3-4F84-901D-61A077BE377B}" destId="{1504423F-BC9C-4285-ACB1-A54734623F60}" srcOrd="0" destOrd="0" presId="urn:microsoft.com/office/officeart/2018/2/layout/IconVerticalSolidList"/>
    <dgm:cxn modelId="{24EB4081-8BEE-43D6-8E43-8F7E43A63AA8}" type="presOf" srcId="{F944F4A0-4AFE-4888-A7D7-DBC178779F56}" destId="{E6594F53-89B3-48EC-A6F3-454C1FCFAAF5}" srcOrd="0" destOrd="0" presId="urn:microsoft.com/office/officeart/2018/2/layout/IconVerticalSolidList"/>
    <dgm:cxn modelId="{AE81E583-655F-4EDF-9849-C4C408D0F711}" srcId="{D77F6FAE-37F3-4F84-901D-61A077BE377B}" destId="{1E90B766-1084-43FF-8B40-62AAA51AF3FD}" srcOrd="1" destOrd="0" parTransId="{C038B0B0-AF81-40AB-9011-82BA39AE7D34}" sibTransId="{4450F70D-1071-45F1-8C0A-AD9A36E0B9F9}"/>
    <dgm:cxn modelId="{574A1F87-4384-486D-B2E1-F1D88AA75F32}" srcId="{D77F6FAE-37F3-4F84-901D-61A077BE377B}" destId="{F944F4A0-4AFE-4888-A7D7-DBC178779F56}" srcOrd="0" destOrd="0" parTransId="{A3ADD75C-98CF-429B-9E63-671603947FB9}" sibTransId="{7DA40F72-C69D-4B23-8787-0BF310B9F06C}"/>
    <dgm:cxn modelId="{F8FD8E8D-719A-4451-8955-8482D3F4D0AC}" srcId="{D77F6FAE-37F3-4F84-901D-61A077BE377B}" destId="{146FB842-473E-4EB1-A5E4-3EF3D77489D9}" srcOrd="2" destOrd="0" parTransId="{EC727FE0-402F-43C7-B0ED-1A73AF213CB0}" sibTransId="{EE5B8A63-EA73-469F-94CE-814A29EC639E}"/>
    <dgm:cxn modelId="{8209959F-446C-4054-906D-F233137D8390}" srcId="{D77F6FAE-37F3-4F84-901D-61A077BE377B}" destId="{DE32BE12-5D74-4B80-9026-6AD8BEFF51C8}" srcOrd="3" destOrd="0" parTransId="{E0248FB5-17FD-4593-8527-81434916659E}" sibTransId="{D3B721F2-82A2-4CD2-906D-F122A8FD1D9D}"/>
    <dgm:cxn modelId="{EEF3CEA5-E92C-4870-916C-9245C4FBF2B1}" type="presOf" srcId="{DE32BE12-5D74-4B80-9026-6AD8BEFF51C8}" destId="{A8C15521-CEBA-4D49-A22B-5335B51A0340}" srcOrd="0" destOrd="0" presId="urn:microsoft.com/office/officeart/2018/2/layout/IconVerticalSolidList"/>
    <dgm:cxn modelId="{D27424AA-E32F-4C36-989E-DAF7D67C4C1F}" type="presParOf" srcId="{1504423F-BC9C-4285-ACB1-A54734623F60}" destId="{756E5C24-EA1E-4258-BA29-4C81CE662C9E}" srcOrd="0" destOrd="0" presId="urn:microsoft.com/office/officeart/2018/2/layout/IconVerticalSolidList"/>
    <dgm:cxn modelId="{9111A652-89E0-4F5C-B9E7-A06A56C646EB}" type="presParOf" srcId="{756E5C24-EA1E-4258-BA29-4C81CE662C9E}" destId="{6DADDACF-F988-41DC-BB46-4C247E3D8EC3}" srcOrd="0" destOrd="0" presId="urn:microsoft.com/office/officeart/2018/2/layout/IconVerticalSolidList"/>
    <dgm:cxn modelId="{026C4CCD-61F6-4D1C-92C8-E387B12569F5}" type="presParOf" srcId="{756E5C24-EA1E-4258-BA29-4C81CE662C9E}" destId="{9B282E5B-9B36-42A1-8FF3-0B4660F7F785}" srcOrd="1" destOrd="0" presId="urn:microsoft.com/office/officeart/2018/2/layout/IconVerticalSolidList"/>
    <dgm:cxn modelId="{A41E6EAF-884F-4472-A1CC-CCECC65B35FA}" type="presParOf" srcId="{756E5C24-EA1E-4258-BA29-4C81CE662C9E}" destId="{87CC97C3-E272-4B53-A9E5-CB55E90DF9CA}" srcOrd="2" destOrd="0" presId="urn:microsoft.com/office/officeart/2018/2/layout/IconVerticalSolidList"/>
    <dgm:cxn modelId="{D2DDE64F-5833-4791-9B49-C6D7717FC4BA}" type="presParOf" srcId="{756E5C24-EA1E-4258-BA29-4C81CE662C9E}" destId="{E6594F53-89B3-48EC-A6F3-454C1FCFAAF5}" srcOrd="3" destOrd="0" presId="urn:microsoft.com/office/officeart/2018/2/layout/IconVerticalSolidList"/>
    <dgm:cxn modelId="{E1551368-48C7-4EFE-8EC8-4BAD0545A340}" type="presParOf" srcId="{1504423F-BC9C-4285-ACB1-A54734623F60}" destId="{DBB60288-7629-4C98-8D58-F076BD22AA8C}" srcOrd="1" destOrd="0" presId="urn:microsoft.com/office/officeart/2018/2/layout/IconVerticalSolidList"/>
    <dgm:cxn modelId="{3251D959-E033-4410-BBFC-E4E4BBAF903D}" type="presParOf" srcId="{1504423F-BC9C-4285-ACB1-A54734623F60}" destId="{2135EB6A-5C52-4EA3-8F3C-9113EC3DBEC0}" srcOrd="2" destOrd="0" presId="urn:microsoft.com/office/officeart/2018/2/layout/IconVerticalSolidList"/>
    <dgm:cxn modelId="{F9BFA949-2774-4935-9A59-4125570445B2}" type="presParOf" srcId="{2135EB6A-5C52-4EA3-8F3C-9113EC3DBEC0}" destId="{67F0A6C9-555A-4799-B08A-15F9D4183760}" srcOrd="0" destOrd="0" presId="urn:microsoft.com/office/officeart/2018/2/layout/IconVerticalSolidList"/>
    <dgm:cxn modelId="{2CA47DE4-72D9-4FA7-9BE7-6480E2938774}" type="presParOf" srcId="{2135EB6A-5C52-4EA3-8F3C-9113EC3DBEC0}" destId="{2DC0FA5D-9B79-48B4-BC3E-A7D60E60754A}" srcOrd="1" destOrd="0" presId="urn:microsoft.com/office/officeart/2018/2/layout/IconVerticalSolidList"/>
    <dgm:cxn modelId="{A01EB6D2-CF45-4A24-B7EE-660D5693D989}" type="presParOf" srcId="{2135EB6A-5C52-4EA3-8F3C-9113EC3DBEC0}" destId="{FEF7C0C1-5857-4162-8D34-35BAAC211E19}" srcOrd="2" destOrd="0" presId="urn:microsoft.com/office/officeart/2018/2/layout/IconVerticalSolidList"/>
    <dgm:cxn modelId="{4FA246CC-92BD-44D4-87A2-55D7BE79963C}" type="presParOf" srcId="{2135EB6A-5C52-4EA3-8F3C-9113EC3DBEC0}" destId="{8E28EA4D-2360-435F-845A-1FE8C94A9049}" srcOrd="3" destOrd="0" presId="urn:microsoft.com/office/officeart/2018/2/layout/IconVerticalSolidList"/>
    <dgm:cxn modelId="{9A94664C-B152-402F-9D07-517D1280E32D}" type="presParOf" srcId="{1504423F-BC9C-4285-ACB1-A54734623F60}" destId="{81C4F46E-8DEC-4045-88E6-47FB0161D861}" srcOrd="3" destOrd="0" presId="urn:microsoft.com/office/officeart/2018/2/layout/IconVerticalSolidList"/>
    <dgm:cxn modelId="{E560139F-D51F-4BD6-AF04-137F47E9CB09}" type="presParOf" srcId="{1504423F-BC9C-4285-ACB1-A54734623F60}" destId="{13FFD2DF-BCFD-478A-8014-C8BB8407321C}" srcOrd="4" destOrd="0" presId="urn:microsoft.com/office/officeart/2018/2/layout/IconVerticalSolidList"/>
    <dgm:cxn modelId="{A11F278A-DFBC-4752-8B5C-114C96691B1F}" type="presParOf" srcId="{13FFD2DF-BCFD-478A-8014-C8BB8407321C}" destId="{4D189471-CE49-4F7A-938E-364307F59188}" srcOrd="0" destOrd="0" presId="urn:microsoft.com/office/officeart/2018/2/layout/IconVerticalSolidList"/>
    <dgm:cxn modelId="{64B5FF92-EB60-4AD0-8B8F-2E4F62AC5B79}" type="presParOf" srcId="{13FFD2DF-BCFD-478A-8014-C8BB8407321C}" destId="{130241EA-6161-478B-A7AD-1B53B2BF8B60}" srcOrd="1" destOrd="0" presId="urn:microsoft.com/office/officeart/2018/2/layout/IconVerticalSolidList"/>
    <dgm:cxn modelId="{7618D6E9-F485-41BC-B603-754FF6351E87}" type="presParOf" srcId="{13FFD2DF-BCFD-478A-8014-C8BB8407321C}" destId="{83CAFB5C-69BC-4FC7-B7DE-64DBD99F0BF9}" srcOrd="2" destOrd="0" presId="urn:microsoft.com/office/officeart/2018/2/layout/IconVerticalSolidList"/>
    <dgm:cxn modelId="{C1E6BF03-DC0F-4626-B3E0-832F179882B5}" type="presParOf" srcId="{13FFD2DF-BCFD-478A-8014-C8BB8407321C}" destId="{54E6DB22-C8AC-49A2-AB17-7381F0CD9A61}" srcOrd="3" destOrd="0" presId="urn:microsoft.com/office/officeart/2018/2/layout/IconVerticalSolidList"/>
    <dgm:cxn modelId="{73D671B5-2E32-40B4-A8C9-F93D0D68285D}" type="presParOf" srcId="{1504423F-BC9C-4285-ACB1-A54734623F60}" destId="{4E377D84-5D4A-4890-8B80-A4B75D44DFB4}" srcOrd="5" destOrd="0" presId="urn:microsoft.com/office/officeart/2018/2/layout/IconVerticalSolidList"/>
    <dgm:cxn modelId="{FA26D72B-DC7E-4F73-8C8D-1E65583D29DA}" type="presParOf" srcId="{1504423F-BC9C-4285-ACB1-A54734623F60}" destId="{7C400ABD-EB54-4D1D-9ABF-0B0D98A7C301}" srcOrd="6" destOrd="0" presId="urn:microsoft.com/office/officeart/2018/2/layout/IconVerticalSolidList"/>
    <dgm:cxn modelId="{E9275F76-581B-4AFD-B402-92CFE900DCFD}" type="presParOf" srcId="{7C400ABD-EB54-4D1D-9ABF-0B0D98A7C301}" destId="{4528CB6D-ED72-468B-AAE2-6774988F9D62}" srcOrd="0" destOrd="0" presId="urn:microsoft.com/office/officeart/2018/2/layout/IconVerticalSolidList"/>
    <dgm:cxn modelId="{42EED9DB-994C-4B75-AE4B-5BEF5A439596}" type="presParOf" srcId="{7C400ABD-EB54-4D1D-9ABF-0B0D98A7C301}" destId="{5E88FBA3-E8C3-4B79-9A8C-520484EED653}" srcOrd="1" destOrd="0" presId="urn:microsoft.com/office/officeart/2018/2/layout/IconVerticalSolidList"/>
    <dgm:cxn modelId="{ECC12ECA-04E5-4A8A-BBA4-947234F544C1}" type="presParOf" srcId="{7C400ABD-EB54-4D1D-9ABF-0B0D98A7C301}" destId="{4BC9B09B-3721-4730-A961-4462846A09F7}" srcOrd="2" destOrd="0" presId="urn:microsoft.com/office/officeart/2018/2/layout/IconVerticalSolidList"/>
    <dgm:cxn modelId="{9E8E0746-207E-4DAE-933E-C3CD665E1787}" type="presParOf" srcId="{7C400ABD-EB54-4D1D-9ABF-0B0D98A7C301}" destId="{A8C15521-CEBA-4D49-A22B-5335B51A0340}"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211C735-A857-4B09-B7FA-E95BB33A8E10}" type="doc">
      <dgm:prSet loTypeId="urn:microsoft.com/office/officeart/2005/8/layout/vProcess5" loCatId="process" qsTypeId="urn:microsoft.com/office/officeart/2005/8/quickstyle/simple1" qsCatId="simple" csTypeId="urn:microsoft.com/office/officeart/2005/8/colors/colorful1" csCatId="colorful"/>
      <dgm:spPr/>
      <dgm:t>
        <a:bodyPr/>
        <a:lstStyle/>
        <a:p>
          <a:endParaRPr lang="en-US"/>
        </a:p>
      </dgm:t>
    </dgm:pt>
    <dgm:pt modelId="{97CE84C3-3040-471F-B28E-043DE38F6731}">
      <dgm:prSet/>
      <dgm:spPr/>
      <dgm:t>
        <a:bodyPr/>
        <a:lstStyle/>
        <a:p>
          <a:r>
            <a:rPr lang="en-US"/>
            <a:t>Ionic bonds formed between metal and non-metal elements</a:t>
          </a:r>
        </a:p>
      </dgm:t>
    </dgm:pt>
    <dgm:pt modelId="{9B6AA6F7-2E40-472C-B77A-12DDFABB32E6}" type="parTrans" cxnId="{3FB4FC24-B675-4505-8E39-1DDDE13E5BF3}">
      <dgm:prSet/>
      <dgm:spPr/>
      <dgm:t>
        <a:bodyPr/>
        <a:lstStyle/>
        <a:p>
          <a:endParaRPr lang="en-US"/>
        </a:p>
      </dgm:t>
    </dgm:pt>
    <dgm:pt modelId="{B956E3DF-8FC6-4463-98A3-48964DF51FA8}" type="sibTrans" cxnId="{3FB4FC24-B675-4505-8E39-1DDDE13E5BF3}">
      <dgm:prSet/>
      <dgm:spPr/>
      <dgm:t>
        <a:bodyPr/>
        <a:lstStyle/>
        <a:p>
          <a:endParaRPr lang="en-US"/>
        </a:p>
      </dgm:t>
    </dgm:pt>
    <dgm:pt modelId="{7B23ED0F-977E-4DB8-B9FE-C364D6BA0B47}">
      <dgm:prSet/>
      <dgm:spPr/>
      <dgm:t>
        <a:bodyPr/>
        <a:lstStyle/>
        <a:p>
          <a:r>
            <a:rPr lang="en-US"/>
            <a:t>Ionic bonds formed between the cations and anions through electromagnetic attraction</a:t>
          </a:r>
        </a:p>
      </dgm:t>
    </dgm:pt>
    <dgm:pt modelId="{E2FD37FE-D026-4217-8075-65E4C4FA0E1E}" type="parTrans" cxnId="{B0C57FC5-EA1C-4A1B-9009-AB04E18720B5}">
      <dgm:prSet/>
      <dgm:spPr/>
      <dgm:t>
        <a:bodyPr/>
        <a:lstStyle/>
        <a:p>
          <a:endParaRPr lang="en-US"/>
        </a:p>
      </dgm:t>
    </dgm:pt>
    <dgm:pt modelId="{5CF9A19C-DB7F-421A-800A-18D5867008EC}" type="sibTrans" cxnId="{B0C57FC5-EA1C-4A1B-9009-AB04E18720B5}">
      <dgm:prSet/>
      <dgm:spPr/>
      <dgm:t>
        <a:bodyPr/>
        <a:lstStyle/>
        <a:p>
          <a:endParaRPr lang="en-US"/>
        </a:p>
      </dgm:t>
    </dgm:pt>
    <dgm:pt modelId="{EB889417-029F-4E52-AFE1-A479A58253CD}">
      <dgm:prSet/>
      <dgm:spPr/>
      <dgm:t>
        <a:bodyPr/>
        <a:lstStyle/>
        <a:p>
          <a:r>
            <a:rPr lang="en-US"/>
            <a:t>Ionic bonds are formed through the TRANSFER of electrons</a:t>
          </a:r>
        </a:p>
      </dgm:t>
    </dgm:pt>
    <dgm:pt modelId="{2DEE9387-E525-4C0C-8C24-853E10ACF105}" type="parTrans" cxnId="{B84E745F-627B-46C1-8CBD-2904A732D493}">
      <dgm:prSet/>
      <dgm:spPr/>
      <dgm:t>
        <a:bodyPr/>
        <a:lstStyle/>
        <a:p>
          <a:endParaRPr lang="en-US"/>
        </a:p>
      </dgm:t>
    </dgm:pt>
    <dgm:pt modelId="{DB9AC929-C022-477D-89A9-10B615889D1F}" type="sibTrans" cxnId="{B84E745F-627B-46C1-8CBD-2904A732D493}">
      <dgm:prSet/>
      <dgm:spPr/>
      <dgm:t>
        <a:bodyPr/>
        <a:lstStyle/>
        <a:p>
          <a:endParaRPr lang="en-US"/>
        </a:p>
      </dgm:t>
    </dgm:pt>
    <dgm:pt modelId="{E17056F2-CCA2-4336-8597-8B63EAA39095}" type="pres">
      <dgm:prSet presAssocID="{A211C735-A857-4B09-B7FA-E95BB33A8E10}" presName="outerComposite" presStyleCnt="0">
        <dgm:presLayoutVars>
          <dgm:chMax val="5"/>
          <dgm:dir/>
          <dgm:resizeHandles val="exact"/>
        </dgm:presLayoutVars>
      </dgm:prSet>
      <dgm:spPr/>
    </dgm:pt>
    <dgm:pt modelId="{2F582941-61CF-420F-A9A9-443396C9D6AB}" type="pres">
      <dgm:prSet presAssocID="{A211C735-A857-4B09-B7FA-E95BB33A8E10}" presName="dummyMaxCanvas" presStyleCnt="0">
        <dgm:presLayoutVars/>
      </dgm:prSet>
      <dgm:spPr/>
    </dgm:pt>
    <dgm:pt modelId="{771A956E-3168-4B6A-ACF9-DAF2BF19FE3D}" type="pres">
      <dgm:prSet presAssocID="{A211C735-A857-4B09-B7FA-E95BB33A8E10}" presName="ThreeNodes_1" presStyleLbl="node1" presStyleIdx="0" presStyleCnt="3">
        <dgm:presLayoutVars>
          <dgm:bulletEnabled val="1"/>
        </dgm:presLayoutVars>
      </dgm:prSet>
      <dgm:spPr/>
    </dgm:pt>
    <dgm:pt modelId="{509CAD88-2923-41AA-A06D-B5345E9B53F2}" type="pres">
      <dgm:prSet presAssocID="{A211C735-A857-4B09-B7FA-E95BB33A8E10}" presName="ThreeNodes_2" presStyleLbl="node1" presStyleIdx="1" presStyleCnt="3">
        <dgm:presLayoutVars>
          <dgm:bulletEnabled val="1"/>
        </dgm:presLayoutVars>
      </dgm:prSet>
      <dgm:spPr/>
    </dgm:pt>
    <dgm:pt modelId="{764CC5FC-C75F-4CCA-A9A2-159CF0112DE0}" type="pres">
      <dgm:prSet presAssocID="{A211C735-A857-4B09-B7FA-E95BB33A8E10}" presName="ThreeNodes_3" presStyleLbl="node1" presStyleIdx="2" presStyleCnt="3">
        <dgm:presLayoutVars>
          <dgm:bulletEnabled val="1"/>
        </dgm:presLayoutVars>
      </dgm:prSet>
      <dgm:spPr/>
    </dgm:pt>
    <dgm:pt modelId="{4F1E5BE8-D397-40FE-8317-170F00E0B8D3}" type="pres">
      <dgm:prSet presAssocID="{A211C735-A857-4B09-B7FA-E95BB33A8E10}" presName="ThreeConn_1-2" presStyleLbl="fgAccFollowNode1" presStyleIdx="0" presStyleCnt="2">
        <dgm:presLayoutVars>
          <dgm:bulletEnabled val="1"/>
        </dgm:presLayoutVars>
      </dgm:prSet>
      <dgm:spPr/>
    </dgm:pt>
    <dgm:pt modelId="{B3350C4E-F0EC-4480-8434-F2E6CB704BFF}" type="pres">
      <dgm:prSet presAssocID="{A211C735-A857-4B09-B7FA-E95BB33A8E10}" presName="ThreeConn_2-3" presStyleLbl="fgAccFollowNode1" presStyleIdx="1" presStyleCnt="2">
        <dgm:presLayoutVars>
          <dgm:bulletEnabled val="1"/>
        </dgm:presLayoutVars>
      </dgm:prSet>
      <dgm:spPr/>
    </dgm:pt>
    <dgm:pt modelId="{73506E47-D32F-4B06-BAD7-B4E9A206D6B8}" type="pres">
      <dgm:prSet presAssocID="{A211C735-A857-4B09-B7FA-E95BB33A8E10}" presName="ThreeNodes_1_text" presStyleLbl="node1" presStyleIdx="2" presStyleCnt="3">
        <dgm:presLayoutVars>
          <dgm:bulletEnabled val="1"/>
        </dgm:presLayoutVars>
      </dgm:prSet>
      <dgm:spPr/>
    </dgm:pt>
    <dgm:pt modelId="{0A12EA95-B03E-438B-A282-BF5BAF7CA53B}" type="pres">
      <dgm:prSet presAssocID="{A211C735-A857-4B09-B7FA-E95BB33A8E10}" presName="ThreeNodes_2_text" presStyleLbl="node1" presStyleIdx="2" presStyleCnt="3">
        <dgm:presLayoutVars>
          <dgm:bulletEnabled val="1"/>
        </dgm:presLayoutVars>
      </dgm:prSet>
      <dgm:spPr/>
    </dgm:pt>
    <dgm:pt modelId="{38125621-7716-4ED8-9194-8829AE54CC57}" type="pres">
      <dgm:prSet presAssocID="{A211C735-A857-4B09-B7FA-E95BB33A8E10}" presName="ThreeNodes_3_text" presStyleLbl="node1" presStyleIdx="2" presStyleCnt="3">
        <dgm:presLayoutVars>
          <dgm:bulletEnabled val="1"/>
        </dgm:presLayoutVars>
      </dgm:prSet>
      <dgm:spPr/>
    </dgm:pt>
  </dgm:ptLst>
  <dgm:cxnLst>
    <dgm:cxn modelId="{0A12950F-12DF-429D-B9CE-CC7033E79793}" type="presOf" srcId="{EB889417-029F-4E52-AFE1-A479A58253CD}" destId="{38125621-7716-4ED8-9194-8829AE54CC57}" srcOrd="1" destOrd="0" presId="urn:microsoft.com/office/officeart/2005/8/layout/vProcess5"/>
    <dgm:cxn modelId="{3FB4FC24-B675-4505-8E39-1DDDE13E5BF3}" srcId="{A211C735-A857-4B09-B7FA-E95BB33A8E10}" destId="{97CE84C3-3040-471F-B28E-043DE38F6731}" srcOrd="0" destOrd="0" parTransId="{9B6AA6F7-2E40-472C-B77A-12DDFABB32E6}" sibTransId="{B956E3DF-8FC6-4463-98A3-48964DF51FA8}"/>
    <dgm:cxn modelId="{1B82BB3F-2E2F-4688-8711-B4EB3EE90CFC}" type="presOf" srcId="{B956E3DF-8FC6-4463-98A3-48964DF51FA8}" destId="{4F1E5BE8-D397-40FE-8317-170F00E0B8D3}" srcOrd="0" destOrd="0" presId="urn:microsoft.com/office/officeart/2005/8/layout/vProcess5"/>
    <dgm:cxn modelId="{ECD5DD4C-A342-4672-B0BE-65561D66F9DC}" type="presOf" srcId="{97CE84C3-3040-471F-B28E-043DE38F6731}" destId="{771A956E-3168-4B6A-ACF9-DAF2BF19FE3D}" srcOrd="0" destOrd="0" presId="urn:microsoft.com/office/officeart/2005/8/layout/vProcess5"/>
    <dgm:cxn modelId="{B84E745F-627B-46C1-8CBD-2904A732D493}" srcId="{A211C735-A857-4B09-B7FA-E95BB33A8E10}" destId="{EB889417-029F-4E52-AFE1-A479A58253CD}" srcOrd="2" destOrd="0" parTransId="{2DEE9387-E525-4C0C-8C24-853E10ACF105}" sibTransId="{DB9AC929-C022-477D-89A9-10B615889D1F}"/>
    <dgm:cxn modelId="{56BC096B-6A33-409E-80AC-5B65F3EB9E01}" type="presOf" srcId="{EB889417-029F-4E52-AFE1-A479A58253CD}" destId="{764CC5FC-C75F-4CCA-A9A2-159CF0112DE0}" srcOrd="0" destOrd="0" presId="urn:microsoft.com/office/officeart/2005/8/layout/vProcess5"/>
    <dgm:cxn modelId="{0295DF71-44D5-48DA-ABB3-ADFF327BA80C}" type="presOf" srcId="{A211C735-A857-4B09-B7FA-E95BB33A8E10}" destId="{E17056F2-CCA2-4336-8597-8B63EAA39095}" srcOrd="0" destOrd="0" presId="urn:microsoft.com/office/officeart/2005/8/layout/vProcess5"/>
    <dgm:cxn modelId="{25B49F75-AA7C-4BBD-B010-B9FE918AAAC3}" type="presOf" srcId="{5CF9A19C-DB7F-421A-800A-18D5867008EC}" destId="{B3350C4E-F0EC-4480-8434-F2E6CB704BFF}" srcOrd="0" destOrd="0" presId="urn:microsoft.com/office/officeart/2005/8/layout/vProcess5"/>
    <dgm:cxn modelId="{73707780-CDF7-4A59-915C-F7FB75EC8875}" type="presOf" srcId="{7B23ED0F-977E-4DB8-B9FE-C364D6BA0B47}" destId="{509CAD88-2923-41AA-A06D-B5345E9B53F2}" srcOrd="0" destOrd="0" presId="urn:microsoft.com/office/officeart/2005/8/layout/vProcess5"/>
    <dgm:cxn modelId="{64821685-6366-40C4-8BDC-92D4EEB56BFF}" type="presOf" srcId="{97CE84C3-3040-471F-B28E-043DE38F6731}" destId="{73506E47-D32F-4B06-BAD7-B4E9A206D6B8}" srcOrd="1" destOrd="0" presId="urn:microsoft.com/office/officeart/2005/8/layout/vProcess5"/>
    <dgm:cxn modelId="{6270F8B1-EFD6-4407-AFC9-635B00E6BF9F}" type="presOf" srcId="{7B23ED0F-977E-4DB8-B9FE-C364D6BA0B47}" destId="{0A12EA95-B03E-438B-A282-BF5BAF7CA53B}" srcOrd="1" destOrd="0" presId="urn:microsoft.com/office/officeart/2005/8/layout/vProcess5"/>
    <dgm:cxn modelId="{B0C57FC5-EA1C-4A1B-9009-AB04E18720B5}" srcId="{A211C735-A857-4B09-B7FA-E95BB33A8E10}" destId="{7B23ED0F-977E-4DB8-B9FE-C364D6BA0B47}" srcOrd="1" destOrd="0" parTransId="{E2FD37FE-D026-4217-8075-65E4C4FA0E1E}" sibTransId="{5CF9A19C-DB7F-421A-800A-18D5867008EC}"/>
    <dgm:cxn modelId="{AF5B9D03-FF13-43A0-93E3-DEB432A54012}" type="presParOf" srcId="{E17056F2-CCA2-4336-8597-8B63EAA39095}" destId="{2F582941-61CF-420F-A9A9-443396C9D6AB}" srcOrd="0" destOrd="0" presId="urn:microsoft.com/office/officeart/2005/8/layout/vProcess5"/>
    <dgm:cxn modelId="{A0D0405A-76A2-4D73-9C39-A771A491E0D0}" type="presParOf" srcId="{E17056F2-CCA2-4336-8597-8B63EAA39095}" destId="{771A956E-3168-4B6A-ACF9-DAF2BF19FE3D}" srcOrd="1" destOrd="0" presId="urn:microsoft.com/office/officeart/2005/8/layout/vProcess5"/>
    <dgm:cxn modelId="{D9B7FBAB-FA98-461C-8EBA-7FAF296A2B5B}" type="presParOf" srcId="{E17056F2-CCA2-4336-8597-8B63EAA39095}" destId="{509CAD88-2923-41AA-A06D-B5345E9B53F2}" srcOrd="2" destOrd="0" presId="urn:microsoft.com/office/officeart/2005/8/layout/vProcess5"/>
    <dgm:cxn modelId="{9E5ECF2F-D7F6-410C-8658-F41CFF7B9FF5}" type="presParOf" srcId="{E17056F2-CCA2-4336-8597-8B63EAA39095}" destId="{764CC5FC-C75F-4CCA-A9A2-159CF0112DE0}" srcOrd="3" destOrd="0" presId="urn:microsoft.com/office/officeart/2005/8/layout/vProcess5"/>
    <dgm:cxn modelId="{F2DA925B-682B-4BD4-AA98-38A895FDEBBA}" type="presParOf" srcId="{E17056F2-CCA2-4336-8597-8B63EAA39095}" destId="{4F1E5BE8-D397-40FE-8317-170F00E0B8D3}" srcOrd="4" destOrd="0" presId="urn:microsoft.com/office/officeart/2005/8/layout/vProcess5"/>
    <dgm:cxn modelId="{FCFA51F6-CD36-47A7-801E-57CA67381459}" type="presParOf" srcId="{E17056F2-CCA2-4336-8597-8B63EAA39095}" destId="{B3350C4E-F0EC-4480-8434-F2E6CB704BFF}" srcOrd="5" destOrd="0" presId="urn:microsoft.com/office/officeart/2005/8/layout/vProcess5"/>
    <dgm:cxn modelId="{E0675C67-D9C1-4300-9CF7-9E3B874CB723}" type="presParOf" srcId="{E17056F2-CCA2-4336-8597-8B63EAA39095}" destId="{73506E47-D32F-4B06-BAD7-B4E9A206D6B8}" srcOrd="6" destOrd="0" presId="urn:microsoft.com/office/officeart/2005/8/layout/vProcess5"/>
    <dgm:cxn modelId="{5A228BD1-2D9B-4331-89CD-796F4CFB81C5}" type="presParOf" srcId="{E17056F2-CCA2-4336-8597-8B63EAA39095}" destId="{0A12EA95-B03E-438B-A282-BF5BAF7CA53B}" srcOrd="7" destOrd="0" presId="urn:microsoft.com/office/officeart/2005/8/layout/vProcess5"/>
    <dgm:cxn modelId="{FA813A1F-D48F-4A12-9E03-B8E1D703FF49}" type="presParOf" srcId="{E17056F2-CCA2-4336-8597-8B63EAA39095}" destId="{38125621-7716-4ED8-9194-8829AE54CC57}" srcOrd="8"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DADDACF-F988-41DC-BB46-4C247E3D8EC3}">
      <dsp:nvSpPr>
        <dsp:cNvPr id="0" name=""/>
        <dsp:cNvSpPr/>
      </dsp:nvSpPr>
      <dsp:spPr>
        <a:xfrm>
          <a:off x="0" y="1599"/>
          <a:ext cx="10075651" cy="810789"/>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B282E5B-9B36-42A1-8FF3-0B4660F7F785}">
      <dsp:nvSpPr>
        <dsp:cNvPr id="0" name=""/>
        <dsp:cNvSpPr/>
      </dsp:nvSpPr>
      <dsp:spPr>
        <a:xfrm>
          <a:off x="245263" y="184027"/>
          <a:ext cx="445934" cy="44593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6594F53-89B3-48EC-A6F3-454C1FCFAAF5}">
      <dsp:nvSpPr>
        <dsp:cNvPr id="0" name=""/>
        <dsp:cNvSpPr/>
      </dsp:nvSpPr>
      <dsp:spPr>
        <a:xfrm>
          <a:off x="936461" y="1599"/>
          <a:ext cx="9139189" cy="8107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809" tIns="85809" rIns="85809" bIns="85809" numCol="1" spcCol="1270" anchor="ctr" anchorCtr="0">
          <a:noAutofit/>
        </a:bodyPr>
        <a:lstStyle/>
        <a:p>
          <a:pPr marL="0" lvl="0" indent="0" algn="l" defTabSz="933450">
            <a:lnSpc>
              <a:spcPct val="100000"/>
            </a:lnSpc>
            <a:spcBef>
              <a:spcPct val="0"/>
            </a:spcBef>
            <a:spcAft>
              <a:spcPct val="35000"/>
            </a:spcAft>
            <a:buNone/>
          </a:pPr>
          <a:r>
            <a:rPr lang="en-US" sz="2100" kern="1200" dirty="0"/>
            <a:t>Understand the electron configuration by using simple dot diagram</a:t>
          </a:r>
          <a:r>
            <a:rPr lang="zh-CN" altLang="en-US" sz="2100" kern="1200" dirty="0"/>
            <a:t> </a:t>
          </a:r>
          <a:r>
            <a:rPr lang="en-US" altLang="zh-CN" sz="2100" kern="1200" dirty="0"/>
            <a:t>and orbital diagram</a:t>
          </a:r>
          <a:endParaRPr lang="en-US" sz="2100" kern="1200" dirty="0"/>
        </a:p>
      </dsp:txBody>
      <dsp:txXfrm>
        <a:off x="936461" y="1599"/>
        <a:ext cx="9139189" cy="810789"/>
      </dsp:txXfrm>
    </dsp:sp>
    <dsp:sp modelId="{67F0A6C9-555A-4799-B08A-15F9D4183760}">
      <dsp:nvSpPr>
        <dsp:cNvPr id="0" name=""/>
        <dsp:cNvSpPr/>
      </dsp:nvSpPr>
      <dsp:spPr>
        <a:xfrm>
          <a:off x="0" y="1015086"/>
          <a:ext cx="10075651" cy="810789"/>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DC0FA5D-9B79-48B4-BC3E-A7D60E60754A}">
      <dsp:nvSpPr>
        <dsp:cNvPr id="0" name=""/>
        <dsp:cNvSpPr/>
      </dsp:nvSpPr>
      <dsp:spPr>
        <a:xfrm>
          <a:off x="245263" y="1197514"/>
          <a:ext cx="445934" cy="44593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E28EA4D-2360-435F-845A-1FE8C94A9049}">
      <dsp:nvSpPr>
        <dsp:cNvPr id="0" name=""/>
        <dsp:cNvSpPr/>
      </dsp:nvSpPr>
      <dsp:spPr>
        <a:xfrm>
          <a:off x="936461" y="1015086"/>
          <a:ext cx="9139189" cy="8107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809" tIns="85809" rIns="85809" bIns="85809" numCol="1" spcCol="1270" anchor="ctr" anchorCtr="0">
          <a:noAutofit/>
        </a:bodyPr>
        <a:lstStyle/>
        <a:p>
          <a:pPr marL="0" lvl="0" indent="0" algn="l" defTabSz="933450">
            <a:lnSpc>
              <a:spcPct val="100000"/>
            </a:lnSpc>
            <a:spcBef>
              <a:spcPct val="0"/>
            </a:spcBef>
            <a:spcAft>
              <a:spcPct val="35000"/>
            </a:spcAft>
            <a:buNone/>
          </a:pPr>
          <a:r>
            <a:rPr lang="en-US" sz="2100" kern="1200"/>
            <a:t>Use octet rules to understand the formation of ions</a:t>
          </a:r>
        </a:p>
      </dsp:txBody>
      <dsp:txXfrm>
        <a:off x="936461" y="1015086"/>
        <a:ext cx="9139189" cy="810789"/>
      </dsp:txXfrm>
    </dsp:sp>
    <dsp:sp modelId="{4D189471-CE49-4F7A-938E-364307F59188}">
      <dsp:nvSpPr>
        <dsp:cNvPr id="0" name=""/>
        <dsp:cNvSpPr/>
      </dsp:nvSpPr>
      <dsp:spPr>
        <a:xfrm>
          <a:off x="0" y="2028573"/>
          <a:ext cx="10075651" cy="810789"/>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30241EA-6161-478B-A7AD-1B53B2BF8B60}">
      <dsp:nvSpPr>
        <dsp:cNvPr id="0" name=""/>
        <dsp:cNvSpPr/>
      </dsp:nvSpPr>
      <dsp:spPr>
        <a:xfrm>
          <a:off x="245263" y="2211001"/>
          <a:ext cx="445934" cy="44593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4E6DB22-C8AC-49A2-AB17-7381F0CD9A61}">
      <dsp:nvSpPr>
        <dsp:cNvPr id="0" name=""/>
        <dsp:cNvSpPr/>
      </dsp:nvSpPr>
      <dsp:spPr>
        <a:xfrm>
          <a:off x="936461" y="2028573"/>
          <a:ext cx="9139189" cy="8107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809" tIns="85809" rIns="85809" bIns="85809" numCol="1" spcCol="1270" anchor="ctr" anchorCtr="0">
          <a:noAutofit/>
        </a:bodyPr>
        <a:lstStyle/>
        <a:p>
          <a:pPr marL="0" lvl="0" indent="0" algn="l" defTabSz="933450">
            <a:lnSpc>
              <a:spcPct val="100000"/>
            </a:lnSpc>
            <a:spcBef>
              <a:spcPct val="0"/>
            </a:spcBef>
            <a:spcAft>
              <a:spcPct val="35000"/>
            </a:spcAft>
            <a:buNone/>
          </a:pPr>
          <a:r>
            <a:rPr lang="en-US" sz="2100" kern="1200" dirty="0"/>
            <a:t>Discuss the electronic configuration and the ionic bond</a:t>
          </a:r>
        </a:p>
      </dsp:txBody>
      <dsp:txXfrm>
        <a:off x="936461" y="2028573"/>
        <a:ext cx="9139189" cy="810789"/>
      </dsp:txXfrm>
    </dsp:sp>
    <dsp:sp modelId="{4528CB6D-ED72-468B-AAE2-6774988F9D62}">
      <dsp:nvSpPr>
        <dsp:cNvPr id="0" name=""/>
        <dsp:cNvSpPr/>
      </dsp:nvSpPr>
      <dsp:spPr>
        <a:xfrm>
          <a:off x="0" y="3042060"/>
          <a:ext cx="10075651" cy="810789"/>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E88FBA3-E8C3-4B79-9A8C-520484EED653}">
      <dsp:nvSpPr>
        <dsp:cNvPr id="0" name=""/>
        <dsp:cNvSpPr/>
      </dsp:nvSpPr>
      <dsp:spPr>
        <a:xfrm>
          <a:off x="245263" y="3224488"/>
          <a:ext cx="445934" cy="445934"/>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8C15521-CEBA-4D49-A22B-5335B51A0340}">
      <dsp:nvSpPr>
        <dsp:cNvPr id="0" name=""/>
        <dsp:cNvSpPr/>
      </dsp:nvSpPr>
      <dsp:spPr>
        <a:xfrm>
          <a:off x="936461" y="3042060"/>
          <a:ext cx="9139189" cy="8107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809" tIns="85809" rIns="85809" bIns="85809" numCol="1" spcCol="1270" anchor="ctr" anchorCtr="0">
          <a:noAutofit/>
        </a:bodyPr>
        <a:lstStyle/>
        <a:p>
          <a:pPr marL="0" lvl="0" indent="0" algn="l" defTabSz="933450">
            <a:lnSpc>
              <a:spcPct val="100000"/>
            </a:lnSpc>
            <a:spcBef>
              <a:spcPct val="0"/>
            </a:spcBef>
            <a:spcAft>
              <a:spcPct val="35000"/>
            </a:spcAft>
            <a:buNone/>
          </a:pPr>
          <a:r>
            <a:rPr lang="en-US" sz="2100" kern="1200"/>
            <a:t>Understand the properties of ionic bonds, and compounds containing ionic bond</a:t>
          </a:r>
        </a:p>
      </dsp:txBody>
      <dsp:txXfrm>
        <a:off x="936461" y="3042060"/>
        <a:ext cx="9139189" cy="81078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71A956E-3168-4B6A-ACF9-DAF2BF19FE3D}">
      <dsp:nvSpPr>
        <dsp:cNvPr id="0" name=""/>
        <dsp:cNvSpPr/>
      </dsp:nvSpPr>
      <dsp:spPr>
        <a:xfrm>
          <a:off x="0" y="0"/>
          <a:ext cx="4598670" cy="1635999"/>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Ionic bonds formed between metal and non-metal elements</a:t>
          </a:r>
        </a:p>
      </dsp:txBody>
      <dsp:txXfrm>
        <a:off x="47917" y="47917"/>
        <a:ext cx="2833298" cy="1540165"/>
      </dsp:txXfrm>
    </dsp:sp>
    <dsp:sp modelId="{509CAD88-2923-41AA-A06D-B5345E9B53F2}">
      <dsp:nvSpPr>
        <dsp:cNvPr id="0" name=""/>
        <dsp:cNvSpPr/>
      </dsp:nvSpPr>
      <dsp:spPr>
        <a:xfrm>
          <a:off x="405764" y="1908666"/>
          <a:ext cx="4598670" cy="1635999"/>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Ionic bonds formed between the cations and anions through electromagnetic attraction</a:t>
          </a:r>
        </a:p>
      </dsp:txBody>
      <dsp:txXfrm>
        <a:off x="453681" y="1956583"/>
        <a:ext cx="3033671" cy="1540165"/>
      </dsp:txXfrm>
    </dsp:sp>
    <dsp:sp modelId="{764CC5FC-C75F-4CCA-A9A2-159CF0112DE0}">
      <dsp:nvSpPr>
        <dsp:cNvPr id="0" name=""/>
        <dsp:cNvSpPr/>
      </dsp:nvSpPr>
      <dsp:spPr>
        <a:xfrm>
          <a:off x="811529" y="3817332"/>
          <a:ext cx="4598670" cy="1635999"/>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Ionic bonds are formed through the TRANSFER of electrons</a:t>
          </a:r>
        </a:p>
      </dsp:txBody>
      <dsp:txXfrm>
        <a:off x="859446" y="3865249"/>
        <a:ext cx="3033671" cy="1540165"/>
      </dsp:txXfrm>
    </dsp:sp>
    <dsp:sp modelId="{4F1E5BE8-D397-40FE-8317-170F00E0B8D3}">
      <dsp:nvSpPr>
        <dsp:cNvPr id="0" name=""/>
        <dsp:cNvSpPr/>
      </dsp:nvSpPr>
      <dsp:spPr>
        <a:xfrm>
          <a:off x="3535270" y="1240633"/>
          <a:ext cx="1063399" cy="1063399"/>
        </a:xfrm>
        <a:prstGeom prst="downArrow">
          <a:avLst>
            <a:gd name="adj1" fmla="val 55000"/>
            <a:gd name="adj2" fmla="val 45000"/>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3774535" y="1240633"/>
        <a:ext cx="584869" cy="800208"/>
      </dsp:txXfrm>
    </dsp:sp>
    <dsp:sp modelId="{B3350C4E-F0EC-4480-8434-F2E6CB704BFF}">
      <dsp:nvSpPr>
        <dsp:cNvPr id="0" name=""/>
        <dsp:cNvSpPr/>
      </dsp:nvSpPr>
      <dsp:spPr>
        <a:xfrm>
          <a:off x="3941035" y="3138392"/>
          <a:ext cx="1063399" cy="1063399"/>
        </a:xfrm>
        <a:prstGeom prst="downArrow">
          <a:avLst>
            <a:gd name="adj1" fmla="val 55000"/>
            <a:gd name="adj2" fmla="val 45000"/>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4180300" y="3138392"/>
        <a:ext cx="584869" cy="800208"/>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F1C56-8A72-4858-851C-F15B634C74F2}"/>
              </a:ext>
            </a:extLst>
          </p:cNvPr>
          <p:cNvSpPr>
            <a:spLocks noGrp="1"/>
          </p:cNvSpPr>
          <p:nvPr>
            <p:ph type="ctrTitle"/>
          </p:nvPr>
        </p:nvSpPr>
        <p:spPr>
          <a:xfrm>
            <a:off x="1485900" y="1122362"/>
            <a:ext cx="8609322" cy="3744209"/>
          </a:xfrm>
        </p:spPr>
        <p:txBody>
          <a:bodyPr anchor="b">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3C1834EB-45A5-426C-824A-8F07CA8F6DBE}"/>
              </a:ext>
            </a:extLst>
          </p:cNvPr>
          <p:cNvSpPr>
            <a:spLocks noGrp="1"/>
          </p:cNvSpPr>
          <p:nvPr>
            <p:ph type="subTitle" idx="1"/>
          </p:nvPr>
        </p:nvSpPr>
        <p:spPr>
          <a:xfrm>
            <a:off x="1485900" y="5230134"/>
            <a:ext cx="4610100" cy="942065"/>
          </a:xfrm>
        </p:spPr>
        <p:txBody>
          <a:bodyPr>
            <a:normAutofit/>
          </a:bodyPr>
          <a:lstStyle>
            <a:lvl1pPr marL="0" indent="0" algn="l">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293D55F2-5374-4778-B1EE-98996792D07B}"/>
              </a:ext>
            </a:extLst>
          </p:cNvPr>
          <p:cNvSpPr>
            <a:spLocks noGrp="1"/>
          </p:cNvSpPr>
          <p:nvPr>
            <p:ph type="dt" sz="half" idx="10"/>
          </p:nvPr>
        </p:nvSpPr>
        <p:spPr/>
        <p:txBody>
          <a:bodyPr/>
          <a:lstStyle/>
          <a:p>
            <a:fld id="{8C1E1FAD-7351-4908-963A-08EA8E4AB7A0}" type="datetimeFigureOut">
              <a:rPr lang="en-US" smtClean="0"/>
              <a:t>11/24/25</a:t>
            </a:fld>
            <a:endParaRPr lang="en-US"/>
          </a:p>
        </p:txBody>
      </p:sp>
      <p:sp>
        <p:nvSpPr>
          <p:cNvPr id="5" name="Footer Placeholder 4">
            <a:extLst>
              <a:ext uri="{FF2B5EF4-FFF2-40B4-BE49-F238E27FC236}">
                <a16:creationId xmlns:a16="http://schemas.microsoft.com/office/drawing/2014/main" id="{944044F8-E727-4D63-B6D6-26482F83D3F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141F76-D956-4205-AD99-E91FD5FCC027}"/>
              </a:ext>
            </a:extLst>
          </p:cNvPr>
          <p:cNvSpPr>
            <a:spLocks noGrp="1"/>
          </p:cNvSpPr>
          <p:nvPr>
            <p:ph type="sldNum" sz="quarter" idx="12"/>
          </p:nvPr>
        </p:nvSpPr>
        <p:spPr/>
        <p:txBody>
          <a:bodyPr/>
          <a:lstStyle/>
          <a:p>
            <a:fld id="{1CF2D47E-0AF1-4C27-801F-64E3E5BF7F72}" type="slidenum">
              <a:rPr lang="en-US" smtClean="0"/>
              <a:t>‹#›</a:t>
            </a:fld>
            <a:endParaRPr lang="en-US"/>
          </a:p>
        </p:txBody>
      </p:sp>
    </p:spTree>
    <p:extLst>
      <p:ext uri="{BB962C8B-B14F-4D97-AF65-F5344CB8AC3E}">
        <p14:creationId xmlns:p14="http://schemas.microsoft.com/office/powerpoint/2010/main" val="5942593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11A1B-E09A-4F93-BC68-B160114AFCEA}"/>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0CC8C4A9-27ED-4E86-A256-5009E31342B6}"/>
              </a:ext>
            </a:extLst>
          </p:cNvPr>
          <p:cNvSpPr>
            <a:spLocks noGrp="1"/>
          </p:cNvSpPr>
          <p:nvPr>
            <p:ph idx="1"/>
          </p:nvPr>
        </p:nvSpPr>
        <p:spPr/>
        <p:txBody>
          <a:bodyPr/>
          <a:lstStyle>
            <a:lvl1pPr>
              <a:lnSpc>
                <a:spcPct val="120000"/>
              </a:lnSpc>
              <a:defRPr/>
            </a:lvl1pPr>
            <a:lvl2pPr>
              <a:lnSpc>
                <a:spcPct val="120000"/>
              </a:lnSpc>
              <a:defRPr/>
            </a:lvl2pPr>
            <a:lvl3pPr>
              <a:lnSpc>
                <a:spcPct val="120000"/>
              </a:lnSpc>
              <a:defRPr sz="1400"/>
            </a:lvl3pPr>
            <a:lvl4pPr>
              <a:lnSpc>
                <a:spcPct val="120000"/>
              </a:lnSpc>
              <a:defRPr sz="1200"/>
            </a:lvl4pPr>
            <a:lvl5pPr>
              <a:lnSpc>
                <a:spcPct val="120000"/>
              </a:lnSpc>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85CF91C-8771-4949-A397-928A5743EBC7}"/>
              </a:ext>
            </a:extLst>
          </p:cNvPr>
          <p:cNvSpPr>
            <a:spLocks noGrp="1"/>
          </p:cNvSpPr>
          <p:nvPr>
            <p:ph type="dt" sz="half" idx="10"/>
          </p:nvPr>
        </p:nvSpPr>
        <p:spPr/>
        <p:txBody>
          <a:bodyPr/>
          <a:lstStyle/>
          <a:p>
            <a:fld id="{8C1E1FAD-7351-4908-963A-08EA8E4AB7A0}" type="datetimeFigureOut">
              <a:rPr lang="en-US" smtClean="0"/>
              <a:t>11/24/25</a:t>
            </a:fld>
            <a:endParaRPr lang="en-US"/>
          </a:p>
        </p:txBody>
      </p:sp>
      <p:sp>
        <p:nvSpPr>
          <p:cNvPr id="5" name="Footer Placeholder 4">
            <a:extLst>
              <a:ext uri="{FF2B5EF4-FFF2-40B4-BE49-F238E27FC236}">
                <a16:creationId xmlns:a16="http://schemas.microsoft.com/office/drawing/2014/main" id="{013EA0ED-4961-4254-B34E-71D14C4E05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497152-BD97-4A72-8B07-CD2BC57B84F6}"/>
              </a:ext>
            </a:extLst>
          </p:cNvPr>
          <p:cNvSpPr>
            <a:spLocks noGrp="1"/>
          </p:cNvSpPr>
          <p:nvPr>
            <p:ph type="sldNum" sz="quarter" idx="12"/>
          </p:nvPr>
        </p:nvSpPr>
        <p:spPr/>
        <p:txBody>
          <a:bodyPr/>
          <a:lstStyle/>
          <a:p>
            <a:fld id="{1CF2D47E-0AF1-4C27-801F-64E3E5BF7F72}" type="slidenum">
              <a:rPr lang="en-US" smtClean="0"/>
              <a:t>‹#›</a:t>
            </a:fld>
            <a:endParaRPr lang="en-US"/>
          </a:p>
        </p:txBody>
      </p:sp>
    </p:spTree>
    <p:extLst>
      <p:ext uri="{BB962C8B-B14F-4D97-AF65-F5344CB8AC3E}">
        <p14:creationId xmlns:p14="http://schemas.microsoft.com/office/powerpoint/2010/main" val="38629251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B4EAF4-C10D-4650-9587-15DA8E9F9C08}"/>
              </a:ext>
            </a:extLst>
          </p:cNvPr>
          <p:cNvSpPr>
            <a:spLocks noGrp="1"/>
          </p:cNvSpPr>
          <p:nvPr>
            <p:ph type="title"/>
          </p:nvPr>
        </p:nvSpPr>
        <p:spPr>
          <a:xfrm>
            <a:off x="1219200" y="1368862"/>
            <a:ext cx="9486900" cy="3679656"/>
          </a:xfrm>
        </p:spPr>
        <p:txBody>
          <a:bodyPr anchor="b"/>
          <a:lstStyle>
            <a:lvl1pPr>
              <a:defRPr sz="6000"/>
            </a:lvl1pPr>
          </a:lstStyle>
          <a:p>
            <a:r>
              <a:rPr lang="en-US" dirty="0"/>
              <a:t>Click to edit Master title style</a:t>
            </a:r>
          </a:p>
        </p:txBody>
      </p:sp>
      <p:sp>
        <p:nvSpPr>
          <p:cNvPr id="3" name="Text Placeholder 2">
            <a:extLst>
              <a:ext uri="{FF2B5EF4-FFF2-40B4-BE49-F238E27FC236}">
                <a16:creationId xmlns:a16="http://schemas.microsoft.com/office/drawing/2014/main" id="{BBA1D5C2-6E93-4B23-A0CA-D5D7E735C718}"/>
              </a:ext>
            </a:extLst>
          </p:cNvPr>
          <p:cNvSpPr>
            <a:spLocks noGrp="1"/>
          </p:cNvSpPr>
          <p:nvPr>
            <p:ph type="body" idx="1"/>
          </p:nvPr>
        </p:nvSpPr>
        <p:spPr>
          <a:xfrm>
            <a:off x="1219200" y="5318974"/>
            <a:ext cx="9486900" cy="853225"/>
          </a:xfrm>
        </p:spPr>
        <p:txBody>
          <a:bodyPr>
            <a:normAutofit/>
          </a:bodyPr>
          <a:lstStyle>
            <a:lvl1pPr marL="0" indent="0">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DE815BFB-5D28-4ABE-AD37-0C6C3FD949FE}"/>
              </a:ext>
            </a:extLst>
          </p:cNvPr>
          <p:cNvSpPr>
            <a:spLocks noGrp="1"/>
          </p:cNvSpPr>
          <p:nvPr>
            <p:ph type="dt" sz="half" idx="10"/>
          </p:nvPr>
        </p:nvSpPr>
        <p:spPr/>
        <p:txBody>
          <a:bodyPr/>
          <a:lstStyle/>
          <a:p>
            <a:fld id="{8C1E1FAD-7351-4908-963A-08EA8E4AB7A0}" type="datetimeFigureOut">
              <a:rPr lang="en-US" smtClean="0"/>
              <a:t>11/24/25</a:t>
            </a:fld>
            <a:endParaRPr lang="en-US"/>
          </a:p>
        </p:txBody>
      </p:sp>
      <p:sp>
        <p:nvSpPr>
          <p:cNvPr id="5" name="Footer Placeholder 4">
            <a:extLst>
              <a:ext uri="{FF2B5EF4-FFF2-40B4-BE49-F238E27FC236}">
                <a16:creationId xmlns:a16="http://schemas.microsoft.com/office/drawing/2014/main" id="{65A4035B-0539-4A03-87C0-22E52C98B2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327ADF-48C9-49CF-BD4D-82399BF64AD3}"/>
              </a:ext>
            </a:extLst>
          </p:cNvPr>
          <p:cNvSpPr>
            <a:spLocks noGrp="1"/>
          </p:cNvSpPr>
          <p:nvPr>
            <p:ph type="sldNum" sz="quarter" idx="12"/>
          </p:nvPr>
        </p:nvSpPr>
        <p:spPr/>
        <p:txBody>
          <a:bodyPr/>
          <a:lstStyle/>
          <a:p>
            <a:fld id="{1CF2D47E-0AF1-4C27-801F-64E3E5BF7F72}" type="slidenum">
              <a:rPr lang="en-US" smtClean="0"/>
              <a:t>‹#›</a:t>
            </a:fld>
            <a:endParaRPr lang="en-US"/>
          </a:p>
        </p:txBody>
      </p:sp>
    </p:spTree>
    <p:extLst>
      <p:ext uri="{BB962C8B-B14F-4D97-AF65-F5344CB8AC3E}">
        <p14:creationId xmlns:p14="http://schemas.microsoft.com/office/powerpoint/2010/main" val="28219854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1A2FB-0310-4935-B7F7-E47876CD4E9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A987C14-52AB-4AAC-9038-29CF58EA6EA8}"/>
              </a:ext>
            </a:extLst>
          </p:cNvPr>
          <p:cNvSpPr>
            <a:spLocks noGrp="1"/>
          </p:cNvSpPr>
          <p:nvPr>
            <p:ph sz="half" idx="1"/>
          </p:nvPr>
        </p:nvSpPr>
        <p:spPr>
          <a:xfrm>
            <a:off x="1219200" y="2168278"/>
            <a:ext cx="4702921" cy="400868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ECB2E45A-DCC0-4701-9D67-EF56AECE3432}"/>
              </a:ext>
            </a:extLst>
          </p:cNvPr>
          <p:cNvSpPr>
            <a:spLocks noGrp="1"/>
          </p:cNvSpPr>
          <p:nvPr>
            <p:ph sz="half" idx="2"/>
          </p:nvPr>
        </p:nvSpPr>
        <p:spPr>
          <a:xfrm>
            <a:off x="6269880" y="2168278"/>
            <a:ext cx="4782699" cy="400868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11AF0813-A167-4D17-AA79-07BD9765FE0D}"/>
              </a:ext>
            </a:extLst>
          </p:cNvPr>
          <p:cNvSpPr>
            <a:spLocks noGrp="1"/>
          </p:cNvSpPr>
          <p:nvPr>
            <p:ph type="dt" sz="half" idx="10"/>
          </p:nvPr>
        </p:nvSpPr>
        <p:spPr/>
        <p:txBody>
          <a:bodyPr/>
          <a:lstStyle/>
          <a:p>
            <a:fld id="{8C1E1FAD-7351-4908-963A-08EA8E4AB7A0}" type="datetimeFigureOut">
              <a:rPr lang="en-US" smtClean="0"/>
              <a:t>11/24/25</a:t>
            </a:fld>
            <a:endParaRPr lang="en-US"/>
          </a:p>
        </p:txBody>
      </p:sp>
      <p:sp>
        <p:nvSpPr>
          <p:cNvPr id="6" name="Footer Placeholder 5">
            <a:extLst>
              <a:ext uri="{FF2B5EF4-FFF2-40B4-BE49-F238E27FC236}">
                <a16:creationId xmlns:a16="http://schemas.microsoft.com/office/drawing/2014/main" id="{40A940D7-D4C1-4C24-95F3-29A849CEEE3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7949AB7-007E-4D4D-A2C1-2C5C3310C0B6}"/>
              </a:ext>
            </a:extLst>
          </p:cNvPr>
          <p:cNvSpPr>
            <a:spLocks noGrp="1"/>
          </p:cNvSpPr>
          <p:nvPr>
            <p:ph type="sldNum" sz="quarter" idx="12"/>
          </p:nvPr>
        </p:nvSpPr>
        <p:spPr/>
        <p:txBody>
          <a:bodyPr/>
          <a:lstStyle/>
          <a:p>
            <a:fld id="{1CF2D47E-0AF1-4C27-801F-64E3E5BF7F72}" type="slidenum">
              <a:rPr lang="en-US" smtClean="0"/>
              <a:t>‹#›</a:t>
            </a:fld>
            <a:endParaRPr lang="en-US"/>
          </a:p>
        </p:txBody>
      </p:sp>
    </p:spTree>
    <p:extLst>
      <p:ext uri="{BB962C8B-B14F-4D97-AF65-F5344CB8AC3E}">
        <p14:creationId xmlns:p14="http://schemas.microsoft.com/office/powerpoint/2010/main" val="21293958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B0184-BDFD-48DE-B858-B81887BFD302}"/>
              </a:ext>
            </a:extLst>
          </p:cNvPr>
          <p:cNvSpPr>
            <a:spLocks noGrp="1"/>
          </p:cNvSpPr>
          <p:nvPr>
            <p:ph type="title"/>
          </p:nvPr>
        </p:nvSpPr>
        <p:spPr>
          <a:xfrm>
            <a:off x="1219200" y="365125"/>
            <a:ext cx="9753599" cy="1577975"/>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1724FEB2-6EEC-49D4-9466-0F7A6EDB0CB6}"/>
              </a:ext>
            </a:extLst>
          </p:cNvPr>
          <p:cNvSpPr>
            <a:spLocks noGrp="1"/>
          </p:cNvSpPr>
          <p:nvPr>
            <p:ph type="body" idx="1"/>
          </p:nvPr>
        </p:nvSpPr>
        <p:spPr>
          <a:xfrm>
            <a:off x="1219201" y="2109789"/>
            <a:ext cx="4507931" cy="837257"/>
          </a:xfrm>
        </p:spPr>
        <p:txBody>
          <a:bodyPr anchor="b">
            <a:normAutofit/>
          </a:bodyPr>
          <a:lstStyle>
            <a:lvl1pPr marL="0" indent="0">
              <a:buNone/>
              <a:defRPr sz="20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CBDE8CF0-BAB6-4BF2-836F-FED0AF88A8AA}"/>
              </a:ext>
            </a:extLst>
          </p:cNvPr>
          <p:cNvSpPr>
            <a:spLocks noGrp="1"/>
          </p:cNvSpPr>
          <p:nvPr>
            <p:ph sz="half" idx="2"/>
          </p:nvPr>
        </p:nvSpPr>
        <p:spPr>
          <a:xfrm>
            <a:off x="1219201" y="3063530"/>
            <a:ext cx="4507930" cy="312613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5F0751AB-FCF0-450B-A6DF-9B9A2AD2C24A}"/>
              </a:ext>
            </a:extLst>
          </p:cNvPr>
          <p:cNvSpPr>
            <a:spLocks noGrp="1"/>
          </p:cNvSpPr>
          <p:nvPr>
            <p:ph type="body" sz="quarter" idx="3"/>
          </p:nvPr>
        </p:nvSpPr>
        <p:spPr>
          <a:xfrm>
            <a:off x="6464867" y="2109789"/>
            <a:ext cx="4507932" cy="837257"/>
          </a:xfrm>
        </p:spPr>
        <p:txBody>
          <a:bodyPr anchor="b">
            <a:normAutofit/>
          </a:bodyPr>
          <a:lstStyle>
            <a:lvl1pPr marL="0" indent="0">
              <a:buNone/>
              <a:defRPr sz="20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7D3898E7-3130-4CE6-AA11-C9CC8214EA1D}"/>
              </a:ext>
            </a:extLst>
          </p:cNvPr>
          <p:cNvSpPr>
            <a:spLocks noGrp="1"/>
          </p:cNvSpPr>
          <p:nvPr>
            <p:ph sz="quarter" idx="4"/>
          </p:nvPr>
        </p:nvSpPr>
        <p:spPr>
          <a:xfrm>
            <a:off x="6464867" y="3063530"/>
            <a:ext cx="4507932" cy="312613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55D85675-9678-4CB3-9AAB-D727D2B58E7A}"/>
              </a:ext>
            </a:extLst>
          </p:cNvPr>
          <p:cNvSpPr>
            <a:spLocks noGrp="1"/>
          </p:cNvSpPr>
          <p:nvPr>
            <p:ph type="dt" sz="half" idx="10"/>
          </p:nvPr>
        </p:nvSpPr>
        <p:spPr/>
        <p:txBody>
          <a:bodyPr/>
          <a:lstStyle/>
          <a:p>
            <a:fld id="{8C1E1FAD-7351-4908-963A-08EA8E4AB7A0}" type="datetimeFigureOut">
              <a:rPr lang="en-US" smtClean="0"/>
              <a:t>11/24/25</a:t>
            </a:fld>
            <a:endParaRPr lang="en-US"/>
          </a:p>
        </p:txBody>
      </p:sp>
      <p:sp>
        <p:nvSpPr>
          <p:cNvPr id="8" name="Footer Placeholder 7">
            <a:extLst>
              <a:ext uri="{FF2B5EF4-FFF2-40B4-BE49-F238E27FC236}">
                <a16:creationId xmlns:a16="http://schemas.microsoft.com/office/drawing/2014/main" id="{445F8314-1849-461A-AAF2-BF149646D52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B69738E-5865-473C-BAFB-BDB385C06931}"/>
              </a:ext>
            </a:extLst>
          </p:cNvPr>
          <p:cNvSpPr>
            <a:spLocks noGrp="1"/>
          </p:cNvSpPr>
          <p:nvPr>
            <p:ph type="sldNum" sz="quarter" idx="12"/>
          </p:nvPr>
        </p:nvSpPr>
        <p:spPr/>
        <p:txBody>
          <a:bodyPr/>
          <a:lstStyle/>
          <a:p>
            <a:fld id="{1CF2D47E-0AF1-4C27-801F-64E3E5BF7F72}" type="slidenum">
              <a:rPr lang="en-US" smtClean="0"/>
              <a:t>‹#›</a:t>
            </a:fld>
            <a:endParaRPr lang="en-US"/>
          </a:p>
        </p:txBody>
      </p:sp>
    </p:spTree>
    <p:extLst>
      <p:ext uri="{BB962C8B-B14F-4D97-AF65-F5344CB8AC3E}">
        <p14:creationId xmlns:p14="http://schemas.microsoft.com/office/powerpoint/2010/main" val="42865331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97AC40-59FF-4CE3-B49C-C824A784C5F7}"/>
              </a:ext>
            </a:extLst>
          </p:cNvPr>
          <p:cNvSpPr>
            <a:spLocks noGrp="1"/>
          </p:cNvSpPr>
          <p:nvPr>
            <p:ph type="title"/>
          </p:nvPr>
        </p:nvSpPr>
        <p:spPr>
          <a:xfrm>
            <a:off x="1219200" y="365125"/>
            <a:ext cx="9493249" cy="1577975"/>
          </a:xfrm>
        </p:spPr>
        <p:txBody>
          <a:bodyPr/>
          <a:lstStyle/>
          <a:p>
            <a:r>
              <a:rPr lang="en-US" dirty="0"/>
              <a:t>Click to edit Master title style</a:t>
            </a:r>
          </a:p>
        </p:txBody>
      </p:sp>
      <p:sp>
        <p:nvSpPr>
          <p:cNvPr id="3" name="Date Placeholder 2">
            <a:extLst>
              <a:ext uri="{FF2B5EF4-FFF2-40B4-BE49-F238E27FC236}">
                <a16:creationId xmlns:a16="http://schemas.microsoft.com/office/drawing/2014/main" id="{F92FAB63-E9CE-4359-A54B-07AC7E9BBAE3}"/>
              </a:ext>
            </a:extLst>
          </p:cNvPr>
          <p:cNvSpPr>
            <a:spLocks noGrp="1"/>
          </p:cNvSpPr>
          <p:nvPr>
            <p:ph type="dt" sz="half" idx="10"/>
          </p:nvPr>
        </p:nvSpPr>
        <p:spPr/>
        <p:txBody>
          <a:bodyPr/>
          <a:lstStyle/>
          <a:p>
            <a:fld id="{8C1E1FAD-7351-4908-963A-08EA8E4AB7A0}" type="datetimeFigureOut">
              <a:rPr lang="en-US" smtClean="0"/>
              <a:t>11/24/25</a:t>
            </a:fld>
            <a:endParaRPr lang="en-US"/>
          </a:p>
        </p:txBody>
      </p:sp>
      <p:sp>
        <p:nvSpPr>
          <p:cNvPr id="4" name="Footer Placeholder 3">
            <a:extLst>
              <a:ext uri="{FF2B5EF4-FFF2-40B4-BE49-F238E27FC236}">
                <a16:creationId xmlns:a16="http://schemas.microsoft.com/office/drawing/2014/main" id="{C7939854-5165-4C41-8DCA-D42DFD7D906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F1768E0-4535-4B0D-8B94-4C10740B0A6B}"/>
              </a:ext>
            </a:extLst>
          </p:cNvPr>
          <p:cNvSpPr>
            <a:spLocks noGrp="1"/>
          </p:cNvSpPr>
          <p:nvPr>
            <p:ph type="sldNum" sz="quarter" idx="12"/>
          </p:nvPr>
        </p:nvSpPr>
        <p:spPr/>
        <p:txBody>
          <a:bodyPr/>
          <a:lstStyle/>
          <a:p>
            <a:fld id="{1CF2D47E-0AF1-4C27-801F-64E3E5BF7F72}" type="slidenum">
              <a:rPr lang="en-US" smtClean="0"/>
              <a:t>‹#›</a:t>
            </a:fld>
            <a:endParaRPr lang="en-US"/>
          </a:p>
        </p:txBody>
      </p:sp>
    </p:spTree>
    <p:extLst>
      <p:ext uri="{BB962C8B-B14F-4D97-AF65-F5344CB8AC3E}">
        <p14:creationId xmlns:p14="http://schemas.microsoft.com/office/powerpoint/2010/main" val="32704810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84678E3-D115-4E49-9ECB-656CF2319E94}"/>
              </a:ext>
            </a:extLst>
          </p:cNvPr>
          <p:cNvSpPr>
            <a:spLocks noGrp="1"/>
          </p:cNvSpPr>
          <p:nvPr>
            <p:ph type="dt" sz="half" idx="10"/>
          </p:nvPr>
        </p:nvSpPr>
        <p:spPr/>
        <p:txBody>
          <a:bodyPr/>
          <a:lstStyle/>
          <a:p>
            <a:fld id="{8C1E1FAD-7351-4908-963A-08EA8E4AB7A0}" type="datetimeFigureOut">
              <a:rPr lang="en-US" smtClean="0"/>
              <a:t>11/24/25</a:t>
            </a:fld>
            <a:endParaRPr lang="en-US"/>
          </a:p>
        </p:txBody>
      </p:sp>
      <p:sp>
        <p:nvSpPr>
          <p:cNvPr id="3" name="Footer Placeholder 2">
            <a:extLst>
              <a:ext uri="{FF2B5EF4-FFF2-40B4-BE49-F238E27FC236}">
                <a16:creationId xmlns:a16="http://schemas.microsoft.com/office/drawing/2014/main" id="{E521E6FC-7F84-4673-81D6-B85FE26DA0B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480318A-245C-4841-AB57-CEC5CC124D02}"/>
              </a:ext>
            </a:extLst>
          </p:cNvPr>
          <p:cNvSpPr>
            <a:spLocks noGrp="1"/>
          </p:cNvSpPr>
          <p:nvPr>
            <p:ph type="sldNum" sz="quarter" idx="12"/>
          </p:nvPr>
        </p:nvSpPr>
        <p:spPr/>
        <p:txBody>
          <a:bodyPr/>
          <a:lstStyle/>
          <a:p>
            <a:fld id="{1CF2D47E-0AF1-4C27-801F-64E3E5BF7F72}" type="slidenum">
              <a:rPr lang="en-US" smtClean="0"/>
              <a:t>‹#›</a:t>
            </a:fld>
            <a:endParaRPr lang="en-US"/>
          </a:p>
        </p:txBody>
      </p:sp>
    </p:spTree>
    <p:extLst>
      <p:ext uri="{BB962C8B-B14F-4D97-AF65-F5344CB8AC3E}">
        <p14:creationId xmlns:p14="http://schemas.microsoft.com/office/powerpoint/2010/main" val="7081402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0F847B-9D86-47FF-B24A-EEA5F73EA144}"/>
              </a:ext>
            </a:extLst>
          </p:cNvPr>
          <p:cNvSpPr>
            <a:spLocks noGrp="1"/>
          </p:cNvSpPr>
          <p:nvPr>
            <p:ph type="title"/>
          </p:nvPr>
        </p:nvSpPr>
        <p:spPr>
          <a:xfrm>
            <a:off x="1219200" y="457200"/>
            <a:ext cx="3776472" cy="2852928"/>
          </a:xfrm>
        </p:spPr>
        <p:txBody>
          <a:bodyPr anchor="b">
            <a:normAutofit/>
          </a:bodyPr>
          <a:lstStyle>
            <a:lvl1pP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ADAC0675-AD2F-44DC-8FF3-4454258A5908}"/>
              </a:ext>
            </a:extLst>
          </p:cNvPr>
          <p:cNvSpPr>
            <a:spLocks noGrp="1"/>
          </p:cNvSpPr>
          <p:nvPr>
            <p:ph idx="1"/>
          </p:nvPr>
        </p:nvSpPr>
        <p:spPr>
          <a:xfrm>
            <a:off x="5557582" y="987425"/>
            <a:ext cx="5948618" cy="4873625"/>
          </a:xfrm>
        </p:spPr>
        <p:txBody>
          <a:bodyPr>
            <a:normAutofit/>
          </a:bodyPr>
          <a:lstStyle>
            <a:lvl1pPr>
              <a:defRPr sz="24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E1D96356-C0F0-4C22-B9B6-C7E0BE4F3702}"/>
              </a:ext>
            </a:extLst>
          </p:cNvPr>
          <p:cNvSpPr>
            <a:spLocks noGrp="1"/>
          </p:cNvSpPr>
          <p:nvPr>
            <p:ph type="body" sz="half" idx="2"/>
          </p:nvPr>
        </p:nvSpPr>
        <p:spPr>
          <a:xfrm>
            <a:off x="1219200" y="3484210"/>
            <a:ext cx="3768934" cy="238477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AF3EFD71-2ACA-4041-9EA2-86E7B81C314D}"/>
              </a:ext>
            </a:extLst>
          </p:cNvPr>
          <p:cNvSpPr>
            <a:spLocks noGrp="1"/>
          </p:cNvSpPr>
          <p:nvPr>
            <p:ph type="dt" sz="half" idx="10"/>
          </p:nvPr>
        </p:nvSpPr>
        <p:spPr/>
        <p:txBody>
          <a:bodyPr/>
          <a:lstStyle/>
          <a:p>
            <a:fld id="{8C1E1FAD-7351-4908-963A-08EA8E4AB7A0}" type="datetimeFigureOut">
              <a:rPr lang="en-US" smtClean="0"/>
              <a:t>11/24/25</a:t>
            </a:fld>
            <a:endParaRPr lang="en-US"/>
          </a:p>
        </p:txBody>
      </p:sp>
      <p:sp>
        <p:nvSpPr>
          <p:cNvPr id="6" name="Footer Placeholder 5">
            <a:extLst>
              <a:ext uri="{FF2B5EF4-FFF2-40B4-BE49-F238E27FC236}">
                <a16:creationId xmlns:a16="http://schemas.microsoft.com/office/drawing/2014/main" id="{14ECACE3-32A8-4245-97AC-5797C147E71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4D63845-314D-499C-BB75-CE9162BE6EEB}"/>
              </a:ext>
            </a:extLst>
          </p:cNvPr>
          <p:cNvSpPr>
            <a:spLocks noGrp="1"/>
          </p:cNvSpPr>
          <p:nvPr>
            <p:ph type="sldNum" sz="quarter" idx="12"/>
          </p:nvPr>
        </p:nvSpPr>
        <p:spPr/>
        <p:txBody>
          <a:bodyPr/>
          <a:lstStyle/>
          <a:p>
            <a:fld id="{1CF2D47E-0AF1-4C27-801F-64E3E5BF7F72}" type="slidenum">
              <a:rPr lang="en-US" smtClean="0"/>
              <a:t>‹#›</a:t>
            </a:fld>
            <a:endParaRPr lang="en-US"/>
          </a:p>
        </p:txBody>
      </p:sp>
    </p:spTree>
    <p:extLst>
      <p:ext uri="{BB962C8B-B14F-4D97-AF65-F5344CB8AC3E}">
        <p14:creationId xmlns:p14="http://schemas.microsoft.com/office/powerpoint/2010/main" val="8782633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66D3DB-B1F8-4892-96F7-0BE21DE637CD}"/>
              </a:ext>
            </a:extLst>
          </p:cNvPr>
          <p:cNvSpPr>
            <a:spLocks noGrp="1"/>
          </p:cNvSpPr>
          <p:nvPr>
            <p:ph type="title"/>
          </p:nvPr>
        </p:nvSpPr>
        <p:spPr>
          <a:xfrm>
            <a:off x="1219200" y="457200"/>
            <a:ext cx="3932349" cy="2852670"/>
          </a:xfrm>
        </p:spPr>
        <p:txBody>
          <a:bodyPr anchor="b">
            <a:noAutofit/>
          </a:bodyPr>
          <a:lstStyle>
            <a:lvl1pPr>
              <a:defRPr sz="4000"/>
            </a:lvl1pPr>
          </a:lstStyle>
          <a:p>
            <a:r>
              <a:rPr lang="en-US" dirty="0"/>
              <a:t>Click to edit Master title style</a:t>
            </a:r>
          </a:p>
        </p:txBody>
      </p:sp>
      <p:sp>
        <p:nvSpPr>
          <p:cNvPr id="3" name="Picture Placeholder 2">
            <a:extLst>
              <a:ext uri="{FF2B5EF4-FFF2-40B4-BE49-F238E27FC236}">
                <a16:creationId xmlns:a16="http://schemas.microsoft.com/office/drawing/2014/main" id="{A40AB405-B2E9-4C4B-930C-CF1B63342F1D}"/>
              </a:ext>
            </a:extLst>
          </p:cNvPr>
          <p:cNvSpPr>
            <a:spLocks noGrp="1"/>
          </p:cNvSpPr>
          <p:nvPr>
            <p:ph type="pic" idx="1"/>
          </p:nvPr>
        </p:nvSpPr>
        <p:spPr>
          <a:xfrm>
            <a:off x="5674810" y="657055"/>
            <a:ext cx="5831389" cy="55151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8AF82ED-5295-4670-A3A8-B7813FF4713F}"/>
              </a:ext>
            </a:extLst>
          </p:cNvPr>
          <p:cNvSpPr>
            <a:spLocks noGrp="1"/>
          </p:cNvSpPr>
          <p:nvPr>
            <p:ph type="body" sz="half" idx="2"/>
          </p:nvPr>
        </p:nvSpPr>
        <p:spPr>
          <a:xfrm>
            <a:off x="1219199" y="3484210"/>
            <a:ext cx="3768934" cy="237684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EF8BCDD2-4389-41FA-BE68-6805E3290FCE}"/>
              </a:ext>
            </a:extLst>
          </p:cNvPr>
          <p:cNvSpPr>
            <a:spLocks noGrp="1"/>
          </p:cNvSpPr>
          <p:nvPr>
            <p:ph type="dt" sz="half" idx="10"/>
          </p:nvPr>
        </p:nvSpPr>
        <p:spPr/>
        <p:txBody>
          <a:bodyPr/>
          <a:lstStyle/>
          <a:p>
            <a:fld id="{8C1E1FAD-7351-4908-963A-08EA8E4AB7A0}" type="datetimeFigureOut">
              <a:rPr lang="en-US" smtClean="0"/>
              <a:t>11/24/25</a:t>
            </a:fld>
            <a:endParaRPr lang="en-US"/>
          </a:p>
        </p:txBody>
      </p:sp>
      <p:sp>
        <p:nvSpPr>
          <p:cNvPr id="6" name="Footer Placeholder 5">
            <a:extLst>
              <a:ext uri="{FF2B5EF4-FFF2-40B4-BE49-F238E27FC236}">
                <a16:creationId xmlns:a16="http://schemas.microsoft.com/office/drawing/2014/main" id="{33C1D4C8-D966-41BE-B38F-54B9134FF78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3A7339F-1169-4FB1-8FAA-781335ECB2AB}"/>
              </a:ext>
            </a:extLst>
          </p:cNvPr>
          <p:cNvSpPr>
            <a:spLocks noGrp="1"/>
          </p:cNvSpPr>
          <p:nvPr>
            <p:ph type="sldNum" sz="quarter" idx="12"/>
          </p:nvPr>
        </p:nvSpPr>
        <p:spPr/>
        <p:txBody>
          <a:bodyPr/>
          <a:lstStyle/>
          <a:p>
            <a:fld id="{1CF2D47E-0AF1-4C27-801F-64E3E5BF7F72}" type="slidenum">
              <a:rPr lang="en-US" smtClean="0"/>
              <a:t>‹#›</a:t>
            </a:fld>
            <a:endParaRPr lang="en-US"/>
          </a:p>
        </p:txBody>
      </p:sp>
    </p:spTree>
    <p:extLst>
      <p:ext uri="{BB962C8B-B14F-4D97-AF65-F5344CB8AC3E}">
        <p14:creationId xmlns:p14="http://schemas.microsoft.com/office/powerpoint/2010/main" val="31395551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CA6D4F-1C6D-40FB-9A92-C86C4E15C05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B67BDDB-F95B-4041-AA53-71BBCB26D9C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5977052-C8EA-459E-9E10-8EE28C50E166}"/>
              </a:ext>
            </a:extLst>
          </p:cNvPr>
          <p:cNvSpPr>
            <a:spLocks noGrp="1"/>
          </p:cNvSpPr>
          <p:nvPr>
            <p:ph type="dt" sz="half" idx="10"/>
          </p:nvPr>
        </p:nvSpPr>
        <p:spPr/>
        <p:txBody>
          <a:bodyPr/>
          <a:lstStyle/>
          <a:p>
            <a:fld id="{8C1E1FAD-7351-4908-963A-08EA8E4AB7A0}" type="datetimeFigureOut">
              <a:rPr lang="en-US" smtClean="0"/>
              <a:t>11/24/25</a:t>
            </a:fld>
            <a:endParaRPr lang="en-US"/>
          </a:p>
        </p:txBody>
      </p:sp>
      <p:sp>
        <p:nvSpPr>
          <p:cNvPr id="5" name="Footer Placeholder 4">
            <a:extLst>
              <a:ext uri="{FF2B5EF4-FFF2-40B4-BE49-F238E27FC236}">
                <a16:creationId xmlns:a16="http://schemas.microsoft.com/office/drawing/2014/main" id="{1F3E6650-E3AD-4C98-88FE-F5152966FE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54FED5-B228-4E3C-BFEE-0BC47D950694}"/>
              </a:ext>
            </a:extLst>
          </p:cNvPr>
          <p:cNvSpPr>
            <a:spLocks noGrp="1"/>
          </p:cNvSpPr>
          <p:nvPr>
            <p:ph type="sldNum" sz="quarter" idx="12"/>
          </p:nvPr>
        </p:nvSpPr>
        <p:spPr/>
        <p:txBody>
          <a:bodyPr/>
          <a:lstStyle/>
          <a:p>
            <a:fld id="{1CF2D47E-0AF1-4C27-801F-64E3E5BF7F72}" type="slidenum">
              <a:rPr lang="en-US" smtClean="0"/>
              <a:t>‹#›</a:t>
            </a:fld>
            <a:endParaRPr lang="en-US"/>
          </a:p>
        </p:txBody>
      </p:sp>
    </p:spTree>
    <p:extLst>
      <p:ext uri="{BB962C8B-B14F-4D97-AF65-F5344CB8AC3E}">
        <p14:creationId xmlns:p14="http://schemas.microsoft.com/office/powerpoint/2010/main" val="7252377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B0A243A-5463-4C65-85DA-03BECDAE63E2}"/>
              </a:ext>
            </a:extLst>
          </p:cNvPr>
          <p:cNvSpPr>
            <a:spLocks noGrp="1"/>
          </p:cNvSpPr>
          <p:nvPr>
            <p:ph type="title" orient="vert"/>
          </p:nvPr>
        </p:nvSpPr>
        <p:spPr>
          <a:xfrm>
            <a:off x="8831898" y="897973"/>
            <a:ext cx="2674301" cy="5278989"/>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9E10153C-6948-4108-8FF1-033F66D4CABA}"/>
              </a:ext>
            </a:extLst>
          </p:cNvPr>
          <p:cNvSpPr>
            <a:spLocks noGrp="1"/>
          </p:cNvSpPr>
          <p:nvPr>
            <p:ph type="body" orient="vert" idx="1"/>
          </p:nvPr>
        </p:nvSpPr>
        <p:spPr>
          <a:xfrm>
            <a:off x="838200" y="854169"/>
            <a:ext cx="7734300" cy="5322793"/>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9345988-B24C-46FE-87B0-55D4FB7CBC42}"/>
              </a:ext>
            </a:extLst>
          </p:cNvPr>
          <p:cNvSpPr>
            <a:spLocks noGrp="1"/>
          </p:cNvSpPr>
          <p:nvPr>
            <p:ph type="dt" sz="half" idx="10"/>
          </p:nvPr>
        </p:nvSpPr>
        <p:spPr/>
        <p:txBody>
          <a:bodyPr/>
          <a:lstStyle/>
          <a:p>
            <a:fld id="{8C1E1FAD-7351-4908-963A-08EA8E4AB7A0}" type="datetimeFigureOut">
              <a:rPr lang="en-US" smtClean="0"/>
              <a:t>11/24/25</a:t>
            </a:fld>
            <a:endParaRPr lang="en-US"/>
          </a:p>
        </p:txBody>
      </p:sp>
      <p:sp>
        <p:nvSpPr>
          <p:cNvPr id="5" name="Footer Placeholder 4">
            <a:extLst>
              <a:ext uri="{FF2B5EF4-FFF2-40B4-BE49-F238E27FC236}">
                <a16:creationId xmlns:a16="http://schemas.microsoft.com/office/drawing/2014/main" id="{493AB2DB-BD1F-41F7-AC5E-57249C2700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81E3DB-BDAB-40CA-ABA3-A3662C06881F}"/>
              </a:ext>
            </a:extLst>
          </p:cNvPr>
          <p:cNvSpPr>
            <a:spLocks noGrp="1"/>
          </p:cNvSpPr>
          <p:nvPr>
            <p:ph type="sldNum" sz="quarter" idx="12"/>
          </p:nvPr>
        </p:nvSpPr>
        <p:spPr/>
        <p:txBody>
          <a:bodyPr/>
          <a:lstStyle/>
          <a:p>
            <a:fld id="{1CF2D47E-0AF1-4C27-801F-64E3E5BF7F72}" type="slidenum">
              <a:rPr lang="en-US" smtClean="0"/>
              <a:t>‹#›</a:t>
            </a:fld>
            <a:endParaRPr lang="en-US"/>
          </a:p>
        </p:txBody>
      </p:sp>
    </p:spTree>
    <p:extLst>
      <p:ext uri="{BB962C8B-B14F-4D97-AF65-F5344CB8AC3E}">
        <p14:creationId xmlns:p14="http://schemas.microsoft.com/office/powerpoint/2010/main" val="34960092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2104591-A10E-46C3-952B-F25DCBDAD1BC}"/>
              </a:ext>
            </a:extLst>
          </p:cNvPr>
          <p:cNvSpPr>
            <a:spLocks noGrp="1"/>
          </p:cNvSpPr>
          <p:nvPr>
            <p:ph type="title"/>
          </p:nvPr>
        </p:nvSpPr>
        <p:spPr>
          <a:xfrm>
            <a:off x="1219200" y="365125"/>
            <a:ext cx="9493249" cy="1577975"/>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E1F77F62-7300-4B81-8F9B-D040A0EE1797}"/>
              </a:ext>
            </a:extLst>
          </p:cNvPr>
          <p:cNvSpPr>
            <a:spLocks noGrp="1"/>
          </p:cNvSpPr>
          <p:nvPr>
            <p:ph type="body" idx="1"/>
          </p:nvPr>
        </p:nvSpPr>
        <p:spPr>
          <a:xfrm>
            <a:off x="1219200" y="2318032"/>
            <a:ext cx="9493250" cy="3854167"/>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6252CF0-2C7E-4A4C-BD7E-B7CEFF0DC458}"/>
              </a:ext>
            </a:extLst>
          </p:cNvPr>
          <p:cNvSpPr>
            <a:spLocks noGrp="1"/>
          </p:cNvSpPr>
          <p:nvPr>
            <p:ph type="dt" sz="half" idx="2"/>
          </p:nvPr>
        </p:nvSpPr>
        <p:spPr>
          <a:xfrm rot="16200000">
            <a:off x="-1029207" y="4680813"/>
            <a:ext cx="2758330" cy="365125"/>
          </a:xfrm>
          <a:prstGeom prst="rect">
            <a:avLst/>
          </a:prstGeom>
        </p:spPr>
        <p:txBody>
          <a:bodyPr vert="horz" lIns="91440" tIns="45720" rIns="91440" bIns="45720" rtlCol="0" anchor="ctr"/>
          <a:lstStyle>
            <a:lvl1pPr algn="l">
              <a:defRPr sz="1100">
                <a:solidFill>
                  <a:schemeClr val="tx1"/>
                </a:solidFill>
              </a:defRPr>
            </a:lvl1pPr>
          </a:lstStyle>
          <a:p>
            <a:fld id="{8C1E1FAD-7351-4908-963A-08EA8E4AB7A0}" type="datetimeFigureOut">
              <a:rPr lang="en-US" smtClean="0"/>
              <a:t>11/24/25</a:t>
            </a:fld>
            <a:endParaRPr lang="en-US"/>
          </a:p>
        </p:txBody>
      </p:sp>
      <p:sp>
        <p:nvSpPr>
          <p:cNvPr id="5" name="Footer Placeholder 4">
            <a:extLst>
              <a:ext uri="{FF2B5EF4-FFF2-40B4-BE49-F238E27FC236}">
                <a16:creationId xmlns:a16="http://schemas.microsoft.com/office/drawing/2014/main" id="{D2B49E98-61B4-4398-B18F-534336EA1747}"/>
              </a:ext>
            </a:extLst>
          </p:cNvPr>
          <p:cNvSpPr>
            <a:spLocks noGrp="1"/>
          </p:cNvSpPr>
          <p:nvPr>
            <p:ph type="ftr" sz="quarter" idx="3"/>
          </p:nvPr>
        </p:nvSpPr>
        <p:spPr>
          <a:xfrm>
            <a:off x="661112" y="6356350"/>
            <a:ext cx="5509684" cy="365125"/>
          </a:xfrm>
          <a:prstGeom prst="rect">
            <a:avLst/>
          </a:prstGeom>
        </p:spPr>
        <p:txBody>
          <a:bodyPr vert="horz" lIns="91440" tIns="45720" rIns="91440" bIns="45720" rtlCol="0" anchor="ctr"/>
          <a:lstStyle>
            <a:lvl1pPr algn="l">
              <a:defRPr sz="110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A676DC5D-5820-4314-ADE6-9CD1C7D4AB68}"/>
              </a:ext>
            </a:extLst>
          </p:cNvPr>
          <p:cNvSpPr>
            <a:spLocks noGrp="1"/>
          </p:cNvSpPr>
          <p:nvPr>
            <p:ph type="sldNum" sz="quarter" idx="4"/>
          </p:nvPr>
        </p:nvSpPr>
        <p:spPr>
          <a:xfrm>
            <a:off x="10905482" y="6356350"/>
            <a:ext cx="1112082" cy="365125"/>
          </a:xfrm>
          <a:prstGeom prst="rect">
            <a:avLst/>
          </a:prstGeom>
        </p:spPr>
        <p:txBody>
          <a:bodyPr vert="horz" lIns="91440" tIns="45720" rIns="91440" bIns="45720" rtlCol="0" anchor="ctr"/>
          <a:lstStyle>
            <a:lvl1pPr algn="r">
              <a:defRPr sz="1100">
                <a:solidFill>
                  <a:schemeClr val="tx1"/>
                </a:solidFill>
              </a:defRPr>
            </a:lvl1pPr>
          </a:lstStyle>
          <a:p>
            <a:fld id="{1CF2D47E-0AF1-4C27-801F-64E3E5BF7F72}" type="slidenum">
              <a:rPr lang="en-US" smtClean="0"/>
              <a:t>‹#›</a:t>
            </a:fld>
            <a:endParaRPr lang="en-US"/>
          </a:p>
        </p:txBody>
      </p:sp>
      <p:grpSp>
        <p:nvGrpSpPr>
          <p:cNvPr id="7" name="Group 6">
            <a:extLst>
              <a:ext uri="{FF2B5EF4-FFF2-40B4-BE49-F238E27FC236}">
                <a16:creationId xmlns:a16="http://schemas.microsoft.com/office/drawing/2014/main" id="{23F5135F-115E-423C-BE4A-B56C35DC9F3E}"/>
              </a:ext>
            </a:extLst>
          </p:cNvPr>
          <p:cNvGrpSpPr/>
          <p:nvPr/>
        </p:nvGrpSpPr>
        <p:grpSpPr>
          <a:xfrm>
            <a:off x="174436" y="6356005"/>
            <a:ext cx="358083" cy="358083"/>
            <a:chOff x="4135740" y="1745599"/>
            <a:chExt cx="558732" cy="558732"/>
          </a:xfrm>
        </p:grpSpPr>
        <p:grpSp>
          <p:nvGrpSpPr>
            <p:cNvPr id="8" name="Group 7">
              <a:extLst>
                <a:ext uri="{FF2B5EF4-FFF2-40B4-BE49-F238E27FC236}">
                  <a16:creationId xmlns:a16="http://schemas.microsoft.com/office/drawing/2014/main" id="{82C1E318-0F1F-4920-8C7D-FBAC66631B54}"/>
                </a:ext>
              </a:extLst>
            </p:cNvPr>
            <p:cNvGrpSpPr/>
            <p:nvPr/>
          </p:nvGrpSpPr>
          <p:grpSpPr>
            <a:xfrm>
              <a:off x="4135740" y="1745599"/>
              <a:ext cx="558732" cy="558732"/>
              <a:chOff x="1028007" y="1706560"/>
              <a:chExt cx="575710" cy="575710"/>
            </a:xfrm>
          </p:grpSpPr>
          <p:cxnSp>
            <p:nvCxnSpPr>
              <p:cNvPr id="10" name="Straight Connector 9">
                <a:extLst>
                  <a:ext uri="{FF2B5EF4-FFF2-40B4-BE49-F238E27FC236}">
                    <a16:creationId xmlns:a16="http://schemas.microsoft.com/office/drawing/2014/main" id="{DE4A7237-B6EB-4FB7-8B68-7C27438D477D}"/>
                  </a:ext>
                </a:extLst>
              </p:cNvPr>
              <p:cNvCxnSpPr>
                <a:cxnSpLocks/>
              </p:cNvCxnSpPr>
              <p:nvPr/>
            </p:nvCxnSpPr>
            <p:spPr>
              <a:xfrm>
                <a:off x="1028007" y="1994415"/>
                <a:ext cx="57571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84E00FDE-0838-4B5B-A782-6B6C92DB0A89}"/>
                  </a:ext>
                </a:extLst>
              </p:cNvPr>
              <p:cNvCxnSpPr>
                <a:cxnSpLocks/>
              </p:cNvCxnSpPr>
              <p:nvPr/>
            </p:nvCxnSpPr>
            <p:spPr>
              <a:xfrm rot="16200000">
                <a:off x="1028007" y="1994415"/>
                <a:ext cx="57571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9" name="Oval 8">
              <a:extLst>
                <a:ext uri="{FF2B5EF4-FFF2-40B4-BE49-F238E27FC236}">
                  <a16:creationId xmlns:a16="http://schemas.microsoft.com/office/drawing/2014/main" id="{2BC1B2F3-8E83-4A70-B103-979C67EECED1}"/>
                </a:ext>
              </a:extLst>
            </p:cNvPr>
            <p:cNvSpPr/>
            <p:nvPr/>
          </p:nvSpPr>
          <p:spPr>
            <a:xfrm>
              <a:off x="4336389" y="1946248"/>
              <a:ext cx="157434" cy="157434"/>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491401280"/>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8" r:id="rId6"/>
    <p:sldLayoutId id="2147483693" r:id="rId7"/>
    <p:sldLayoutId id="2147483694" r:id="rId8"/>
    <p:sldLayoutId id="2147483695" r:id="rId9"/>
    <p:sldLayoutId id="2147483697" r:id="rId10"/>
    <p:sldLayoutId id="2147483696" r:id="rId11"/>
  </p:sldLayoutIdLst>
  <p:txStyles>
    <p:titleStyle>
      <a:lvl1pPr algn="l" defTabSz="914400" rtl="0" eaLnBrk="1" latinLnBrk="0" hangingPunct="1">
        <a:lnSpc>
          <a:spcPct val="120000"/>
        </a:lnSpc>
        <a:spcBef>
          <a:spcPct val="0"/>
        </a:spcBef>
        <a:buNone/>
        <a:defRPr sz="4000" i="1" kern="1200">
          <a:solidFill>
            <a:srgbClr val="000000"/>
          </a:solidFill>
          <a:highlight>
            <a:srgbClr val="FFFF00"/>
          </a:highligh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6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Consolas" panose="020B0609020204030204" pitchFamily="49" charset="0"/>
        <a:buChar char="+"/>
        <a:defRPr sz="1400" kern="1200">
          <a:solidFill>
            <a:schemeClr val="tx1"/>
          </a:solidFill>
          <a:latin typeface="+mn-lt"/>
          <a:ea typeface="+mn-ea"/>
          <a:cs typeface="+mn-cs"/>
        </a:defRPr>
      </a:lvl2pPr>
      <a:lvl3pPr marL="64008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822960" indent="-228600" algn="l" defTabSz="914400" rtl="0" eaLnBrk="1" latinLnBrk="0" hangingPunct="1">
        <a:lnSpc>
          <a:spcPct val="120000"/>
        </a:lnSpc>
        <a:spcBef>
          <a:spcPts val="500"/>
        </a:spcBef>
        <a:buFont typeface="Consolas" panose="020B0609020204030204" pitchFamily="49" charset="0"/>
        <a:buChar char="+"/>
        <a:defRPr sz="1200" kern="1200">
          <a:solidFill>
            <a:schemeClr val="tx1"/>
          </a:solidFill>
          <a:latin typeface="+mn-lt"/>
          <a:ea typeface="+mn-ea"/>
          <a:cs typeface="+mn-cs"/>
        </a:defRPr>
      </a:lvl4pPr>
      <a:lvl5pPr marL="100584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7.xml"/><Relationship Id="rId4" Type="http://schemas.openxmlformats.org/officeDocument/2006/relationships/image" Target="../media/image17.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23.emf"/><Relationship Id="rId1" Type="http://schemas.openxmlformats.org/officeDocument/2006/relationships/slideLayout" Target="../slideLayouts/slideLayout7.xml"/><Relationship Id="rId5" Type="http://schemas.openxmlformats.org/officeDocument/2006/relationships/image" Target="../media/image24.emf"/><Relationship Id="rId4" Type="http://schemas.openxmlformats.org/officeDocument/2006/relationships/oleObject" Target="../embeddings/oleObject1.bin"/></Relationships>
</file>

<file path=ppt/slides/_rels/slide19.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image" Target="../media/image27.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oleObject" Target="../embeddings/oleObject2.bin"/><Relationship Id="rId1" Type="http://schemas.openxmlformats.org/officeDocument/2006/relationships/slideLayout" Target="../slideLayouts/slideLayout7.xml"/><Relationship Id="rId4" Type="http://schemas.openxmlformats.org/officeDocument/2006/relationships/oleObject" Target="../embeddings/oleObject3.bin"/></Relationships>
</file>

<file path=ppt/slides/_rels/slide26.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2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5.svg"/><Relationship Id="rId2" Type="http://schemas.openxmlformats.org/officeDocument/2006/relationships/image" Target="../media/image34.pn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32.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7.gif"/><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32" name="Rectangle 8">
            <a:extLst>
              <a:ext uri="{FF2B5EF4-FFF2-40B4-BE49-F238E27FC236}">
                <a16:creationId xmlns:a16="http://schemas.microsoft.com/office/drawing/2014/main" id="{0B60C714-CA3D-427D-95B5-3C29587A4C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Shape 10">
            <a:extLst>
              <a:ext uri="{FF2B5EF4-FFF2-40B4-BE49-F238E27FC236}">
                <a16:creationId xmlns:a16="http://schemas.microsoft.com/office/drawing/2014/main" id="{C1D7ED78-1CF5-4B8A-93C1-4CC089539D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046778" cy="6858000"/>
          </a:xfrm>
          <a:custGeom>
            <a:avLst/>
            <a:gdLst>
              <a:gd name="connsiteX0" fmla="*/ 0 w 12046778"/>
              <a:gd name="connsiteY0" fmla="*/ 0 h 6858000"/>
              <a:gd name="connsiteX1" fmla="*/ 454478 w 12046778"/>
              <a:gd name="connsiteY1" fmla="*/ 0 h 6858000"/>
              <a:gd name="connsiteX2" fmla="*/ 892342 w 12046778"/>
              <a:gd name="connsiteY2" fmla="*/ 15552 h 6858000"/>
              <a:gd name="connsiteX3" fmla="*/ 893702 w 12046778"/>
              <a:gd name="connsiteY3" fmla="*/ 0 h 6858000"/>
              <a:gd name="connsiteX4" fmla="*/ 5761220 w 12046778"/>
              <a:gd name="connsiteY4" fmla="*/ 0 h 6858000"/>
              <a:gd name="connsiteX5" fmla="*/ 7920992 w 12046778"/>
              <a:gd name="connsiteY5" fmla="*/ 265187 h 6858000"/>
              <a:gd name="connsiteX6" fmla="*/ 11428519 w 12046778"/>
              <a:gd name="connsiteY6" fmla="*/ 389763 h 6858000"/>
              <a:gd name="connsiteX7" fmla="*/ 11417875 w 12046778"/>
              <a:gd name="connsiteY7" fmla="*/ 694551 h 6858000"/>
              <a:gd name="connsiteX8" fmla="*/ 12046778 w 12046778"/>
              <a:gd name="connsiteY8" fmla="*/ 771770 h 6858000"/>
              <a:gd name="connsiteX9" fmla="*/ 11299482 w 12046778"/>
              <a:gd name="connsiteY9" fmla="*/ 6858000 h 6858000"/>
              <a:gd name="connsiteX10" fmla="*/ 11202642 w 12046778"/>
              <a:gd name="connsiteY10" fmla="*/ 6858000 h 6858000"/>
              <a:gd name="connsiteX11" fmla="*/ 6662440 w 12046778"/>
              <a:gd name="connsiteY11" fmla="*/ 6858000 h 6858000"/>
              <a:gd name="connsiteX12" fmla="*/ 0 w 12046778"/>
              <a:gd name="connsiteY12"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046778" h="6858000">
                <a:moveTo>
                  <a:pt x="0" y="0"/>
                </a:moveTo>
                <a:lnTo>
                  <a:pt x="454478" y="0"/>
                </a:lnTo>
                <a:lnTo>
                  <a:pt x="892342" y="15552"/>
                </a:lnTo>
                <a:lnTo>
                  <a:pt x="893702" y="0"/>
                </a:lnTo>
                <a:lnTo>
                  <a:pt x="5761220" y="0"/>
                </a:lnTo>
                <a:lnTo>
                  <a:pt x="7920992" y="265187"/>
                </a:lnTo>
                <a:lnTo>
                  <a:pt x="11428519" y="389763"/>
                </a:lnTo>
                <a:lnTo>
                  <a:pt x="11417875" y="694551"/>
                </a:lnTo>
                <a:lnTo>
                  <a:pt x="12046778" y="771770"/>
                </a:lnTo>
                <a:lnTo>
                  <a:pt x="11299482" y="6858000"/>
                </a:lnTo>
                <a:lnTo>
                  <a:pt x="11202642" y="6858000"/>
                </a:lnTo>
                <a:lnTo>
                  <a:pt x="6662440" y="6858000"/>
                </a:lnTo>
                <a:lnTo>
                  <a:pt x="0" y="6858000"/>
                </a:lnTo>
                <a:close/>
              </a:path>
            </a:pathLst>
          </a:custGeom>
          <a:solidFill>
            <a:schemeClr val="tx1"/>
          </a:solidFill>
          <a:ln w="12700" cap="flat" cmpd="sng" algn="ctr">
            <a:noFill/>
            <a:prstDash val="solid"/>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Shape 12">
            <a:extLst>
              <a:ext uri="{FF2B5EF4-FFF2-40B4-BE49-F238E27FC236}">
                <a16:creationId xmlns:a16="http://schemas.microsoft.com/office/drawing/2014/main" id="{C3FA2241-6B3E-48FF-860B-B990431EC4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1915541" cy="6858001"/>
          </a:xfrm>
          <a:custGeom>
            <a:avLst/>
            <a:gdLst>
              <a:gd name="connsiteX0" fmla="*/ 289900 w 11915541"/>
              <a:gd name="connsiteY0" fmla="*/ 0 h 6858001"/>
              <a:gd name="connsiteX1" fmla="*/ 4956408 w 11915541"/>
              <a:gd name="connsiteY1" fmla="*/ 0 h 6858001"/>
              <a:gd name="connsiteX2" fmla="*/ 7146011 w 11915541"/>
              <a:gd name="connsiteY2" fmla="*/ 269060 h 6858001"/>
              <a:gd name="connsiteX3" fmla="*/ 7883888 w 11915541"/>
              <a:gd name="connsiteY3" fmla="*/ 358077 h 6858001"/>
              <a:gd name="connsiteX4" fmla="*/ 8743808 w 11915541"/>
              <a:gd name="connsiteY4" fmla="*/ 388772 h 6858001"/>
              <a:gd name="connsiteX5" fmla="*/ 8846325 w 11915541"/>
              <a:gd name="connsiteY5" fmla="*/ 387158 h 6858001"/>
              <a:gd name="connsiteX6" fmla="*/ 8908081 w 11915541"/>
              <a:gd name="connsiteY6" fmla="*/ 391374 h 6858001"/>
              <a:gd name="connsiteX7" fmla="*/ 8976104 w 11915541"/>
              <a:gd name="connsiteY7" fmla="*/ 394890 h 6858001"/>
              <a:gd name="connsiteX8" fmla="*/ 9041336 w 11915541"/>
              <a:gd name="connsiteY8" fmla="*/ 398298 h 6858001"/>
              <a:gd name="connsiteX9" fmla="*/ 9111961 w 11915541"/>
              <a:gd name="connsiteY9" fmla="*/ 399407 h 6858001"/>
              <a:gd name="connsiteX10" fmla="*/ 9137458 w 11915541"/>
              <a:gd name="connsiteY10" fmla="*/ 411076 h 6858001"/>
              <a:gd name="connsiteX11" fmla="*/ 9439267 w 11915541"/>
              <a:gd name="connsiteY11" fmla="*/ 421615 h 6858001"/>
              <a:gd name="connsiteX12" fmla="*/ 9447565 w 11915541"/>
              <a:gd name="connsiteY12" fmla="*/ 420237 h 6858001"/>
              <a:gd name="connsiteX13" fmla="*/ 9480968 w 11915541"/>
              <a:gd name="connsiteY13" fmla="*/ 413579 h 6858001"/>
              <a:gd name="connsiteX14" fmla="*/ 9485823 w 11915541"/>
              <a:gd name="connsiteY14" fmla="*/ 414668 h 6858001"/>
              <a:gd name="connsiteX15" fmla="*/ 9504040 w 11915541"/>
              <a:gd name="connsiteY15" fmla="*/ 413672 h 6858001"/>
              <a:gd name="connsiteX16" fmla="*/ 9510668 w 11915541"/>
              <a:gd name="connsiteY16" fmla="*/ 420087 h 6858001"/>
              <a:gd name="connsiteX17" fmla="*/ 9572280 w 11915541"/>
              <a:gd name="connsiteY17" fmla="*/ 419684 h 6858001"/>
              <a:gd name="connsiteX18" fmla="*/ 9690102 w 11915541"/>
              <a:gd name="connsiteY18" fmla="*/ 407264 h 6858001"/>
              <a:gd name="connsiteX19" fmla="*/ 9711635 w 11915541"/>
              <a:gd name="connsiteY19" fmla="*/ 410830 h 6858001"/>
              <a:gd name="connsiteX20" fmla="*/ 9828330 w 11915541"/>
              <a:gd name="connsiteY20" fmla="*/ 413906 h 6858001"/>
              <a:gd name="connsiteX21" fmla="*/ 9966913 w 11915541"/>
              <a:gd name="connsiteY21" fmla="*/ 412008 h 6858001"/>
              <a:gd name="connsiteX22" fmla="*/ 10066210 w 11915541"/>
              <a:gd name="connsiteY22" fmla="*/ 412124 h 6858001"/>
              <a:gd name="connsiteX23" fmla="*/ 10165116 w 11915541"/>
              <a:gd name="connsiteY23" fmla="*/ 410209 h 6858001"/>
              <a:gd name="connsiteX24" fmla="*/ 10244876 w 11915541"/>
              <a:gd name="connsiteY24" fmla="*/ 418729 h 6858001"/>
              <a:gd name="connsiteX25" fmla="*/ 10292900 w 11915541"/>
              <a:gd name="connsiteY25" fmla="*/ 427936 h 6858001"/>
              <a:gd name="connsiteX26" fmla="*/ 10326189 w 11915541"/>
              <a:gd name="connsiteY26" fmla="*/ 437758 h 6858001"/>
              <a:gd name="connsiteX27" fmla="*/ 10419820 w 11915541"/>
              <a:gd name="connsiteY27" fmla="*/ 445961 h 6858001"/>
              <a:gd name="connsiteX28" fmla="*/ 10556118 w 11915541"/>
              <a:gd name="connsiteY28" fmla="*/ 452534 h 6858001"/>
              <a:gd name="connsiteX29" fmla="*/ 10617267 w 11915541"/>
              <a:gd name="connsiteY29" fmla="*/ 458327 h 6858001"/>
              <a:gd name="connsiteX30" fmla="*/ 11266201 w 11915541"/>
              <a:gd name="connsiteY30" fmla="*/ 485414 h 6858001"/>
              <a:gd name="connsiteX31" fmla="*/ 11266114 w 11915541"/>
              <a:gd name="connsiteY31" fmla="*/ 487867 h 6858001"/>
              <a:gd name="connsiteX32" fmla="*/ 11294016 w 11915541"/>
              <a:gd name="connsiteY32" fmla="*/ 500627 h 6858001"/>
              <a:gd name="connsiteX33" fmla="*/ 11304892 w 11915541"/>
              <a:gd name="connsiteY33" fmla="*/ 529592 h 6858001"/>
              <a:gd name="connsiteX34" fmla="*/ 11295858 w 11915541"/>
              <a:gd name="connsiteY34" fmla="*/ 788304 h 6858001"/>
              <a:gd name="connsiteX35" fmla="*/ 11881324 w 11915541"/>
              <a:gd name="connsiteY35" fmla="*/ 860190 h 6858001"/>
              <a:gd name="connsiteX36" fmla="*/ 11881031 w 11915541"/>
              <a:gd name="connsiteY36" fmla="*/ 862574 h 6858001"/>
              <a:gd name="connsiteX37" fmla="*/ 11907128 w 11915541"/>
              <a:gd name="connsiteY37" fmla="*/ 877384 h 6858001"/>
              <a:gd name="connsiteX38" fmla="*/ 11915256 w 11915541"/>
              <a:gd name="connsiteY38" fmla="*/ 906533 h 6858001"/>
              <a:gd name="connsiteX39" fmla="*/ 11521832 w 11915541"/>
              <a:gd name="connsiteY39" fmla="*/ 4110709 h 6858001"/>
              <a:gd name="connsiteX40" fmla="*/ 11515825 w 11915541"/>
              <a:gd name="connsiteY40" fmla="*/ 4119564 h 6858001"/>
              <a:gd name="connsiteX41" fmla="*/ 11519210 w 11915541"/>
              <a:gd name="connsiteY41" fmla="*/ 4131712 h 6858001"/>
              <a:gd name="connsiteX42" fmla="*/ 11184463 w 11915541"/>
              <a:gd name="connsiteY42" fmla="*/ 6858000 h 6858001"/>
              <a:gd name="connsiteX43" fmla="*/ 11083854 w 11915541"/>
              <a:gd name="connsiteY43" fmla="*/ 6858000 h 6858001"/>
              <a:gd name="connsiteX44" fmla="*/ 11083854 w 11915541"/>
              <a:gd name="connsiteY44" fmla="*/ 6858001 h 6858001"/>
              <a:gd name="connsiteX45" fmla="*/ 0 w 11915541"/>
              <a:gd name="connsiteY45" fmla="*/ 6858001 h 6858001"/>
              <a:gd name="connsiteX46" fmla="*/ 0 w 11915541"/>
              <a:gd name="connsiteY46" fmla="*/ 76664 h 6858001"/>
              <a:gd name="connsiteX47" fmla="*/ 286723 w 11915541"/>
              <a:gd name="connsiteY47" fmla="*/ 86899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1915541" h="6858001">
                <a:moveTo>
                  <a:pt x="289900" y="0"/>
                </a:moveTo>
                <a:lnTo>
                  <a:pt x="4956408" y="0"/>
                </a:lnTo>
                <a:lnTo>
                  <a:pt x="7146011" y="269060"/>
                </a:lnTo>
                <a:lnTo>
                  <a:pt x="7883888" y="358077"/>
                </a:lnTo>
                <a:lnTo>
                  <a:pt x="8743808" y="388772"/>
                </a:lnTo>
                <a:lnTo>
                  <a:pt x="8846325" y="387158"/>
                </a:lnTo>
                <a:lnTo>
                  <a:pt x="8908081" y="391374"/>
                </a:lnTo>
                <a:lnTo>
                  <a:pt x="8976104" y="394890"/>
                </a:lnTo>
                <a:lnTo>
                  <a:pt x="9041336" y="398298"/>
                </a:lnTo>
                <a:lnTo>
                  <a:pt x="9111961" y="399407"/>
                </a:lnTo>
                <a:lnTo>
                  <a:pt x="9137458" y="411076"/>
                </a:lnTo>
                <a:lnTo>
                  <a:pt x="9439267" y="421615"/>
                </a:lnTo>
                <a:lnTo>
                  <a:pt x="9447565" y="420237"/>
                </a:lnTo>
                <a:cubicBezTo>
                  <a:pt x="9454515" y="418898"/>
                  <a:pt x="9474592" y="414507"/>
                  <a:pt x="9480968" y="413579"/>
                </a:cubicBezTo>
                <a:lnTo>
                  <a:pt x="9485823" y="414668"/>
                </a:lnTo>
                <a:lnTo>
                  <a:pt x="9504040" y="413672"/>
                </a:lnTo>
                <a:lnTo>
                  <a:pt x="9510668" y="420087"/>
                </a:lnTo>
                <a:lnTo>
                  <a:pt x="9572280" y="419684"/>
                </a:lnTo>
                <a:cubicBezTo>
                  <a:pt x="9599152" y="403815"/>
                  <a:pt x="9648610" y="413243"/>
                  <a:pt x="9690102" y="407264"/>
                </a:cubicBezTo>
                <a:lnTo>
                  <a:pt x="9711635" y="410830"/>
                </a:lnTo>
                <a:lnTo>
                  <a:pt x="9828330" y="413906"/>
                </a:lnTo>
                <a:cubicBezTo>
                  <a:pt x="9901450" y="412197"/>
                  <a:pt x="9903487" y="416948"/>
                  <a:pt x="9966913" y="412008"/>
                </a:cubicBezTo>
                <a:cubicBezTo>
                  <a:pt x="10024782" y="416355"/>
                  <a:pt x="10018033" y="414239"/>
                  <a:pt x="10066210" y="412124"/>
                </a:cubicBezTo>
                <a:lnTo>
                  <a:pt x="10165116" y="410209"/>
                </a:lnTo>
                <a:cubicBezTo>
                  <a:pt x="10191560" y="417316"/>
                  <a:pt x="10211518" y="430503"/>
                  <a:pt x="10244876" y="418729"/>
                </a:cubicBezTo>
                <a:cubicBezTo>
                  <a:pt x="10237086" y="432781"/>
                  <a:pt x="10284124" y="415543"/>
                  <a:pt x="10292900" y="427936"/>
                </a:cubicBezTo>
                <a:cubicBezTo>
                  <a:pt x="10297954" y="438166"/>
                  <a:pt x="10313400" y="435319"/>
                  <a:pt x="10326189" y="437758"/>
                </a:cubicBezTo>
                <a:cubicBezTo>
                  <a:pt x="10337091" y="447506"/>
                  <a:pt x="10399279" y="450054"/>
                  <a:pt x="10419820" y="445961"/>
                </a:cubicBezTo>
                <a:cubicBezTo>
                  <a:pt x="10473071" y="447462"/>
                  <a:pt x="10510712" y="446330"/>
                  <a:pt x="10556118" y="452534"/>
                </a:cubicBezTo>
                <a:cubicBezTo>
                  <a:pt x="10574153" y="454056"/>
                  <a:pt x="10608649" y="456182"/>
                  <a:pt x="10617267" y="458327"/>
                </a:cubicBezTo>
                <a:lnTo>
                  <a:pt x="11266201" y="485414"/>
                </a:lnTo>
                <a:cubicBezTo>
                  <a:pt x="11266172" y="486232"/>
                  <a:pt x="11266143" y="487049"/>
                  <a:pt x="11266114" y="487867"/>
                </a:cubicBezTo>
                <a:lnTo>
                  <a:pt x="11294016" y="500627"/>
                </a:lnTo>
                <a:cubicBezTo>
                  <a:pt x="11301071" y="508193"/>
                  <a:pt x="11305249" y="518441"/>
                  <a:pt x="11304892" y="529592"/>
                </a:cubicBezTo>
                <a:lnTo>
                  <a:pt x="11295858" y="788304"/>
                </a:lnTo>
                <a:lnTo>
                  <a:pt x="11881324" y="860190"/>
                </a:lnTo>
                <a:cubicBezTo>
                  <a:pt x="11881227" y="860985"/>
                  <a:pt x="11881128" y="861779"/>
                  <a:pt x="11881031" y="862574"/>
                </a:cubicBezTo>
                <a:lnTo>
                  <a:pt x="11907128" y="877384"/>
                </a:lnTo>
                <a:cubicBezTo>
                  <a:pt x="11913358" y="885357"/>
                  <a:pt x="11916554" y="895698"/>
                  <a:pt x="11915256" y="906533"/>
                </a:cubicBezTo>
                <a:lnTo>
                  <a:pt x="11521832" y="4110709"/>
                </a:lnTo>
                <a:lnTo>
                  <a:pt x="11515825" y="4119564"/>
                </a:lnTo>
                <a:lnTo>
                  <a:pt x="11519210" y="4131712"/>
                </a:lnTo>
                <a:lnTo>
                  <a:pt x="11184463" y="6858000"/>
                </a:lnTo>
                <a:lnTo>
                  <a:pt x="11083854" y="6858000"/>
                </a:lnTo>
                <a:lnTo>
                  <a:pt x="11083854" y="6858001"/>
                </a:lnTo>
                <a:lnTo>
                  <a:pt x="0" y="6858001"/>
                </a:lnTo>
                <a:lnTo>
                  <a:pt x="0" y="76664"/>
                </a:lnTo>
                <a:lnTo>
                  <a:pt x="286723" y="86899"/>
                </a:lnTo>
                <a:close/>
              </a:path>
            </a:pathLst>
          </a:custGeom>
          <a:blipFill>
            <a:blip r:embed="rId2"/>
            <a:tile tx="0" ty="0" sx="100000" sy="100000" flip="none" algn="tl"/>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34" name="Picture 3" descr="A bright light in the dark&#10;&#10;Description automatically generated with low confidence">
            <a:extLst>
              <a:ext uri="{FF2B5EF4-FFF2-40B4-BE49-F238E27FC236}">
                <a16:creationId xmlns:a16="http://schemas.microsoft.com/office/drawing/2014/main" id="{7C4E575C-0BF7-F026-A6E8-8FCBCC9C3920}"/>
              </a:ext>
            </a:extLst>
          </p:cNvPr>
          <p:cNvPicPr>
            <a:picLocks noChangeAspect="1"/>
          </p:cNvPicPr>
          <p:nvPr/>
        </p:nvPicPr>
        <p:blipFill rotWithShape="1">
          <a:blip r:embed="rId3">
            <a:alphaModFix amt="85000"/>
          </a:blip>
          <a:srcRect t="7875"/>
          <a:stretch/>
        </p:blipFill>
        <p:spPr>
          <a:xfrm>
            <a:off x="-5309" y="-2547"/>
            <a:ext cx="11920851" cy="6863842"/>
          </a:xfrm>
          <a:custGeom>
            <a:avLst/>
            <a:gdLst/>
            <a:ahLst/>
            <a:cxnLst/>
            <a:rect l="l" t="t" r="r" b="b"/>
            <a:pathLst>
              <a:path w="11920851" h="6863842">
                <a:moveTo>
                  <a:pt x="93746" y="220"/>
                </a:moveTo>
                <a:cubicBezTo>
                  <a:pt x="149331" y="1296"/>
                  <a:pt x="222869" y="5962"/>
                  <a:pt x="295210" y="5841"/>
                </a:cubicBezTo>
                <a:lnTo>
                  <a:pt x="4961718" y="5841"/>
                </a:lnTo>
                <a:lnTo>
                  <a:pt x="7151321" y="274901"/>
                </a:lnTo>
                <a:lnTo>
                  <a:pt x="7889198" y="363918"/>
                </a:lnTo>
                <a:lnTo>
                  <a:pt x="8749118" y="394613"/>
                </a:lnTo>
                <a:lnTo>
                  <a:pt x="8851635" y="392999"/>
                </a:lnTo>
                <a:lnTo>
                  <a:pt x="8913391" y="397215"/>
                </a:lnTo>
                <a:lnTo>
                  <a:pt x="8981414" y="400731"/>
                </a:lnTo>
                <a:lnTo>
                  <a:pt x="9046646" y="404139"/>
                </a:lnTo>
                <a:lnTo>
                  <a:pt x="9117271" y="405248"/>
                </a:lnTo>
                <a:lnTo>
                  <a:pt x="9142768" y="416917"/>
                </a:lnTo>
                <a:lnTo>
                  <a:pt x="9444577" y="427456"/>
                </a:lnTo>
                <a:lnTo>
                  <a:pt x="9452875" y="426078"/>
                </a:lnTo>
                <a:cubicBezTo>
                  <a:pt x="9459825" y="424739"/>
                  <a:pt x="9479902" y="420348"/>
                  <a:pt x="9486278" y="419420"/>
                </a:cubicBezTo>
                <a:lnTo>
                  <a:pt x="9491133" y="420509"/>
                </a:lnTo>
                <a:lnTo>
                  <a:pt x="9509350" y="419513"/>
                </a:lnTo>
                <a:lnTo>
                  <a:pt x="9515978" y="425928"/>
                </a:lnTo>
                <a:lnTo>
                  <a:pt x="9577590" y="425525"/>
                </a:lnTo>
                <a:cubicBezTo>
                  <a:pt x="9604462" y="409656"/>
                  <a:pt x="9653920" y="419084"/>
                  <a:pt x="9695412" y="413105"/>
                </a:cubicBezTo>
                <a:lnTo>
                  <a:pt x="9716945" y="416671"/>
                </a:lnTo>
                <a:lnTo>
                  <a:pt x="9833640" y="419747"/>
                </a:lnTo>
                <a:cubicBezTo>
                  <a:pt x="9906760" y="418038"/>
                  <a:pt x="9908797" y="422789"/>
                  <a:pt x="9972223" y="417849"/>
                </a:cubicBezTo>
                <a:cubicBezTo>
                  <a:pt x="10030092" y="422196"/>
                  <a:pt x="10023343" y="420080"/>
                  <a:pt x="10071520" y="417965"/>
                </a:cubicBezTo>
                <a:lnTo>
                  <a:pt x="10170426" y="416050"/>
                </a:lnTo>
                <a:cubicBezTo>
                  <a:pt x="10196870" y="423157"/>
                  <a:pt x="10216828" y="436344"/>
                  <a:pt x="10250186" y="424570"/>
                </a:cubicBezTo>
                <a:cubicBezTo>
                  <a:pt x="10242396" y="438622"/>
                  <a:pt x="10289434" y="421384"/>
                  <a:pt x="10298210" y="433777"/>
                </a:cubicBezTo>
                <a:cubicBezTo>
                  <a:pt x="10303264" y="444007"/>
                  <a:pt x="10318710" y="441160"/>
                  <a:pt x="10331499" y="443599"/>
                </a:cubicBezTo>
                <a:cubicBezTo>
                  <a:pt x="10342401" y="453347"/>
                  <a:pt x="10404589" y="455895"/>
                  <a:pt x="10425130" y="451802"/>
                </a:cubicBezTo>
                <a:cubicBezTo>
                  <a:pt x="10478381" y="453303"/>
                  <a:pt x="10516022" y="452171"/>
                  <a:pt x="10561428" y="458375"/>
                </a:cubicBezTo>
                <a:cubicBezTo>
                  <a:pt x="10579463" y="459897"/>
                  <a:pt x="10613959" y="462023"/>
                  <a:pt x="10622577" y="464168"/>
                </a:cubicBezTo>
                <a:lnTo>
                  <a:pt x="11271511" y="491255"/>
                </a:lnTo>
                <a:cubicBezTo>
                  <a:pt x="11271482" y="492073"/>
                  <a:pt x="11271453" y="492890"/>
                  <a:pt x="11271424" y="493708"/>
                </a:cubicBezTo>
                <a:lnTo>
                  <a:pt x="11299326" y="506468"/>
                </a:lnTo>
                <a:cubicBezTo>
                  <a:pt x="11306381" y="514034"/>
                  <a:pt x="11310559" y="524282"/>
                  <a:pt x="11310202" y="535433"/>
                </a:cubicBezTo>
                <a:lnTo>
                  <a:pt x="11301168" y="794145"/>
                </a:lnTo>
                <a:lnTo>
                  <a:pt x="11886634" y="866031"/>
                </a:lnTo>
                <a:cubicBezTo>
                  <a:pt x="11886537" y="866826"/>
                  <a:pt x="11886438" y="867620"/>
                  <a:pt x="11886341" y="868415"/>
                </a:cubicBezTo>
                <a:lnTo>
                  <a:pt x="11912438" y="883225"/>
                </a:lnTo>
                <a:cubicBezTo>
                  <a:pt x="11918668" y="891198"/>
                  <a:pt x="11921864" y="901539"/>
                  <a:pt x="11920566" y="912374"/>
                </a:cubicBezTo>
                <a:lnTo>
                  <a:pt x="11527142" y="4116550"/>
                </a:lnTo>
                <a:lnTo>
                  <a:pt x="11521135" y="4125405"/>
                </a:lnTo>
                <a:lnTo>
                  <a:pt x="11524520" y="4137553"/>
                </a:lnTo>
                <a:lnTo>
                  <a:pt x="11189773" y="6863841"/>
                </a:lnTo>
                <a:lnTo>
                  <a:pt x="11089164" y="6863841"/>
                </a:lnTo>
                <a:lnTo>
                  <a:pt x="11089164" y="6863842"/>
                </a:lnTo>
                <a:lnTo>
                  <a:pt x="5310" y="6863842"/>
                </a:lnTo>
                <a:lnTo>
                  <a:pt x="5310" y="82505"/>
                </a:lnTo>
                <a:lnTo>
                  <a:pt x="0" y="16141"/>
                </a:lnTo>
                <a:cubicBezTo>
                  <a:pt x="530" y="1658"/>
                  <a:pt x="38161" y="-856"/>
                  <a:pt x="93746" y="220"/>
                </a:cubicBezTo>
                <a:close/>
              </a:path>
            </a:pathLst>
          </a:custGeom>
        </p:spPr>
      </p:pic>
      <p:sp>
        <p:nvSpPr>
          <p:cNvPr id="15" name="Rectangle 8">
            <a:extLst>
              <a:ext uri="{FF2B5EF4-FFF2-40B4-BE49-F238E27FC236}">
                <a16:creationId xmlns:a16="http://schemas.microsoft.com/office/drawing/2014/main" id="{E768A620-6CE7-44E7-BB7E-5C93F026D5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9097" y="3077"/>
            <a:ext cx="6289954" cy="221524"/>
          </a:xfrm>
          <a:custGeom>
            <a:avLst/>
            <a:gdLst>
              <a:gd name="connsiteX0" fmla="*/ 0 w 5910735"/>
              <a:gd name="connsiteY0" fmla="*/ 0 h 272502"/>
              <a:gd name="connsiteX1" fmla="*/ 5910735 w 5910735"/>
              <a:gd name="connsiteY1" fmla="*/ 0 h 272502"/>
              <a:gd name="connsiteX2" fmla="*/ 5910735 w 5910735"/>
              <a:gd name="connsiteY2" fmla="*/ 272502 h 272502"/>
              <a:gd name="connsiteX3" fmla="*/ 0 w 5910735"/>
              <a:gd name="connsiteY3" fmla="*/ 272502 h 272502"/>
              <a:gd name="connsiteX4" fmla="*/ 0 w 5910735"/>
              <a:gd name="connsiteY4" fmla="*/ 0 h 272502"/>
              <a:gd name="connsiteX0" fmla="*/ 0 w 5910735"/>
              <a:gd name="connsiteY0" fmla="*/ 0 h 272502"/>
              <a:gd name="connsiteX1" fmla="*/ 5910735 w 5910735"/>
              <a:gd name="connsiteY1" fmla="*/ 0 h 272502"/>
              <a:gd name="connsiteX2" fmla="*/ 5910735 w 5910735"/>
              <a:gd name="connsiteY2" fmla="*/ 272502 h 272502"/>
              <a:gd name="connsiteX3" fmla="*/ 0 w 5910735"/>
              <a:gd name="connsiteY3" fmla="*/ 272502 h 272502"/>
              <a:gd name="connsiteX4" fmla="*/ 0 w 5910735"/>
              <a:gd name="connsiteY4" fmla="*/ 0 h 272502"/>
              <a:gd name="connsiteX0" fmla="*/ 0 w 5910735"/>
              <a:gd name="connsiteY0" fmla="*/ 0 h 272502"/>
              <a:gd name="connsiteX1" fmla="*/ 4810804 w 5910735"/>
              <a:gd name="connsiteY1" fmla="*/ 0 h 272502"/>
              <a:gd name="connsiteX2" fmla="*/ 5910735 w 5910735"/>
              <a:gd name="connsiteY2" fmla="*/ 272502 h 272502"/>
              <a:gd name="connsiteX3" fmla="*/ 0 w 5910735"/>
              <a:gd name="connsiteY3" fmla="*/ 272502 h 272502"/>
              <a:gd name="connsiteX4" fmla="*/ 0 w 5910735"/>
              <a:gd name="connsiteY4" fmla="*/ 0 h 272502"/>
              <a:gd name="connsiteX0" fmla="*/ 0 w 6295048"/>
              <a:gd name="connsiteY0" fmla="*/ 0 h 272502"/>
              <a:gd name="connsiteX1" fmla="*/ 4810804 w 6295048"/>
              <a:gd name="connsiteY1" fmla="*/ 0 h 272502"/>
              <a:gd name="connsiteX2" fmla="*/ 6295048 w 6295048"/>
              <a:gd name="connsiteY2" fmla="*/ 206241 h 272502"/>
              <a:gd name="connsiteX3" fmla="*/ 0 w 6295048"/>
              <a:gd name="connsiteY3" fmla="*/ 272502 h 272502"/>
              <a:gd name="connsiteX4" fmla="*/ 0 w 6295048"/>
              <a:gd name="connsiteY4" fmla="*/ 0 h 272502"/>
              <a:gd name="connsiteX0" fmla="*/ 0 w 6295048"/>
              <a:gd name="connsiteY0" fmla="*/ 0 h 206241"/>
              <a:gd name="connsiteX1" fmla="*/ 4810804 w 6295048"/>
              <a:gd name="connsiteY1" fmla="*/ 0 h 206241"/>
              <a:gd name="connsiteX2" fmla="*/ 6295048 w 6295048"/>
              <a:gd name="connsiteY2" fmla="*/ 206241 h 206241"/>
              <a:gd name="connsiteX3" fmla="*/ 2451653 w 6295048"/>
              <a:gd name="connsiteY3" fmla="*/ 100224 h 206241"/>
              <a:gd name="connsiteX4" fmla="*/ 0 w 6295048"/>
              <a:gd name="connsiteY4" fmla="*/ 0 h 206241"/>
              <a:gd name="connsiteX0" fmla="*/ 0 w 6295048"/>
              <a:gd name="connsiteY0" fmla="*/ 0 h 206241"/>
              <a:gd name="connsiteX1" fmla="*/ 4810804 w 6295048"/>
              <a:gd name="connsiteY1" fmla="*/ 0 h 206241"/>
              <a:gd name="connsiteX2" fmla="*/ 6295048 w 6295048"/>
              <a:gd name="connsiteY2" fmla="*/ 206241 h 206241"/>
              <a:gd name="connsiteX3" fmla="*/ 2458687 w 6295048"/>
              <a:gd name="connsiteY3" fmla="*/ 72088 h 206241"/>
              <a:gd name="connsiteX4" fmla="*/ 0 w 6295048"/>
              <a:gd name="connsiteY4" fmla="*/ 0 h 206241"/>
              <a:gd name="connsiteX0" fmla="*/ 0 w 6274671"/>
              <a:gd name="connsiteY0" fmla="*/ 0 h 216430"/>
              <a:gd name="connsiteX1" fmla="*/ 4810804 w 6274671"/>
              <a:gd name="connsiteY1" fmla="*/ 0 h 216430"/>
              <a:gd name="connsiteX2" fmla="*/ 6274671 w 6274671"/>
              <a:gd name="connsiteY2" fmla="*/ 216430 h 216430"/>
              <a:gd name="connsiteX3" fmla="*/ 2458687 w 6274671"/>
              <a:gd name="connsiteY3" fmla="*/ 72088 h 216430"/>
              <a:gd name="connsiteX4" fmla="*/ 0 w 6274671"/>
              <a:gd name="connsiteY4" fmla="*/ 0 h 216430"/>
              <a:gd name="connsiteX0" fmla="*/ 0 w 6274671"/>
              <a:gd name="connsiteY0" fmla="*/ 0 h 216430"/>
              <a:gd name="connsiteX1" fmla="*/ 4810804 w 6274671"/>
              <a:gd name="connsiteY1" fmla="*/ 0 h 216430"/>
              <a:gd name="connsiteX2" fmla="*/ 6274671 w 6274671"/>
              <a:gd name="connsiteY2" fmla="*/ 216430 h 216430"/>
              <a:gd name="connsiteX3" fmla="*/ 2458687 w 6274671"/>
              <a:gd name="connsiteY3" fmla="*/ 82276 h 216430"/>
              <a:gd name="connsiteX4" fmla="*/ 0 w 6274671"/>
              <a:gd name="connsiteY4" fmla="*/ 0 h 216430"/>
              <a:gd name="connsiteX0" fmla="*/ 0 w 6274671"/>
              <a:gd name="connsiteY0" fmla="*/ 0 h 216430"/>
              <a:gd name="connsiteX1" fmla="*/ 4612132 w 6274671"/>
              <a:gd name="connsiteY1" fmla="*/ 5094 h 216430"/>
              <a:gd name="connsiteX2" fmla="*/ 6274671 w 6274671"/>
              <a:gd name="connsiteY2" fmla="*/ 216430 h 216430"/>
              <a:gd name="connsiteX3" fmla="*/ 2458687 w 6274671"/>
              <a:gd name="connsiteY3" fmla="*/ 82276 h 216430"/>
              <a:gd name="connsiteX4" fmla="*/ 0 w 6274671"/>
              <a:gd name="connsiteY4" fmla="*/ 0 h 216430"/>
              <a:gd name="connsiteX0" fmla="*/ 0 w 6274671"/>
              <a:gd name="connsiteY0" fmla="*/ 0 h 216430"/>
              <a:gd name="connsiteX1" fmla="*/ 4571379 w 6274671"/>
              <a:gd name="connsiteY1" fmla="*/ 0 h 216430"/>
              <a:gd name="connsiteX2" fmla="*/ 6274671 w 6274671"/>
              <a:gd name="connsiteY2" fmla="*/ 216430 h 216430"/>
              <a:gd name="connsiteX3" fmla="*/ 2458687 w 6274671"/>
              <a:gd name="connsiteY3" fmla="*/ 82276 h 216430"/>
              <a:gd name="connsiteX4" fmla="*/ 0 w 6274671"/>
              <a:gd name="connsiteY4" fmla="*/ 0 h 216430"/>
              <a:gd name="connsiteX0" fmla="*/ 0 w 6284860"/>
              <a:gd name="connsiteY0" fmla="*/ 0 h 216430"/>
              <a:gd name="connsiteX1" fmla="*/ 4571379 w 6284860"/>
              <a:gd name="connsiteY1" fmla="*/ 0 h 216430"/>
              <a:gd name="connsiteX2" fmla="*/ 6284860 w 6284860"/>
              <a:gd name="connsiteY2" fmla="*/ 216430 h 216430"/>
              <a:gd name="connsiteX3" fmla="*/ 2458687 w 6284860"/>
              <a:gd name="connsiteY3" fmla="*/ 82276 h 216430"/>
              <a:gd name="connsiteX4" fmla="*/ 0 w 6284860"/>
              <a:gd name="connsiteY4" fmla="*/ 0 h 216430"/>
              <a:gd name="connsiteX0" fmla="*/ 0 w 6284860"/>
              <a:gd name="connsiteY0" fmla="*/ 0 h 216430"/>
              <a:gd name="connsiteX1" fmla="*/ 4571379 w 6284860"/>
              <a:gd name="connsiteY1" fmla="*/ 0 h 216430"/>
              <a:gd name="connsiteX2" fmla="*/ 6284860 w 6284860"/>
              <a:gd name="connsiteY2" fmla="*/ 216430 h 216430"/>
              <a:gd name="connsiteX3" fmla="*/ 2458687 w 6284860"/>
              <a:gd name="connsiteY3" fmla="*/ 82276 h 216430"/>
              <a:gd name="connsiteX4" fmla="*/ 0 w 6284860"/>
              <a:gd name="connsiteY4" fmla="*/ 0 h 216430"/>
              <a:gd name="connsiteX0" fmla="*/ 0 w 6289954"/>
              <a:gd name="connsiteY0" fmla="*/ 0 h 221524"/>
              <a:gd name="connsiteX1" fmla="*/ 4571379 w 6289954"/>
              <a:gd name="connsiteY1" fmla="*/ 0 h 221524"/>
              <a:gd name="connsiteX2" fmla="*/ 6289954 w 6289954"/>
              <a:gd name="connsiteY2" fmla="*/ 221524 h 221524"/>
              <a:gd name="connsiteX3" fmla="*/ 2458687 w 6289954"/>
              <a:gd name="connsiteY3" fmla="*/ 82276 h 221524"/>
              <a:gd name="connsiteX4" fmla="*/ 0 w 6289954"/>
              <a:gd name="connsiteY4" fmla="*/ 0 h 221524"/>
              <a:gd name="connsiteX0" fmla="*/ 0 w 6289954"/>
              <a:gd name="connsiteY0" fmla="*/ 0 h 221524"/>
              <a:gd name="connsiteX1" fmla="*/ 4571379 w 6289954"/>
              <a:gd name="connsiteY1" fmla="*/ 0 h 221524"/>
              <a:gd name="connsiteX2" fmla="*/ 6289954 w 6289954"/>
              <a:gd name="connsiteY2" fmla="*/ 221524 h 221524"/>
              <a:gd name="connsiteX3" fmla="*/ 2443404 w 6289954"/>
              <a:gd name="connsiteY3" fmla="*/ 92464 h 221524"/>
              <a:gd name="connsiteX4" fmla="*/ 0 w 6289954"/>
              <a:gd name="connsiteY4" fmla="*/ 0 h 2215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89954" h="221524">
                <a:moveTo>
                  <a:pt x="0" y="0"/>
                </a:moveTo>
                <a:lnTo>
                  <a:pt x="4571379" y="0"/>
                </a:lnTo>
                <a:lnTo>
                  <a:pt x="6289954" y="221524"/>
                </a:lnTo>
                <a:lnTo>
                  <a:pt x="2443404" y="92464"/>
                </a:lnTo>
                <a:lnTo>
                  <a:pt x="0" y="0"/>
                </a:lnTo>
                <a:close/>
              </a:path>
            </a:pathLst>
          </a:custGeom>
          <a:solidFill>
            <a:srgbClr val="000000">
              <a:alpha val="3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 name="Group 16">
            <a:extLst>
              <a:ext uri="{FF2B5EF4-FFF2-40B4-BE49-F238E27FC236}">
                <a16:creationId xmlns:a16="http://schemas.microsoft.com/office/drawing/2014/main" id="{67F0D383-07EE-46D8-BEE1-891DE331EE1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74436" y="6388259"/>
            <a:ext cx="358083" cy="368964"/>
            <a:chOff x="4135740" y="1795926"/>
            <a:chExt cx="558732" cy="575710"/>
          </a:xfrm>
        </p:grpSpPr>
        <p:grpSp>
          <p:nvGrpSpPr>
            <p:cNvPr id="18" name="Group 17">
              <a:extLst>
                <a:ext uri="{FF2B5EF4-FFF2-40B4-BE49-F238E27FC236}">
                  <a16:creationId xmlns:a16="http://schemas.microsoft.com/office/drawing/2014/main" id="{F4CD96CC-B12E-4912-A810-33EAE19E3EDB}"/>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4135740" y="1795926"/>
              <a:ext cx="558732" cy="575710"/>
              <a:chOff x="1028007" y="1706560"/>
              <a:chExt cx="575710" cy="575710"/>
            </a:xfrm>
          </p:grpSpPr>
          <p:cxnSp>
            <p:nvCxnSpPr>
              <p:cNvPr id="20" name="Straight Connector 19">
                <a:extLst>
                  <a:ext uri="{FF2B5EF4-FFF2-40B4-BE49-F238E27FC236}">
                    <a16:creationId xmlns:a16="http://schemas.microsoft.com/office/drawing/2014/main" id="{868959C5-51E4-4802-94D4-A5E4067BC7E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28007" y="1994415"/>
                <a:ext cx="575710" cy="0"/>
              </a:xfrm>
              <a:prstGeom prst="line">
                <a:avLst/>
              </a:prstGeom>
              <a:ln w="9525">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85FE9E51-D9D9-4518-8B87-5546096316B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6200000">
                <a:off x="1028007" y="1994415"/>
                <a:ext cx="575710" cy="0"/>
              </a:xfrm>
              <a:prstGeom prst="line">
                <a:avLst/>
              </a:prstGeom>
              <a:ln w="9525">
                <a:solidFill>
                  <a:srgbClr val="FFFFFF"/>
                </a:solidFill>
              </a:ln>
            </p:spPr>
            <p:style>
              <a:lnRef idx="1">
                <a:schemeClr val="accent1"/>
              </a:lnRef>
              <a:fillRef idx="0">
                <a:schemeClr val="accent1"/>
              </a:fillRef>
              <a:effectRef idx="0">
                <a:schemeClr val="accent1"/>
              </a:effectRef>
              <a:fontRef idx="minor">
                <a:schemeClr val="tx1"/>
              </a:fontRef>
            </p:style>
          </p:cxnSp>
        </p:grpSp>
        <p:sp>
          <p:nvSpPr>
            <p:cNvPr id="19" name="Oval 18">
              <a:extLst>
                <a:ext uri="{FF2B5EF4-FFF2-40B4-BE49-F238E27FC236}">
                  <a16:creationId xmlns:a16="http://schemas.microsoft.com/office/drawing/2014/main" id="{048BEEA7-7F13-47B3-A60F-696B3FBF1E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36389" y="1946248"/>
              <a:ext cx="157434" cy="157434"/>
            </a:xfrm>
            <a:prstGeom prst="ellipse">
              <a:avLst/>
            </a:prstGeom>
            <a:noFill/>
            <a:ln w="952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ffectLst>
                  <a:outerShdw blurRad="38100" dist="38100" dir="2700000" algn="tl">
                    <a:srgbClr val="000000">
                      <a:alpha val="43137"/>
                    </a:srgbClr>
                  </a:outerShdw>
                </a:effectLst>
              </a:endParaRPr>
            </a:p>
          </p:txBody>
        </p:sp>
      </p:grpSp>
      <p:sp>
        <p:nvSpPr>
          <p:cNvPr id="23" name="Freeform: Shape 22">
            <a:extLst>
              <a:ext uri="{FF2B5EF4-FFF2-40B4-BE49-F238E27FC236}">
                <a16:creationId xmlns:a16="http://schemas.microsoft.com/office/drawing/2014/main" id="{8A44F1B7-43FD-4719-BD2E-06324ADB98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4445" y="792471"/>
            <a:ext cx="701097" cy="5785351"/>
          </a:xfrm>
          <a:custGeom>
            <a:avLst/>
            <a:gdLst>
              <a:gd name="connsiteX0" fmla="*/ 0 w 741850"/>
              <a:gd name="connsiteY0" fmla="*/ 0 h 6091000"/>
              <a:gd name="connsiteX1" fmla="*/ 5334 w 741850"/>
              <a:gd name="connsiteY1" fmla="*/ 1449 h 6091000"/>
              <a:gd name="connsiteX2" fmla="*/ 40624 w 741850"/>
              <a:gd name="connsiteY2" fmla="*/ 2554 h 6091000"/>
              <a:gd name="connsiteX3" fmla="*/ 77672 w 741850"/>
              <a:gd name="connsiteY3" fmla="*/ 11483 h 6091000"/>
              <a:gd name="connsiteX4" fmla="*/ 92875 w 741850"/>
              <a:gd name="connsiteY4" fmla="*/ 17707 h 6091000"/>
              <a:gd name="connsiteX5" fmla="*/ 707633 w 741850"/>
              <a:gd name="connsiteY5" fmla="*/ 93190 h 6091000"/>
              <a:gd name="connsiteX6" fmla="*/ 707340 w 741850"/>
              <a:gd name="connsiteY6" fmla="*/ 95574 h 6091000"/>
              <a:gd name="connsiteX7" fmla="*/ 733437 w 741850"/>
              <a:gd name="connsiteY7" fmla="*/ 110384 h 6091000"/>
              <a:gd name="connsiteX8" fmla="*/ 741565 w 741850"/>
              <a:gd name="connsiteY8" fmla="*/ 139533 h 6091000"/>
              <a:gd name="connsiteX9" fmla="*/ 348141 w 741850"/>
              <a:gd name="connsiteY9" fmla="*/ 3343709 h 6091000"/>
              <a:gd name="connsiteX10" fmla="*/ 342134 w 741850"/>
              <a:gd name="connsiteY10" fmla="*/ 3352564 h 6091000"/>
              <a:gd name="connsiteX11" fmla="*/ 345519 w 741850"/>
              <a:gd name="connsiteY11" fmla="*/ 3364712 h 6091000"/>
              <a:gd name="connsiteX12" fmla="*/ 10772 w 741850"/>
              <a:gd name="connsiteY12" fmla="*/ 6091000 h 6091000"/>
              <a:gd name="connsiteX13" fmla="*/ 0 w 741850"/>
              <a:gd name="connsiteY13" fmla="*/ 6091000 h 6091000"/>
              <a:gd name="connsiteX0" fmla="*/ 0 w 741850"/>
              <a:gd name="connsiteY0" fmla="*/ 0 h 6091000"/>
              <a:gd name="connsiteX1" fmla="*/ 5334 w 741850"/>
              <a:gd name="connsiteY1" fmla="*/ 1449 h 6091000"/>
              <a:gd name="connsiteX2" fmla="*/ 40624 w 741850"/>
              <a:gd name="connsiteY2" fmla="*/ 2554 h 6091000"/>
              <a:gd name="connsiteX3" fmla="*/ 77672 w 741850"/>
              <a:gd name="connsiteY3" fmla="*/ 11483 h 6091000"/>
              <a:gd name="connsiteX4" fmla="*/ 707633 w 741850"/>
              <a:gd name="connsiteY4" fmla="*/ 93190 h 6091000"/>
              <a:gd name="connsiteX5" fmla="*/ 707340 w 741850"/>
              <a:gd name="connsiteY5" fmla="*/ 95574 h 6091000"/>
              <a:gd name="connsiteX6" fmla="*/ 733437 w 741850"/>
              <a:gd name="connsiteY6" fmla="*/ 110384 h 6091000"/>
              <a:gd name="connsiteX7" fmla="*/ 741565 w 741850"/>
              <a:gd name="connsiteY7" fmla="*/ 139533 h 6091000"/>
              <a:gd name="connsiteX8" fmla="*/ 348141 w 741850"/>
              <a:gd name="connsiteY8" fmla="*/ 3343709 h 6091000"/>
              <a:gd name="connsiteX9" fmla="*/ 342134 w 741850"/>
              <a:gd name="connsiteY9" fmla="*/ 3352564 h 6091000"/>
              <a:gd name="connsiteX10" fmla="*/ 345519 w 741850"/>
              <a:gd name="connsiteY10" fmla="*/ 3364712 h 6091000"/>
              <a:gd name="connsiteX11" fmla="*/ 10772 w 741850"/>
              <a:gd name="connsiteY11" fmla="*/ 6091000 h 6091000"/>
              <a:gd name="connsiteX12" fmla="*/ 0 w 741850"/>
              <a:gd name="connsiteY12" fmla="*/ 6091000 h 6091000"/>
              <a:gd name="connsiteX13" fmla="*/ 0 w 741850"/>
              <a:gd name="connsiteY13" fmla="*/ 0 h 6091000"/>
              <a:gd name="connsiteX0" fmla="*/ 0 w 741850"/>
              <a:gd name="connsiteY0" fmla="*/ 0 h 6091000"/>
              <a:gd name="connsiteX1" fmla="*/ 5334 w 741850"/>
              <a:gd name="connsiteY1" fmla="*/ 1449 h 6091000"/>
              <a:gd name="connsiteX2" fmla="*/ 40624 w 741850"/>
              <a:gd name="connsiteY2" fmla="*/ 2554 h 6091000"/>
              <a:gd name="connsiteX3" fmla="*/ 707633 w 741850"/>
              <a:gd name="connsiteY3" fmla="*/ 93190 h 6091000"/>
              <a:gd name="connsiteX4" fmla="*/ 707340 w 741850"/>
              <a:gd name="connsiteY4" fmla="*/ 95574 h 6091000"/>
              <a:gd name="connsiteX5" fmla="*/ 733437 w 741850"/>
              <a:gd name="connsiteY5" fmla="*/ 110384 h 6091000"/>
              <a:gd name="connsiteX6" fmla="*/ 741565 w 741850"/>
              <a:gd name="connsiteY6" fmla="*/ 139533 h 6091000"/>
              <a:gd name="connsiteX7" fmla="*/ 348141 w 741850"/>
              <a:gd name="connsiteY7" fmla="*/ 3343709 h 6091000"/>
              <a:gd name="connsiteX8" fmla="*/ 342134 w 741850"/>
              <a:gd name="connsiteY8" fmla="*/ 3352564 h 6091000"/>
              <a:gd name="connsiteX9" fmla="*/ 345519 w 741850"/>
              <a:gd name="connsiteY9" fmla="*/ 3364712 h 6091000"/>
              <a:gd name="connsiteX10" fmla="*/ 10772 w 741850"/>
              <a:gd name="connsiteY10" fmla="*/ 6091000 h 6091000"/>
              <a:gd name="connsiteX11" fmla="*/ 0 w 741850"/>
              <a:gd name="connsiteY11" fmla="*/ 6091000 h 6091000"/>
              <a:gd name="connsiteX12" fmla="*/ 0 w 741850"/>
              <a:gd name="connsiteY12" fmla="*/ 0 h 6091000"/>
              <a:gd name="connsiteX0" fmla="*/ 0 w 741850"/>
              <a:gd name="connsiteY0" fmla="*/ 0 h 6091000"/>
              <a:gd name="connsiteX1" fmla="*/ 5334 w 741850"/>
              <a:gd name="connsiteY1" fmla="*/ 1449 h 6091000"/>
              <a:gd name="connsiteX2" fmla="*/ 707633 w 741850"/>
              <a:gd name="connsiteY2" fmla="*/ 93190 h 6091000"/>
              <a:gd name="connsiteX3" fmla="*/ 707340 w 741850"/>
              <a:gd name="connsiteY3" fmla="*/ 95574 h 6091000"/>
              <a:gd name="connsiteX4" fmla="*/ 733437 w 741850"/>
              <a:gd name="connsiteY4" fmla="*/ 110384 h 6091000"/>
              <a:gd name="connsiteX5" fmla="*/ 741565 w 741850"/>
              <a:gd name="connsiteY5" fmla="*/ 139533 h 6091000"/>
              <a:gd name="connsiteX6" fmla="*/ 348141 w 741850"/>
              <a:gd name="connsiteY6" fmla="*/ 3343709 h 6091000"/>
              <a:gd name="connsiteX7" fmla="*/ 342134 w 741850"/>
              <a:gd name="connsiteY7" fmla="*/ 3352564 h 6091000"/>
              <a:gd name="connsiteX8" fmla="*/ 345519 w 741850"/>
              <a:gd name="connsiteY8" fmla="*/ 3364712 h 6091000"/>
              <a:gd name="connsiteX9" fmla="*/ 10772 w 741850"/>
              <a:gd name="connsiteY9" fmla="*/ 6091000 h 6091000"/>
              <a:gd name="connsiteX10" fmla="*/ 0 w 741850"/>
              <a:gd name="connsiteY10" fmla="*/ 6091000 h 6091000"/>
              <a:gd name="connsiteX11" fmla="*/ 0 w 741850"/>
              <a:gd name="connsiteY11" fmla="*/ 0 h 6091000"/>
              <a:gd name="connsiteX0" fmla="*/ 239425 w 741850"/>
              <a:gd name="connsiteY0" fmla="*/ 24022 h 6089551"/>
              <a:gd name="connsiteX1" fmla="*/ 5334 w 741850"/>
              <a:gd name="connsiteY1" fmla="*/ 0 h 6089551"/>
              <a:gd name="connsiteX2" fmla="*/ 707633 w 741850"/>
              <a:gd name="connsiteY2" fmla="*/ 91741 h 6089551"/>
              <a:gd name="connsiteX3" fmla="*/ 707340 w 741850"/>
              <a:gd name="connsiteY3" fmla="*/ 94125 h 6089551"/>
              <a:gd name="connsiteX4" fmla="*/ 733437 w 741850"/>
              <a:gd name="connsiteY4" fmla="*/ 108935 h 6089551"/>
              <a:gd name="connsiteX5" fmla="*/ 741565 w 741850"/>
              <a:gd name="connsiteY5" fmla="*/ 138084 h 6089551"/>
              <a:gd name="connsiteX6" fmla="*/ 348141 w 741850"/>
              <a:gd name="connsiteY6" fmla="*/ 3342260 h 6089551"/>
              <a:gd name="connsiteX7" fmla="*/ 342134 w 741850"/>
              <a:gd name="connsiteY7" fmla="*/ 3351115 h 6089551"/>
              <a:gd name="connsiteX8" fmla="*/ 345519 w 741850"/>
              <a:gd name="connsiteY8" fmla="*/ 3363263 h 6089551"/>
              <a:gd name="connsiteX9" fmla="*/ 10772 w 741850"/>
              <a:gd name="connsiteY9" fmla="*/ 6089551 h 6089551"/>
              <a:gd name="connsiteX10" fmla="*/ 0 w 741850"/>
              <a:gd name="connsiteY10" fmla="*/ 6089551 h 6089551"/>
              <a:gd name="connsiteX11" fmla="*/ 239425 w 741850"/>
              <a:gd name="connsiteY11" fmla="*/ 24022 h 6089551"/>
              <a:gd name="connsiteX0" fmla="*/ 239425 w 741850"/>
              <a:gd name="connsiteY0" fmla="*/ 0 h 6065529"/>
              <a:gd name="connsiteX1" fmla="*/ 707633 w 741850"/>
              <a:gd name="connsiteY1" fmla="*/ 67719 h 6065529"/>
              <a:gd name="connsiteX2" fmla="*/ 707340 w 741850"/>
              <a:gd name="connsiteY2" fmla="*/ 70103 h 6065529"/>
              <a:gd name="connsiteX3" fmla="*/ 733437 w 741850"/>
              <a:gd name="connsiteY3" fmla="*/ 84913 h 6065529"/>
              <a:gd name="connsiteX4" fmla="*/ 741565 w 741850"/>
              <a:gd name="connsiteY4" fmla="*/ 114062 h 6065529"/>
              <a:gd name="connsiteX5" fmla="*/ 348141 w 741850"/>
              <a:gd name="connsiteY5" fmla="*/ 3318238 h 6065529"/>
              <a:gd name="connsiteX6" fmla="*/ 342134 w 741850"/>
              <a:gd name="connsiteY6" fmla="*/ 3327093 h 6065529"/>
              <a:gd name="connsiteX7" fmla="*/ 345519 w 741850"/>
              <a:gd name="connsiteY7" fmla="*/ 3339241 h 6065529"/>
              <a:gd name="connsiteX8" fmla="*/ 10772 w 741850"/>
              <a:gd name="connsiteY8" fmla="*/ 6065529 h 6065529"/>
              <a:gd name="connsiteX9" fmla="*/ 0 w 741850"/>
              <a:gd name="connsiteY9" fmla="*/ 6065529 h 6065529"/>
              <a:gd name="connsiteX10" fmla="*/ 239425 w 741850"/>
              <a:gd name="connsiteY10" fmla="*/ 0 h 6065529"/>
              <a:gd name="connsiteX0" fmla="*/ 228653 w 731078"/>
              <a:gd name="connsiteY0" fmla="*/ 0 h 6065529"/>
              <a:gd name="connsiteX1" fmla="*/ 696861 w 731078"/>
              <a:gd name="connsiteY1" fmla="*/ 67719 h 6065529"/>
              <a:gd name="connsiteX2" fmla="*/ 696568 w 731078"/>
              <a:gd name="connsiteY2" fmla="*/ 70103 h 6065529"/>
              <a:gd name="connsiteX3" fmla="*/ 722665 w 731078"/>
              <a:gd name="connsiteY3" fmla="*/ 84913 h 6065529"/>
              <a:gd name="connsiteX4" fmla="*/ 730793 w 731078"/>
              <a:gd name="connsiteY4" fmla="*/ 114062 h 6065529"/>
              <a:gd name="connsiteX5" fmla="*/ 337369 w 731078"/>
              <a:gd name="connsiteY5" fmla="*/ 3318238 h 6065529"/>
              <a:gd name="connsiteX6" fmla="*/ 331362 w 731078"/>
              <a:gd name="connsiteY6" fmla="*/ 3327093 h 6065529"/>
              <a:gd name="connsiteX7" fmla="*/ 334747 w 731078"/>
              <a:gd name="connsiteY7" fmla="*/ 3339241 h 6065529"/>
              <a:gd name="connsiteX8" fmla="*/ 0 w 731078"/>
              <a:gd name="connsiteY8" fmla="*/ 6065529 h 6065529"/>
              <a:gd name="connsiteX9" fmla="*/ 45264 w 731078"/>
              <a:gd name="connsiteY9" fmla="*/ 5647809 h 6065529"/>
              <a:gd name="connsiteX10" fmla="*/ 228653 w 731078"/>
              <a:gd name="connsiteY10" fmla="*/ 0 h 6065529"/>
              <a:gd name="connsiteX0" fmla="*/ 228653 w 731078"/>
              <a:gd name="connsiteY0" fmla="*/ 0 h 6065529"/>
              <a:gd name="connsiteX1" fmla="*/ 696861 w 731078"/>
              <a:gd name="connsiteY1" fmla="*/ 67719 h 6065529"/>
              <a:gd name="connsiteX2" fmla="*/ 696568 w 731078"/>
              <a:gd name="connsiteY2" fmla="*/ 70103 h 6065529"/>
              <a:gd name="connsiteX3" fmla="*/ 722665 w 731078"/>
              <a:gd name="connsiteY3" fmla="*/ 84913 h 6065529"/>
              <a:gd name="connsiteX4" fmla="*/ 730793 w 731078"/>
              <a:gd name="connsiteY4" fmla="*/ 114062 h 6065529"/>
              <a:gd name="connsiteX5" fmla="*/ 337369 w 731078"/>
              <a:gd name="connsiteY5" fmla="*/ 3318238 h 6065529"/>
              <a:gd name="connsiteX6" fmla="*/ 331362 w 731078"/>
              <a:gd name="connsiteY6" fmla="*/ 3327093 h 6065529"/>
              <a:gd name="connsiteX7" fmla="*/ 334747 w 731078"/>
              <a:gd name="connsiteY7" fmla="*/ 3339241 h 6065529"/>
              <a:gd name="connsiteX8" fmla="*/ 0 w 731078"/>
              <a:gd name="connsiteY8" fmla="*/ 6065529 h 6065529"/>
              <a:gd name="connsiteX9" fmla="*/ 29981 w 731078"/>
              <a:gd name="connsiteY9" fmla="*/ 5647809 h 6065529"/>
              <a:gd name="connsiteX10" fmla="*/ 228653 w 731078"/>
              <a:gd name="connsiteY10" fmla="*/ 0 h 6065529"/>
              <a:gd name="connsiteX0" fmla="*/ 198672 w 701097"/>
              <a:gd name="connsiteY0" fmla="*/ 0 h 5785351"/>
              <a:gd name="connsiteX1" fmla="*/ 666880 w 701097"/>
              <a:gd name="connsiteY1" fmla="*/ 67719 h 5785351"/>
              <a:gd name="connsiteX2" fmla="*/ 666587 w 701097"/>
              <a:gd name="connsiteY2" fmla="*/ 70103 h 5785351"/>
              <a:gd name="connsiteX3" fmla="*/ 692684 w 701097"/>
              <a:gd name="connsiteY3" fmla="*/ 84913 h 5785351"/>
              <a:gd name="connsiteX4" fmla="*/ 700812 w 701097"/>
              <a:gd name="connsiteY4" fmla="*/ 114062 h 5785351"/>
              <a:gd name="connsiteX5" fmla="*/ 307388 w 701097"/>
              <a:gd name="connsiteY5" fmla="*/ 3318238 h 5785351"/>
              <a:gd name="connsiteX6" fmla="*/ 301381 w 701097"/>
              <a:gd name="connsiteY6" fmla="*/ 3327093 h 5785351"/>
              <a:gd name="connsiteX7" fmla="*/ 304766 w 701097"/>
              <a:gd name="connsiteY7" fmla="*/ 3339241 h 5785351"/>
              <a:gd name="connsiteX8" fmla="*/ 5678 w 701097"/>
              <a:gd name="connsiteY8" fmla="*/ 5785351 h 5785351"/>
              <a:gd name="connsiteX9" fmla="*/ 0 w 701097"/>
              <a:gd name="connsiteY9" fmla="*/ 5647809 h 5785351"/>
              <a:gd name="connsiteX10" fmla="*/ 198672 w 701097"/>
              <a:gd name="connsiteY10" fmla="*/ 0 h 5785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01097" h="5785351">
                <a:moveTo>
                  <a:pt x="198672" y="0"/>
                </a:moveTo>
                <a:lnTo>
                  <a:pt x="666880" y="67719"/>
                </a:lnTo>
                <a:cubicBezTo>
                  <a:pt x="666783" y="68514"/>
                  <a:pt x="666684" y="69308"/>
                  <a:pt x="666587" y="70103"/>
                </a:cubicBezTo>
                <a:lnTo>
                  <a:pt x="692684" y="84913"/>
                </a:lnTo>
                <a:cubicBezTo>
                  <a:pt x="698914" y="92886"/>
                  <a:pt x="702110" y="103227"/>
                  <a:pt x="700812" y="114062"/>
                </a:cubicBezTo>
                <a:lnTo>
                  <a:pt x="307388" y="3318238"/>
                </a:lnTo>
                <a:lnTo>
                  <a:pt x="301381" y="3327093"/>
                </a:lnTo>
                <a:lnTo>
                  <a:pt x="304766" y="3339241"/>
                </a:lnTo>
                <a:lnTo>
                  <a:pt x="5678" y="5785351"/>
                </a:lnTo>
                <a:lnTo>
                  <a:pt x="0" y="5647809"/>
                </a:lnTo>
                <a:lnTo>
                  <a:pt x="198672" y="0"/>
                </a:lnTo>
                <a:close/>
              </a:path>
            </a:pathLst>
          </a:custGeom>
          <a:solidFill>
            <a:srgbClr val="000000">
              <a:alpha val="32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5110CC4E-7424-4E04-842E-3AC40063DB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923"/>
            <a:ext cx="11428519" cy="6858000"/>
          </a:xfrm>
          <a:custGeom>
            <a:avLst/>
            <a:gdLst>
              <a:gd name="connsiteX0" fmla="*/ 0 w 11428519"/>
              <a:gd name="connsiteY0" fmla="*/ 0 h 6858000"/>
              <a:gd name="connsiteX1" fmla="*/ 454478 w 11428519"/>
              <a:gd name="connsiteY1" fmla="*/ 0 h 6858000"/>
              <a:gd name="connsiteX2" fmla="*/ 11428519 w 11428519"/>
              <a:gd name="connsiteY2" fmla="*/ 389763 h 6858000"/>
              <a:gd name="connsiteX3" fmla="*/ 11202642 w 11428519"/>
              <a:gd name="connsiteY3" fmla="*/ 6858000 h 6858000"/>
              <a:gd name="connsiteX4" fmla="*/ 11083854 w 11428519"/>
              <a:gd name="connsiteY4" fmla="*/ 6858000 h 6858000"/>
              <a:gd name="connsiteX5" fmla="*/ 11188900 w 11428519"/>
              <a:gd name="connsiteY5" fmla="*/ 3849916 h 6858000"/>
              <a:gd name="connsiteX6" fmla="*/ 11184368 w 11428519"/>
              <a:gd name="connsiteY6" fmla="*/ 3837845 h 6858000"/>
              <a:gd name="connsiteX7" fmla="*/ 11189699 w 11428519"/>
              <a:gd name="connsiteY7" fmla="*/ 3828290 h 6858000"/>
              <a:gd name="connsiteX8" fmla="*/ 11304892 w 11428519"/>
              <a:gd name="connsiteY8" fmla="*/ 529592 h 6858000"/>
              <a:gd name="connsiteX9" fmla="*/ 11294016 w 11428519"/>
              <a:gd name="connsiteY9" fmla="*/ 500627 h 6858000"/>
              <a:gd name="connsiteX10" fmla="*/ 11266114 w 11428519"/>
              <a:gd name="connsiteY10" fmla="*/ 487867 h 6858000"/>
              <a:gd name="connsiteX11" fmla="*/ 11266201 w 11428519"/>
              <a:gd name="connsiteY11" fmla="*/ 485414 h 6858000"/>
              <a:gd name="connsiteX12" fmla="*/ 10617267 w 11428519"/>
              <a:gd name="connsiteY12" fmla="*/ 458327 h 6858000"/>
              <a:gd name="connsiteX13" fmla="*/ 10556118 w 11428519"/>
              <a:gd name="connsiteY13" fmla="*/ 452534 h 6858000"/>
              <a:gd name="connsiteX14" fmla="*/ 10419820 w 11428519"/>
              <a:gd name="connsiteY14" fmla="*/ 445961 h 6858000"/>
              <a:gd name="connsiteX15" fmla="*/ 10326189 w 11428519"/>
              <a:gd name="connsiteY15" fmla="*/ 437758 h 6858000"/>
              <a:gd name="connsiteX16" fmla="*/ 10292900 w 11428519"/>
              <a:gd name="connsiteY16" fmla="*/ 427936 h 6858000"/>
              <a:gd name="connsiteX17" fmla="*/ 10244876 w 11428519"/>
              <a:gd name="connsiteY17" fmla="*/ 418729 h 6858000"/>
              <a:gd name="connsiteX18" fmla="*/ 10165116 w 11428519"/>
              <a:gd name="connsiteY18" fmla="*/ 410209 h 6858000"/>
              <a:gd name="connsiteX19" fmla="*/ 10066210 w 11428519"/>
              <a:gd name="connsiteY19" fmla="*/ 412124 h 6858000"/>
              <a:gd name="connsiteX20" fmla="*/ 9966913 w 11428519"/>
              <a:gd name="connsiteY20" fmla="*/ 412008 h 6858000"/>
              <a:gd name="connsiteX21" fmla="*/ 9828330 w 11428519"/>
              <a:gd name="connsiteY21" fmla="*/ 413906 h 6858000"/>
              <a:gd name="connsiteX22" fmla="*/ 9711635 w 11428519"/>
              <a:gd name="connsiteY22" fmla="*/ 410830 h 6858000"/>
              <a:gd name="connsiteX23" fmla="*/ 9690102 w 11428519"/>
              <a:gd name="connsiteY23" fmla="*/ 407264 h 6858000"/>
              <a:gd name="connsiteX24" fmla="*/ 9572280 w 11428519"/>
              <a:gd name="connsiteY24" fmla="*/ 419684 h 6858000"/>
              <a:gd name="connsiteX25" fmla="*/ 9510668 w 11428519"/>
              <a:gd name="connsiteY25" fmla="*/ 420087 h 6858000"/>
              <a:gd name="connsiteX26" fmla="*/ 9504040 w 11428519"/>
              <a:gd name="connsiteY26" fmla="*/ 413672 h 6858000"/>
              <a:gd name="connsiteX27" fmla="*/ 9485823 w 11428519"/>
              <a:gd name="connsiteY27" fmla="*/ 414668 h 6858000"/>
              <a:gd name="connsiteX28" fmla="*/ 9480968 w 11428519"/>
              <a:gd name="connsiteY28" fmla="*/ 413579 h 6858000"/>
              <a:gd name="connsiteX29" fmla="*/ 9447565 w 11428519"/>
              <a:gd name="connsiteY29" fmla="*/ 420237 h 6858000"/>
              <a:gd name="connsiteX30" fmla="*/ 9439267 w 11428519"/>
              <a:gd name="connsiteY30" fmla="*/ 421615 h 6858000"/>
              <a:gd name="connsiteX31" fmla="*/ 9137458 w 11428519"/>
              <a:gd name="connsiteY31" fmla="*/ 411076 h 6858000"/>
              <a:gd name="connsiteX32" fmla="*/ 9111961 w 11428519"/>
              <a:gd name="connsiteY32" fmla="*/ 399407 h 6858000"/>
              <a:gd name="connsiteX33" fmla="*/ 9041336 w 11428519"/>
              <a:gd name="connsiteY33" fmla="*/ 398298 h 6858000"/>
              <a:gd name="connsiteX34" fmla="*/ 8976104 w 11428519"/>
              <a:gd name="connsiteY34" fmla="*/ 394890 h 6858000"/>
              <a:gd name="connsiteX35" fmla="*/ 8908081 w 11428519"/>
              <a:gd name="connsiteY35" fmla="*/ 391374 h 6858000"/>
              <a:gd name="connsiteX36" fmla="*/ 8846325 w 11428519"/>
              <a:gd name="connsiteY36" fmla="*/ 387158 h 6858000"/>
              <a:gd name="connsiteX37" fmla="*/ 8743808 w 11428519"/>
              <a:gd name="connsiteY37" fmla="*/ 388772 h 6858000"/>
              <a:gd name="connsiteX38" fmla="*/ 0 w 11428519"/>
              <a:gd name="connsiteY38" fmla="*/ 7666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1428519" h="6858000">
                <a:moveTo>
                  <a:pt x="0" y="0"/>
                </a:moveTo>
                <a:lnTo>
                  <a:pt x="454478" y="0"/>
                </a:lnTo>
                <a:lnTo>
                  <a:pt x="11428519" y="389763"/>
                </a:lnTo>
                <a:lnTo>
                  <a:pt x="11202642" y="6858000"/>
                </a:lnTo>
                <a:lnTo>
                  <a:pt x="11083854" y="6858000"/>
                </a:lnTo>
                <a:lnTo>
                  <a:pt x="11188900" y="3849916"/>
                </a:lnTo>
                <a:lnTo>
                  <a:pt x="11184368" y="3837845"/>
                </a:lnTo>
                <a:lnTo>
                  <a:pt x="11189699" y="3828290"/>
                </a:lnTo>
                <a:lnTo>
                  <a:pt x="11304892" y="529592"/>
                </a:lnTo>
                <a:cubicBezTo>
                  <a:pt x="11305249" y="518441"/>
                  <a:pt x="11301071" y="508193"/>
                  <a:pt x="11294016" y="500627"/>
                </a:cubicBezTo>
                <a:lnTo>
                  <a:pt x="11266114" y="487867"/>
                </a:lnTo>
                <a:cubicBezTo>
                  <a:pt x="11266143" y="487049"/>
                  <a:pt x="11266172" y="486232"/>
                  <a:pt x="11266201" y="485414"/>
                </a:cubicBezTo>
                <a:lnTo>
                  <a:pt x="10617267" y="458327"/>
                </a:lnTo>
                <a:cubicBezTo>
                  <a:pt x="10608649" y="456182"/>
                  <a:pt x="10574153" y="454056"/>
                  <a:pt x="10556118" y="452534"/>
                </a:cubicBezTo>
                <a:cubicBezTo>
                  <a:pt x="10510712" y="446330"/>
                  <a:pt x="10473071" y="447462"/>
                  <a:pt x="10419820" y="445961"/>
                </a:cubicBezTo>
                <a:cubicBezTo>
                  <a:pt x="10399279" y="450054"/>
                  <a:pt x="10337091" y="447506"/>
                  <a:pt x="10326189" y="437758"/>
                </a:cubicBezTo>
                <a:cubicBezTo>
                  <a:pt x="10313400" y="435319"/>
                  <a:pt x="10297954" y="438166"/>
                  <a:pt x="10292900" y="427936"/>
                </a:cubicBezTo>
                <a:cubicBezTo>
                  <a:pt x="10284124" y="415543"/>
                  <a:pt x="10237086" y="432781"/>
                  <a:pt x="10244876" y="418729"/>
                </a:cubicBezTo>
                <a:cubicBezTo>
                  <a:pt x="10211518" y="430503"/>
                  <a:pt x="10191560" y="417316"/>
                  <a:pt x="10165116" y="410209"/>
                </a:cubicBezTo>
                <a:lnTo>
                  <a:pt x="10066210" y="412124"/>
                </a:lnTo>
                <a:cubicBezTo>
                  <a:pt x="10018033" y="414239"/>
                  <a:pt x="10024782" y="416355"/>
                  <a:pt x="9966913" y="412008"/>
                </a:cubicBezTo>
                <a:cubicBezTo>
                  <a:pt x="9903487" y="416948"/>
                  <a:pt x="9901450" y="412197"/>
                  <a:pt x="9828330" y="413906"/>
                </a:cubicBezTo>
                <a:lnTo>
                  <a:pt x="9711635" y="410830"/>
                </a:lnTo>
                <a:lnTo>
                  <a:pt x="9690102" y="407264"/>
                </a:lnTo>
                <a:cubicBezTo>
                  <a:pt x="9648610" y="413243"/>
                  <a:pt x="9599152" y="403815"/>
                  <a:pt x="9572280" y="419684"/>
                </a:cubicBezTo>
                <a:lnTo>
                  <a:pt x="9510668" y="420087"/>
                </a:lnTo>
                <a:lnTo>
                  <a:pt x="9504040" y="413672"/>
                </a:lnTo>
                <a:lnTo>
                  <a:pt x="9485823" y="414668"/>
                </a:lnTo>
                <a:lnTo>
                  <a:pt x="9480968" y="413579"/>
                </a:lnTo>
                <a:cubicBezTo>
                  <a:pt x="9474592" y="414507"/>
                  <a:pt x="9454515" y="418898"/>
                  <a:pt x="9447565" y="420237"/>
                </a:cubicBezTo>
                <a:lnTo>
                  <a:pt x="9439267" y="421615"/>
                </a:lnTo>
                <a:lnTo>
                  <a:pt x="9137458" y="411076"/>
                </a:lnTo>
                <a:lnTo>
                  <a:pt x="9111961" y="399407"/>
                </a:lnTo>
                <a:lnTo>
                  <a:pt x="9041336" y="398298"/>
                </a:lnTo>
                <a:lnTo>
                  <a:pt x="8976104" y="394890"/>
                </a:lnTo>
                <a:lnTo>
                  <a:pt x="8908081" y="391374"/>
                </a:lnTo>
                <a:lnTo>
                  <a:pt x="8846325" y="387158"/>
                </a:lnTo>
                <a:lnTo>
                  <a:pt x="8743808" y="388772"/>
                </a:lnTo>
                <a:lnTo>
                  <a:pt x="0" y="76664"/>
                </a:lnTo>
                <a:close/>
              </a:path>
            </a:pathLst>
          </a:cu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BE08B85B-C971-F94B-2E66-FF87FC372F43}"/>
              </a:ext>
            </a:extLst>
          </p:cNvPr>
          <p:cNvSpPr>
            <a:spLocks noGrp="1"/>
          </p:cNvSpPr>
          <p:nvPr>
            <p:ph type="subTitle" idx="1"/>
          </p:nvPr>
        </p:nvSpPr>
        <p:spPr>
          <a:xfrm>
            <a:off x="699915" y="5255663"/>
            <a:ext cx="5694061" cy="916537"/>
          </a:xfrm>
        </p:spPr>
        <p:txBody>
          <a:bodyPr>
            <a:normAutofit/>
          </a:bodyPr>
          <a:lstStyle/>
          <a:p>
            <a:endParaRPr lang="en-US" dirty="0">
              <a:solidFill>
                <a:srgbClr val="FFFFFF"/>
              </a:solidFill>
            </a:endParaRPr>
          </a:p>
        </p:txBody>
      </p:sp>
      <p:sp>
        <p:nvSpPr>
          <p:cNvPr id="2" name="Title 1">
            <a:extLst>
              <a:ext uri="{FF2B5EF4-FFF2-40B4-BE49-F238E27FC236}">
                <a16:creationId xmlns:a16="http://schemas.microsoft.com/office/drawing/2014/main" id="{68E6B3FB-CB11-D5E0-F829-C3EBCD9977C7}"/>
              </a:ext>
            </a:extLst>
          </p:cNvPr>
          <p:cNvSpPr>
            <a:spLocks noGrp="1"/>
          </p:cNvSpPr>
          <p:nvPr>
            <p:ph type="ctrTitle"/>
          </p:nvPr>
        </p:nvSpPr>
        <p:spPr>
          <a:xfrm>
            <a:off x="699915" y="1943100"/>
            <a:ext cx="5694061" cy="2902365"/>
          </a:xfrm>
        </p:spPr>
        <p:txBody>
          <a:bodyPr>
            <a:normAutofit/>
          </a:bodyPr>
          <a:lstStyle/>
          <a:p>
            <a:r>
              <a:rPr lang="en-US" altLang="zh-CN" sz="4000" dirty="0"/>
              <a:t>7</a:t>
            </a:r>
            <a:r>
              <a:rPr lang="en-US" sz="4000" dirty="0"/>
              <a:t>.2 I</a:t>
            </a:r>
            <a:r>
              <a:rPr lang="en-US" altLang="zh-CN" sz="4000" dirty="0"/>
              <a:t>ons and Ionic Bonds</a:t>
            </a:r>
            <a:endParaRPr lang="en-US" sz="4000" dirty="0"/>
          </a:p>
        </p:txBody>
      </p:sp>
    </p:spTree>
    <p:extLst>
      <p:ext uri="{BB962C8B-B14F-4D97-AF65-F5344CB8AC3E}">
        <p14:creationId xmlns:p14="http://schemas.microsoft.com/office/powerpoint/2010/main" val="26780528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1BBCB0E-D444-4662-99B6-968FADD99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2DA4F45-AA61-7C7C-478A-9CA57193EF7B}"/>
              </a:ext>
            </a:extLst>
          </p:cNvPr>
          <p:cNvSpPr>
            <a:spLocks noGrp="1"/>
          </p:cNvSpPr>
          <p:nvPr>
            <p:ph type="title"/>
          </p:nvPr>
        </p:nvSpPr>
        <p:spPr>
          <a:xfrm>
            <a:off x="1219200" y="365125"/>
            <a:ext cx="9493249" cy="1577975"/>
          </a:xfrm>
        </p:spPr>
        <p:txBody>
          <a:bodyPr>
            <a:normAutofit/>
          </a:bodyPr>
          <a:lstStyle/>
          <a:p>
            <a:r>
              <a:rPr lang="en-US" dirty="0"/>
              <a:t>In this Class, we will</a:t>
            </a:r>
          </a:p>
        </p:txBody>
      </p:sp>
      <p:grpSp>
        <p:nvGrpSpPr>
          <p:cNvPr id="11" name="Group 10">
            <a:extLst>
              <a:ext uri="{FF2B5EF4-FFF2-40B4-BE49-F238E27FC236}">
                <a16:creationId xmlns:a16="http://schemas.microsoft.com/office/drawing/2014/main" id="{FABCF46B-3163-4E66-9BB3-AAC999794E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74436" y="6388259"/>
            <a:ext cx="358083" cy="368964"/>
            <a:chOff x="4135740" y="1795926"/>
            <a:chExt cx="558732" cy="575710"/>
          </a:xfrm>
        </p:grpSpPr>
        <p:grpSp>
          <p:nvGrpSpPr>
            <p:cNvPr id="12" name="Group 11">
              <a:extLst>
                <a:ext uri="{FF2B5EF4-FFF2-40B4-BE49-F238E27FC236}">
                  <a16:creationId xmlns:a16="http://schemas.microsoft.com/office/drawing/2014/main" id="{DFFABCCE-353C-4DF3-82A1-0A3254A68401}"/>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4135740" y="1795926"/>
              <a:ext cx="558732" cy="575710"/>
              <a:chOff x="1028007" y="1706560"/>
              <a:chExt cx="575710" cy="575710"/>
            </a:xfrm>
          </p:grpSpPr>
          <p:cxnSp>
            <p:nvCxnSpPr>
              <p:cNvPr id="14" name="Straight Connector 13">
                <a:extLst>
                  <a:ext uri="{FF2B5EF4-FFF2-40B4-BE49-F238E27FC236}">
                    <a16:creationId xmlns:a16="http://schemas.microsoft.com/office/drawing/2014/main" id="{D69B21E5-8A56-4BB0-A2F9-E1D18D1B4D3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28007" y="1994415"/>
                <a:ext cx="57571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F2E0FB7C-6BC0-4404-BBCB-6DD5D28DCA7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6200000">
                <a:off x="1028007" y="1994415"/>
                <a:ext cx="57571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3" name="Oval 12">
              <a:extLst>
                <a:ext uri="{FF2B5EF4-FFF2-40B4-BE49-F238E27FC236}">
                  <a16:creationId xmlns:a16="http://schemas.microsoft.com/office/drawing/2014/main" id="{0FCD1BD2-FA34-4758-A9C5-6723ACAD7E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36389" y="1946248"/>
              <a:ext cx="157434" cy="157434"/>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5" name="Content Placeholder 2">
            <a:extLst>
              <a:ext uri="{FF2B5EF4-FFF2-40B4-BE49-F238E27FC236}">
                <a16:creationId xmlns:a16="http://schemas.microsoft.com/office/drawing/2014/main" id="{67280FA4-FD20-287A-CE79-9E3652DBD0A7}"/>
              </a:ext>
            </a:extLst>
          </p:cNvPr>
          <p:cNvGraphicFramePr>
            <a:graphicFrameLocks noGrp="1"/>
          </p:cNvGraphicFramePr>
          <p:nvPr>
            <p:ph idx="1"/>
            <p:extLst>
              <p:ext uri="{D42A27DB-BD31-4B8C-83A1-F6EECF244321}">
                <p14:modId xmlns:p14="http://schemas.microsoft.com/office/powerpoint/2010/main" val="1892020486"/>
              </p:ext>
            </p:extLst>
          </p:nvPr>
        </p:nvGraphicFramePr>
        <p:xfrm>
          <a:off x="1063925" y="2317750"/>
          <a:ext cx="10075651" cy="38544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046092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1E186-5A22-073B-E9F1-1477C7B6646B}"/>
              </a:ext>
            </a:extLst>
          </p:cNvPr>
          <p:cNvSpPr>
            <a:spLocks noGrp="1"/>
          </p:cNvSpPr>
          <p:nvPr>
            <p:ph type="title"/>
          </p:nvPr>
        </p:nvSpPr>
        <p:spPr/>
        <p:txBody>
          <a:bodyPr/>
          <a:lstStyle/>
          <a:p>
            <a:r>
              <a:rPr lang="en-US" dirty="0"/>
              <a:t>Electron Configuration</a:t>
            </a:r>
          </a:p>
        </p:txBody>
      </p:sp>
      <p:sp>
        <p:nvSpPr>
          <p:cNvPr id="3" name="Content Placeholder 2">
            <a:extLst>
              <a:ext uri="{FF2B5EF4-FFF2-40B4-BE49-F238E27FC236}">
                <a16:creationId xmlns:a16="http://schemas.microsoft.com/office/drawing/2014/main" id="{B2B37203-F075-BDD7-0FEA-083FE76647FD}"/>
              </a:ext>
            </a:extLst>
          </p:cNvPr>
          <p:cNvSpPr>
            <a:spLocks noGrp="1"/>
          </p:cNvSpPr>
          <p:nvPr>
            <p:ph idx="1"/>
          </p:nvPr>
        </p:nvSpPr>
        <p:spPr/>
        <p:txBody>
          <a:bodyPr/>
          <a:lstStyle/>
          <a:p>
            <a:r>
              <a:rPr lang="en-US" dirty="0"/>
              <a:t>In the BP chemistry, we will use the circle and dot diagram to express the electron configuration, as well as the orbital diagram</a:t>
            </a:r>
          </a:p>
          <a:p>
            <a:r>
              <a:rPr lang="en-US" dirty="0"/>
              <a:t>Dots are drawn on circles outward, represents electrons are placed in inside orbitals first, then outside orbitals</a:t>
            </a:r>
          </a:p>
          <a:p>
            <a:r>
              <a:rPr lang="en-US" dirty="0"/>
              <a:t>This electron dot diagram is useful in conceptual understanding the atomic model, but it’s essentially wrong.</a:t>
            </a:r>
          </a:p>
          <a:p>
            <a:r>
              <a:rPr lang="en-US" dirty="0"/>
              <a:t>TOK Linkage- Can you think of a teaching model that teaches you something important but essentially wrong?</a:t>
            </a:r>
          </a:p>
        </p:txBody>
      </p:sp>
    </p:spTree>
    <p:extLst>
      <p:ext uri="{BB962C8B-B14F-4D97-AF65-F5344CB8AC3E}">
        <p14:creationId xmlns:p14="http://schemas.microsoft.com/office/powerpoint/2010/main" val="5790617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7DE425-1F9C-C1A1-6149-DA49B3E00CAB}"/>
              </a:ext>
            </a:extLst>
          </p:cNvPr>
          <p:cNvSpPr>
            <a:spLocks noGrp="1"/>
          </p:cNvSpPr>
          <p:nvPr>
            <p:ph type="title"/>
          </p:nvPr>
        </p:nvSpPr>
        <p:spPr/>
        <p:txBody>
          <a:bodyPr/>
          <a:lstStyle/>
          <a:p>
            <a:r>
              <a:rPr lang="en-US" dirty="0"/>
              <a:t>Draw the dot diagram</a:t>
            </a:r>
          </a:p>
        </p:txBody>
      </p:sp>
      <p:sp>
        <p:nvSpPr>
          <p:cNvPr id="3" name="Content Placeholder 2">
            <a:extLst>
              <a:ext uri="{FF2B5EF4-FFF2-40B4-BE49-F238E27FC236}">
                <a16:creationId xmlns:a16="http://schemas.microsoft.com/office/drawing/2014/main" id="{8FC0A9B0-411B-9E61-C11F-986C2FE8DE30}"/>
              </a:ext>
            </a:extLst>
          </p:cNvPr>
          <p:cNvSpPr>
            <a:spLocks noGrp="1"/>
          </p:cNvSpPr>
          <p:nvPr>
            <p:ph idx="1"/>
          </p:nvPr>
        </p:nvSpPr>
        <p:spPr/>
        <p:txBody>
          <a:bodyPr>
            <a:noAutofit/>
          </a:bodyPr>
          <a:lstStyle/>
          <a:p>
            <a:r>
              <a:rPr lang="en-US" sz="2400" dirty="0"/>
              <a:t>Practice draw the dot diagram for the following elements</a:t>
            </a:r>
          </a:p>
          <a:p>
            <a:endParaRPr lang="en-US" sz="2400" dirty="0"/>
          </a:p>
          <a:p>
            <a:pPr marL="0" indent="0">
              <a:buNone/>
            </a:pPr>
            <a:endParaRPr lang="en-US" sz="2400" dirty="0"/>
          </a:p>
          <a:p>
            <a:pPr marL="0" indent="0">
              <a:buNone/>
            </a:pPr>
            <a:r>
              <a:rPr lang="en-US" sz="2400" dirty="0"/>
              <a:t>He			Be			C			Ne</a:t>
            </a:r>
          </a:p>
          <a:p>
            <a:pPr marL="0" indent="0">
              <a:buNone/>
            </a:pPr>
            <a:endParaRPr lang="en-US" sz="2400" dirty="0"/>
          </a:p>
          <a:p>
            <a:pPr marL="0" indent="0">
              <a:buNone/>
            </a:pPr>
            <a:endParaRPr lang="en-US" sz="2400" dirty="0"/>
          </a:p>
          <a:p>
            <a:pPr marL="0" indent="0">
              <a:buNone/>
            </a:pPr>
            <a:r>
              <a:rPr lang="en-US" sz="2400" dirty="0"/>
              <a:t>		</a:t>
            </a:r>
          </a:p>
        </p:txBody>
      </p:sp>
    </p:spTree>
    <p:extLst>
      <p:ext uri="{BB962C8B-B14F-4D97-AF65-F5344CB8AC3E}">
        <p14:creationId xmlns:p14="http://schemas.microsoft.com/office/powerpoint/2010/main" val="8761185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696369-7EA0-75A8-F419-CC82A805B63D}"/>
              </a:ext>
            </a:extLst>
          </p:cNvPr>
          <p:cNvSpPr>
            <a:spLocks noGrp="1"/>
          </p:cNvSpPr>
          <p:nvPr>
            <p:ph type="title"/>
          </p:nvPr>
        </p:nvSpPr>
        <p:spPr>
          <a:xfrm>
            <a:off x="1221476" y="685800"/>
            <a:ext cx="3909020" cy="1911742"/>
          </a:xfrm>
        </p:spPr>
        <p:txBody>
          <a:bodyPr>
            <a:normAutofit/>
          </a:bodyPr>
          <a:lstStyle/>
          <a:p>
            <a:pPr>
              <a:lnSpc>
                <a:spcPct val="110000"/>
              </a:lnSpc>
            </a:pPr>
            <a:r>
              <a:rPr lang="en-US" sz="3400"/>
              <a:t>Electron Configuration and Group Number</a:t>
            </a:r>
          </a:p>
        </p:txBody>
      </p:sp>
      <p:sp>
        <p:nvSpPr>
          <p:cNvPr id="1030" name="Content Placeholder 1029">
            <a:extLst>
              <a:ext uri="{FF2B5EF4-FFF2-40B4-BE49-F238E27FC236}">
                <a16:creationId xmlns:a16="http://schemas.microsoft.com/office/drawing/2014/main" id="{73F7B919-6E44-C730-8795-9E32D35AC25C}"/>
              </a:ext>
            </a:extLst>
          </p:cNvPr>
          <p:cNvSpPr>
            <a:spLocks noGrp="1"/>
          </p:cNvSpPr>
          <p:nvPr>
            <p:ph idx="1"/>
          </p:nvPr>
        </p:nvSpPr>
        <p:spPr>
          <a:xfrm>
            <a:off x="1221477" y="2961280"/>
            <a:ext cx="3909020" cy="3215682"/>
          </a:xfrm>
        </p:spPr>
        <p:txBody>
          <a:bodyPr>
            <a:normAutofit/>
          </a:bodyPr>
          <a:lstStyle/>
          <a:p>
            <a:pPr marL="0" indent="0">
              <a:buNone/>
            </a:pPr>
            <a:r>
              <a:rPr lang="en-US" dirty="0"/>
              <a:t>How the electron configuration links to the group number for non-transition elements?</a:t>
            </a:r>
          </a:p>
        </p:txBody>
      </p:sp>
      <p:pic>
        <p:nvPicPr>
          <p:cNvPr id="1026" name="Picture 2" descr="See the source image">
            <a:extLst>
              <a:ext uri="{FF2B5EF4-FFF2-40B4-BE49-F238E27FC236}">
                <a16:creationId xmlns:a16="http://schemas.microsoft.com/office/drawing/2014/main" id="{1241222B-260F-B433-5156-FDF01AE9DA86}"/>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130496" y="1084292"/>
            <a:ext cx="6673735" cy="3753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172801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Text Box 10243">
            <a:extLst>
              <a:ext uri="{FF2B5EF4-FFF2-40B4-BE49-F238E27FC236}">
                <a16:creationId xmlns:a16="http://schemas.microsoft.com/office/drawing/2014/main" id="{4BF4A418-9A2B-3005-D4DB-ACB08666401B}"/>
              </a:ext>
            </a:extLst>
          </p:cNvPr>
          <p:cNvSpPr txBox="1">
            <a:spLocks noChangeArrowheads="1"/>
          </p:cNvSpPr>
          <p:nvPr/>
        </p:nvSpPr>
        <p:spPr bwMode="auto">
          <a:xfrm>
            <a:off x="1676400" y="1447800"/>
            <a:ext cx="4114800" cy="2862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pPr>
              <a:spcBef>
                <a:spcPct val="50000"/>
              </a:spcBef>
              <a:buFont typeface="Arial" panose="020B0604020202020204" pitchFamily="34" charset="0"/>
              <a:buAutoNum type="arabicPeriod"/>
            </a:pPr>
            <a:r>
              <a:rPr lang="en-US" altLang="en-CN">
                <a:solidFill>
                  <a:srgbClr val="FF0000"/>
                </a:solidFill>
              </a:rPr>
              <a:t>e</a:t>
            </a:r>
            <a:r>
              <a:rPr lang="en-US" altLang="en-CN" baseline="30000">
                <a:solidFill>
                  <a:srgbClr val="FF0000"/>
                </a:solidFill>
              </a:rPr>
              <a:t>-</a:t>
            </a:r>
            <a:r>
              <a:rPr lang="en-US" altLang="en-CN">
                <a:solidFill>
                  <a:srgbClr val="FF0000"/>
                </a:solidFill>
              </a:rPr>
              <a:t> can only have specific (quantized) energy values</a:t>
            </a:r>
          </a:p>
          <a:p>
            <a:pPr>
              <a:spcBef>
                <a:spcPct val="50000"/>
              </a:spcBef>
              <a:buFont typeface="Arial" panose="020B0604020202020204" pitchFamily="34" charset="0"/>
              <a:buAutoNum type="arabicPeriod"/>
            </a:pPr>
            <a:r>
              <a:rPr lang="en-US" altLang="en-CN"/>
              <a:t>light is emitted as e</a:t>
            </a:r>
            <a:r>
              <a:rPr lang="en-US" altLang="en-CN" baseline="30000"/>
              <a:t>-</a:t>
            </a:r>
            <a:r>
              <a:rPr lang="en-US" altLang="en-CN"/>
              <a:t> moves from one energy level to a lower energy level</a:t>
            </a:r>
          </a:p>
        </p:txBody>
      </p:sp>
      <p:pic>
        <p:nvPicPr>
          <p:cNvPr id="13314" name="Picture 10244" descr="cha56011_0709">
            <a:extLst>
              <a:ext uri="{FF2B5EF4-FFF2-40B4-BE49-F238E27FC236}">
                <a16:creationId xmlns:a16="http://schemas.microsoft.com/office/drawing/2014/main" id="{30BB8D53-DC4C-94E5-C1F7-ED333392320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99200" y="1295400"/>
            <a:ext cx="426720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5" name="Text Box 10245">
            <a:extLst>
              <a:ext uri="{FF2B5EF4-FFF2-40B4-BE49-F238E27FC236}">
                <a16:creationId xmlns:a16="http://schemas.microsoft.com/office/drawing/2014/main" id="{88BA2EB4-DE6B-4D36-561F-49B943AED9FF}"/>
              </a:ext>
            </a:extLst>
          </p:cNvPr>
          <p:cNvSpPr txBox="1">
            <a:spLocks noChangeArrowheads="1"/>
          </p:cNvSpPr>
          <p:nvPr/>
        </p:nvSpPr>
        <p:spPr bwMode="auto">
          <a:xfrm>
            <a:off x="2117726" y="152400"/>
            <a:ext cx="3673475"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pPr eaLnBrk="1" hangingPunct="1"/>
            <a:r>
              <a:rPr lang="en-US" altLang="en-CN" sz="3200" b="1"/>
              <a:t>Bohr’s Model of </a:t>
            </a:r>
          </a:p>
          <a:p>
            <a:pPr eaLnBrk="1" hangingPunct="1"/>
            <a:r>
              <a:rPr lang="en-US" altLang="en-CN" sz="3200" b="1"/>
              <a:t>the Atom (1913)</a:t>
            </a:r>
          </a:p>
        </p:txBody>
      </p:sp>
      <p:grpSp>
        <p:nvGrpSpPr>
          <p:cNvPr id="10254" name="Group 10253">
            <a:extLst>
              <a:ext uri="{FF2B5EF4-FFF2-40B4-BE49-F238E27FC236}">
                <a16:creationId xmlns:a16="http://schemas.microsoft.com/office/drawing/2014/main" id="{EDF29145-F6EC-FE85-D533-42394F2C0F3C}"/>
              </a:ext>
            </a:extLst>
          </p:cNvPr>
          <p:cNvGrpSpPr>
            <a:grpSpLocks/>
          </p:cNvGrpSpPr>
          <p:nvPr/>
        </p:nvGrpSpPr>
        <p:grpSpPr bwMode="auto">
          <a:xfrm>
            <a:off x="2590800" y="4143376"/>
            <a:ext cx="2495550" cy="962025"/>
            <a:chOff x="624" y="3120"/>
            <a:chExt cx="1572" cy="606"/>
          </a:xfrm>
        </p:grpSpPr>
        <p:sp>
          <p:nvSpPr>
            <p:cNvPr id="13317" name="Text Box 10246">
              <a:extLst>
                <a:ext uri="{FF2B5EF4-FFF2-40B4-BE49-F238E27FC236}">
                  <a16:creationId xmlns:a16="http://schemas.microsoft.com/office/drawing/2014/main" id="{9D56EA58-5B0C-7D6A-388E-3CEFEDE384EA}"/>
                </a:ext>
              </a:extLst>
            </p:cNvPr>
            <p:cNvSpPr txBox="1">
              <a:spLocks noChangeArrowheads="1"/>
            </p:cNvSpPr>
            <p:nvPr/>
          </p:nvSpPr>
          <p:spPr bwMode="auto">
            <a:xfrm>
              <a:off x="624" y="3260"/>
              <a:ext cx="95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pPr algn="ctr"/>
              <a:r>
                <a:rPr lang="en-US" altLang="en-CN" sz="2800"/>
                <a:t>E</a:t>
              </a:r>
              <a:r>
                <a:rPr lang="en-US" altLang="en-CN" sz="2800" i="1" baseline="-25000"/>
                <a:t>n</a:t>
              </a:r>
              <a:r>
                <a:rPr lang="en-US" altLang="en-CN" sz="2800"/>
                <a:t> = -R</a:t>
              </a:r>
              <a:r>
                <a:rPr lang="en-US" altLang="en-CN" sz="2800" baseline="-25000"/>
                <a:t>H</a:t>
              </a:r>
              <a:endParaRPr lang="en-US" altLang="en-CN" sz="2800"/>
            </a:p>
          </p:txBody>
        </p:sp>
        <p:grpSp>
          <p:nvGrpSpPr>
            <p:cNvPr id="13318" name="Group 10252">
              <a:extLst>
                <a:ext uri="{FF2B5EF4-FFF2-40B4-BE49-F238E27FC236}">
                  <a16:creationId xmlns:a16="http://schemas.microsoft.com/office/drawing/2014/main" id="{5AFECEDC-FBD4-99DF-952E-3EC1EEFF05F3}"/>
                </a:ext>
              </a:extLst>
            </p:cNvPr>
            <p:cNvGrpSpPr>
              <a:grpSpLocks/>
            </p:cNvGrpSpPr>
            <p:nvPr/>
          </p:nvGrpSpPr>
          <p:grpSpPr bwMode="auto">
            <a:xfrm>
              <a:off x="1488" y="3120"/>
              <a:ext cx="708" cy="606"/>
              <a:chOff x="1880" y="2832"/>
              <a:chExt cx="708" cy="606"/>
            </a:xfrm>
          </p:grpSpPr>
          <p:sp>
            <p:nvSpPr>
              <p:cNvPr id="13319" name="Text Box 10247">
                <a:extLst>
                  <a:ext uri="{FF2B5EF4-FFF2-40B4-BE49-F238E27FC236}">
                    <a16:creationId xmlns:a16="http://schemas.microsoft.com/office/drawing/2014/main" id="{48165770-25A4-FC2A-2B53-DC72A99C5D83}"/>
                  </a:ext>
                </a:extLst>
              </p:cNvPr>
              <p:cNvSpPr txBox="1">
                <a:spLocks noChangeArrowheads="1"/>
              </p:cNvSpPr>
              <p:nvPr/>
            </p:nvSpPr>
            <p:spPr bwMode="auto">
              <a:xfrm>
                <a:off x="1880" y="2933"/>
                <a:ext cx="708"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pPr algn="ctr"/>
                <a:r>
                  <a:rPr lang="en-US" altLang="en-CN" sz="3600"/>
                  <a:t>(     )</a:t>
                </a:r>
              </a:p>
            </p:txBody>
          </p:sp>
          <p:grpSp>
            <p:nvGrpSpPr>
              <p:cNvPr id="13320" name="Group 10251">
                <a:extLst>
                  <a:ext uri="{FF2B5EF4-FFF2-40B4-BE49-F238E27FC236}">
                    <a16:creationId xmlns:a16="http://schemas.microsoft.com/office/drawing/2014/main" id="{79E596FD-41BA-D8AA-D37C-9506CFF5F82D}"/>
                  </a:ext>
                </a:extLst>
              </p:cNvPr>
              <p:cNvGrpSpPr>
                <a:grpSpLocks/>
              </p:cNvGrpSpPr>
              <p:nvPr/>
            </p:nvGrpSpPr>
            <p:grpSpPr bwMode="auto">
              <a:xfrm>
                <a:off x="2064" y="2832"/>
                <a:ext cx="326" cy="606"/>
                <a:chOff x="2928" y="3417"/>
                <a:chExt cx="326" cy="606"/>
              </a:xfrm>
            </p:grpSpPr>
            <p:sp>
              <p:nvSpPr>
                <p:cNvPr id="13321" name="Text Box 10248">
                  <a:extLst>
                    <a:ext uri="{FF2B5EF4-FFF2-40B4-BE49-F238E27FC236}">
                      <a16:creationId xmlns:a16="http://schemas.microsoft.com/office/drawing/2014/main" id="{8A897B73-0124-0EE0-05E5-6415D19E92CE}"/>
                    </a:ext>
                  </a:extLst>
                </p:cNvPr>
                <p:cNvSpPr txBox="1">
                  <a:spLocks noChangeArrowheads="1"/>
                </p:cNvSpPr>
                <p:nvPr/>
              </p:nvSpPr>
              <p:spPr bwMode="auto">
                <a:xfrm>
                  <a:off x="2970" y="3417"/>
                  <a:ext cx="24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pPr algn="ctr"/>
                  <a:r>
                    <a:rPr lang="en-US" altLang="en-CN" sz="2800"/>
                    <a:t>1</a:t>
                  </a:r>
                </a:p>
              </p:txBody>
            </p:sp>
            <p:sp>
              <p:nvSpPr>
                <p:cNvPr id="13322" name="Text Box 10249">
                  <a:extLst>
                    <a:ext uri="{FF2B5EF4-FFF2-40B4-BE49-F238E27FC236}">
                      <a16:creationId xmlns:a16="http://schemas.microsoft.com/office/drawing/2014/main" id="{7E8BF122-7AA7-DAAE-21CD-BC55307F9B2B}"/>
                    </a:ext>
                  </a:extLst>
                </p:cNvPr>
                <p:cNvSpPr txBox="1">
                  <a:spLocks noChangeArrowheads="1"/>
                </p:cNvSpPr>
                <p:nvPr/>
              </p:nvSpPr>
              <p:spPr bwMode="auto">
                <a:xfrm>
                  <a:off x="2928" y="3696"/>
                  <a:ext cx="32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pPr algn="ctr"/>
                  <a:r>
                    <a:rPr lang="en-US" altLang="en-CN" sz="2800" i="1"/>
                    <a:t>n</a:t>
                  </a:r>
                  <a:r>
                    <a:rPr lang="en-US" altLang="en-CN" sz="2800" baseline="30000"/>
                    <a:t>2</a:t>
                  </a:r>
                  <a:endParaRPr lang="en-US" altLang="en-CN" sz="2800"/>
                </a:p>
              </p:txBody>
            </p:sp>
            <p:sp>
              <p:nvSpPr>
                <p:cNvPr id="13323" name="Straight Connector 10250">
                  <a:extLst>
                    <a:ext uri="{FF2B5EF4-FFF2-40B4-BE49-F238E27FC236}">
                      <a16:creationId xmlns:a16="http://schemas.microsoft.com/office/drawing/2014/main" id="{A697B1E2-BEF4-3653-36FA-D916EB36260B}"/>
                    </a:ext>
                  </a:extLst>
                </p:cNvPr>
                <p:cNvSpPr>
                  <a:spLocks noChangeShapeType="1"/>
                </p:cNvSpPr>
                <p:nvPr/>
              </p:nvSpPr>
              <p:spPr bwMode="auto">
                <a:xfrm>
                  <a:off x="2971" y="3712"/>
                  <a:ext cx="24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CN"/>
                </a:p>
              </p:txBody>
            </p:sp>
          </p:grpSp>
        </p:grpSp>
      </p:grpSp>
      <p:sp>
        <p:nvSpPr>
          <p:cNvPr id="10255" name="Text Box 10254">
            <a:extLst>
              <a:ext uri="{FF2B5EF4-FFF2-40B4-BE49-F238E27FC236}">
                <a16:creationId xmlns:a16="http://schemas.microsoft.com/office/drawing/2014/main" id="{6F0AB851-2940-69F2-B05C-069A6D082A52}"/>
              </a:ext>
            </a:extLst>
          </p:cNvPr>
          <p:cNvSpPr txBox="1">
            <a:spLocks noChangeArrowheads="1"/>
          </p:cNvSpPr>
          <p:nvPr/>
        </p:nvSpPr>
        <p:spPr bwMode="auto">
          <a:xfrm>
            <a:off x="1778000" y="5410200"/>
            <a:ext cx="55832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pPr algn="ctr"/>
            <a:r>
              <a:rPr lang="en-US" altLang="en-CN" i="1"/>
              <a:t>n</a:t>
            </a:r>
            <a:r>
              <a:rPr lang="en-US" altLang="en-CN"/>
              <a:t> (principal quantum number) = 1,2,3,…</a:t>
            </a:r>
            <a:endParaRPr lang="en-US" altLang="en-CN" i="1"/>
          </a:p>
        </p:txBody>
      </p:sp>
      <p:sp>
        <p:nvSpPr>
          <p:cNvPr id="10256" name="Text Box 10255">
            <a:extLst>
              <a:ext uri="{FF2B5EF4-FFF2-40B4-BE49-F238E27FC236}">
                <a16:creationId xmlns:a16="http://schemas.microsoft.com/office/drawing/2014/main" id="{123FEF20-B406-48CC-AAA3-8132D9C10A89}"/>
              </a:ext>
            </a:extLst>
          </p:cNvPr>
          <p:cNvSpPr txBox="1">
            <a:spLocks noChangeArrowheads="1"/>
          </p:cNvSpPr>
          <p:nvPr/>
        </p:nvSpPr>
        <p:spPr bwMode="auto">
          <a:xfrm>
            <a:off x="1778001" y="5943600"/>
            <a:ext cx="52752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r>
              <a:rPr lang="en-US" altLang="en-CN"/>
              <a:t>R</a:t>
            </a:r>
            <a:r>
              <a:rPr lang="en-US" altLang="en-CN" baseline="-25000"/>
              <a:t>H</a:t>
            </a:r>
            <a:r>
              <a:rPr lang="en-US" altLang="en-CN"/>
              <a:t> (Rydberg constant) = 2.18 x 10</a:t>
            </a:r>
            <a:r>
              <a:rPr lang="en-US" altLang="en-CN" baseline="30000"/>
              <a:t>-18</a:t>
            </a:r>
            <a:r>
              <a:rPr lang="en-US" altLang="en-CN"/>
              <a:t>J</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4">
                                            <p:txEl>
                                              <p:pRg st="0" end="0"/>
                                            </p:txEl>
                                          </p:spTgt>
                                        </p:tgtEl>
                                        <p:attrNameLst>
                                          <p:attrName>style.visibility</p:attrName>
                                        </p:attrNameLst>
                                      </p:cBhvr>
                                      <p:to>
                                        <p:strVal val="visible"/>
                                      </p:to>
                                    </p:set>
                                    <p:anim calcmode="lin" valueType="num">
                                      <p:cBhvr additive="base">
                                        <p:cTn id="7" dur="500" fill="hold"/>
                                        <p:tgtEl>
                                          <p:spTgt spid="10244">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24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244">
                                            <p:txEl>
                                              <p:pRg st="1" end="1"/>
                                            </p:txEl>
                                          </p:spTgt>
                                        </p:tgtEl>
                                        <p:attrNameLst>
                                          <p:attrName>style.visibility</p:attrName>
                                        </p:attrNameLst>
                                      </p:cBhvr>
                                      <p:to>
                                        <p:strVal val="visible"/>
                                      </p:to>
                                    </p:set>
                                    <p:anim calcmode="lin" valueType="num">
                                      <p:cBhvr additive="base">
                                        <p:cTn id="13" dur="500" fill="hold"/>
                                        <p:tgtEl>
                                          <p:spTgt spid="10244">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244">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0254"/>
                                        </p:tgtEl>
                                        <p:attrNameLst>
                                          <p:attrName>style.visibility</p:attrName>
                                        </p:attrNameLst>
                                      </p:cBhvr>
                                      <p:to>
                                        <p:strVal val="visible"/>
                                      </p:to>
                                    </p:set>
                                    <p:anim calcmode="lin" valueType="num">
                                      <p:cBhvr additive="base">
                                        <p:cTn id="19" dur="500" fill="hold"/>
                                        <p:tgtEl>
                                          <p:spTgt spid="10254"/>
                                        </p:tgtEl>
                                        <p:attrNameLst>
                                          <p:attrName>ppt_x</p:attrName>
                                        </p:attrNameLst>
                                      </p:cBhvr>
                                      <p:tavLst>
                                        <p:tav tm="0">
                                          <p:val>
                                            <p:strVal val="0-#ppt_w/2"/>
                                          </p:val>
                                        </p:tav>
                                        <p:tav tm="100000">
                                          <p:val>
                                            <p:strVal val="#ppt_x"/>
                                          </p:val>
                                        </p:tav>
                                      </p:tavLst>
                                    </p:anim>
                                    <p:anim calcmode="lin" valueType="num">
                                      <p:cBhvr additive="base">
                                        <p:cTn id="20" dur="500" fill="hold"/>
                                        <p:tgtEl>
                                          <p:spTgt spid="10254"/>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0255"/>
                                        </p:tgtEl>
                                        <p:attrNameLst>
                                          <p:attrName>style.visibility</p:attrName>
                                        </p:attrNameLst>
                                      </p:cBhvr>
                                      <p:to>
                                        <p:strVal val="visible"/>
                                      </p:to>
                                    </p:set>
                                    <p:anim calcmode="lin" valueType="num">
                                      <p:cBhvr additive="base">
                                        <p:cTn id="25" dur="500" fill="hold"/>
                                        <p:tgtEl>
                                          <p:spTgt spid="10255"/>
                                        </p:tgtEl>
                                        <p:attrNameLst>
                                          <p:attrName>ppt_x</p:attrName>
                                        </p:attrNameLst>
                                      </p:cBhvr>
                                      <p:tavLst>
                                        <p:tav tm="0">
                                          <p:val>
                                            <p:strVal val="0-#ppt_w/2"/>
                                          </p:val>
                                        </p:tav>
                                        <p:tav tm="100000">
                                          <p:val>
                                            <p:strVal val="#ppt_x"/>
                                          </p:val>
                                        </p:tav>
                                      </p:tavLst>
                                    </p:anim>
                                    <p:anim calcmode="lin" valueType="num">
                                      <p:cBhvr additive="base">
                                        <p:cTn id="26" dur="500" fill="hold"/>
                                        <p:tgtEl>
                                          <p:spTgt spid="10255"/>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0256"/>
                                        </p:tgtEl>
                                        <p:attrNameLst>
                                          <p:attrName>style.visibility</p:attrName>
                                        </p:attrNameLst>
                                      </p:cBhvr>
                                      <p:to>
                                        <p:strVal val="visible"/>
                                      </p:to>
                                    </p:set>
                                    <p:anim calcmode="lin" valueType="num">
                                      <p:cBhvr additive="base">
                                        <p:cTn id="31" dur="500" fill="hold"/>
                                        <p:tgtEl>
                                          <p:spTgt spid="10256"/>
                                        </p:tgtEl>
                                        <p:attrNameLst>
                                          <p:attrName>ppt_x</p:attrName>
                                        </p:attrNameLst>
                                      </p:cBhvr>
                                      <p:tavLst>
                                        <p:tav tm="0">
                                          <p:val>
                                            <p:strVal val="0-#ppt_w/2"/>
                                          </p:val>
                                        </p:tav>
                                        <p:tav tm="100000">
                                          <p:val>
                                            <p:strVal val="#ppt_x"/>
                                          </p:val>
                                        </p:tav>
                                      </p:tavLst>
                                    </p:anim>
                                    <p:anim calcmode="lin" valueType="num">
                                      <p:cBhvr additive="base">
                                        <p:cTn id="32" dur="500" fill="hold"/>
                                        <p:tgtEl>
                                          <p:spTgt spid="1025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4" grpId="0" build="p"/>
      <p:bldP spid="10255" grpId="0"/>
      <p:bldP spid="1025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Title 39937">
            <a:extLst>
              <a:ext uri="{FF2B5EF4-FFF2-40B4-BE49-F238E27FC236}">
                <a16:creationId xmlns:a16="http://schemas.microsoft.com/office/drawing/2014/main" id="{B6484E1E-C845-8EE5-094C-BA89F1F0DB63}"/>
              </a:ext>
            </a:extLst>
          </p:cNvPr>
          <p:cNvSpPr>
            <a:spLocks noGrp="1" noChangeArrowheads="1"/>
          </p:cNvSpPr>
          <p:nvPr>
            <p:ph type="title"/>
          </p:nvPr>
        </p:nvSpPr>
        <p:spPr>
          <a:xfrm>
            <a:off x="2209800" y="76200"/>
            <a:ext cx="7772400" cy="762000"/>
          </a:xfrm>
        </p:spPr>
        <p:txBody>
          <a:bodyPr/>
          <a:lstStyle/>
          <a:p>
            <a:r>
              <a:rPr lang="en-US" altLang="en-CN" sz="3600">
                <a:solidFill>
                  <a:schemeClr val="tx1"/>
                </a:solidFill>
                <a:latin typeface="Arial" panose="020B0604020202020204" pitchFamily="34" charset="0"/>
              </a:rPr>
              <a:t>Schrodinger Wave Equation</a:t>
            </a:r>
          </a:p>
        </p:txBody>
      </p:sp>
      <p:sp>
        <p:nvSpPr>
          <p:cNvPr id="39939" name="Text Box 39938">
            <a:extLst>
              <a:ext uri="{FF2B5EF4-FFF2-40B4-BE49-F238E27FC236}">
                <a16:creationId xmlns:a16="http://schemas.microsoft.com/office/drawing/2014/main" id="{7D25105B-FC88-B463-B4C6-670B32CDE399}"/>
              </a:ext>
            </a:extLst>
          </p:cNvPr>
          <p:cNvSpPr txBox="1">
            <a:spLocks noChangeArrowheads="1"/>
          </p:cNvSpPr>
          <p:nvPr/>
        </p:nvSpPr>
        <p:spPr bwMode="auto">
          <a:xfrm>
            <a:off x="1854200" y="838201"/>
            <a:ext cx="8470900" cy="436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pPr>
              <a:spcBef>
                <a:spcPct val="50000"/>
              </a:spcBef>
            </a:pPr>
            <a:r>
              <a:rPr lang="en-US" altLang="en-CN" sz="2800"/>
              <a:t>In 1926 Schrodinger wrote an </a:t>
            </a:r>
            <a:r>
              <a:rPr lang="en-US" altLang="en-CN" sz="2800">
                <a:solidFill>
                  <a:srgbClr val="FF0000"/>
                </a:solidFill>
              </a:rPr>
              <a:t>equation that described both the particle and wave nature of the e</a:t>
            </a:r>
            <a:r>
              <a:rPr lang="en-US" altLang="en-CN" sz="2800" baseline="30000">
                <a:solidFill>
                  <a:srgbClr val="FF0000"/>
                </a:solidFill>
              </a:rPr>
              <a:t>-</a:t>
            </a:r>
            <a:endParaRPr lang="en-US" altLang="en-CN" sz="2800">
              <a:solidFill>
                <a:srgbClr val="FF0000"/>
              </a:solidFill>
            </a:endParaRPr>
          </a:p>
          <a:p>
            <a:pPr>
              <a:spcBef>
                <a:spcPct val="50000"/>
              </a:spcBef>
            </a:pPr>
            <a:r>
              <a:rPr lang="en-US" altLang="en-CN" sz="2800"/>
              <a:t>Wave function (</a:t>
            </a:r>
            <a:r>
              <a:rPr lang="en-US" altLang="en-CN" sz="2800">
                <a:latin typeface="Symbol" pitchFamily="2" charset="2"/>
              </a:rPr>
              <a:t>Y</a:t>
            </a:r>
            <a:r>
              <a:rPr lang="en-US" altLang="en-CN" sz="2800"/>
              <a:t>) describes:</a:t>
            </a:r>
          </a:p>
          <a:p>
            <a:pPr lvl="1">
              <a:spcBef>
                <a:spcPct val="50000"/>
              </a:spcBef>
              <a:buFont typeface="Arial" panose="020B0604020202020204" pitchFamily="34" charset="0"/>
              <a:buChar char="1"/>
            </a:pPr>
            <a:r>
              <a:rPr lang="en-US" altLang="en-CN" sz="2800"/>
              <a:t>. </a:t>
            </a:r>
            <a:r>
              <a:rPr lang="en-US" altLang="en-CN" sz="2800">
                <a:solidFill>
                  <a:srgbClr val="FF0000"/>
                </a:solidFill>
              </a:rPr>
              <a:t>energy of e</a:t>
            </a:r>
            <a:r>
              <a:rPr lang="en-US" altLang="en-CN" sz="2800" baseline="30000">
                <a:solidFill>
                  <a:srgbClr val="FF0000"/>
                </a:solidFill>
              </a:rPr>
              <a:t>-</a:t>
            </a:r>
            <a:r>
              <a:rPr lang="en-US" altLang="en-CN" sz="2800">
                <a:solidFill>
                  <a:srgbClr val="FF0000"/>
                </a:solidFill>
              </a:rPr>
              <a:t> with a given </a:t>
            </a:r>
            <a:r>
              <a:rPr lang="en-US" altLang="en-CN" sz="2800">
                <a:solidFill>
                  <a:srgbClr val="FF0000"/>
                </a:solidFill>
                <a:latin typeface="Symbol" pitchFamily="2" charset="2"/>
              </a:rPr>
              <a:t>Y</a:t>
            </a:r>
          </a:p>
          <a:p>
            <a:pPr lvl="1">
              <a:spcBef>
                <a:spcPct val="50000"/>
              </a:spcBef>
              <a:buFont typeface="Arial" panose="020B0604020202020204" pitchFamily="34" charset="0"/>
              <a:buChar char="2"/>
            </a:pPr>
            <a:r>
              <a:rPr lang="en-US" altLang="en-CN" sz="2800"/>
              <a:t>. </a:t>
            </a:r>
            <a:r>
              <a:rPr lang="en-US" altLang="en-CN" sz="2800">
                <a:solidFill>
                  <a:srgbClr val="FF0000"/>
                </a:solidFill>
              </a:rPr>
              <a:t>probability of finding e</a:t>
            </a:r>
            <a:r>
              <a:rPr lang="en-US" altLang="en-CN" sz="2800" baseline="30000">
                <a:solidFill>
                  <a:srgbClr val="FF0000"/>
                </a:solidFill>
              </a:rPr>
              <a:t>-</a:t>
            </a:r>
            <a:r>
              <a:rPr lang="en-US" altLang="en-CN" sz="2800">
                <a:solidFill>
                  <a:srgbClr val="FF0000"/>
                </a:solidFill>
              </a:rPr>
              <a:t> in a volume of space</a:t>
            </a:r>
          </a:p>
          <a:p>
            <a:pPr>
              <a:spcBef>
                <a:spcPct val="50000"/>
              </a:spcBef>
            </a:pPr>
            <a:r>
              <a:rPr lang="en-US" altLang="en-CN" sz="2800"/>
              <a:t>Schrodinger’s equation can only be solved exactly for the hydrogen atom.  Must approximate its solution for multi-electron systems.</a:t>
            </a:r>
          </a:p>
        </p:txBody>
      </p:sp>
      <p:sp>
        <p:nvSpPr>
          <p:cNvPr id="21507" name="Text Box 39939">
            <a:extLst>
              <a:ext uri="{FF2B5EF4-FFF2-40B4-BE49-F238E27FC236}">
                <a16:creationId xmlns:a16="http://schemas.microsoft.com/office/drawing/2014/main" id="{8E65D550-B0D7-C0B2-33F7-7E40AB8A7A6B}"/>
              </a:ext>
            </a:extLst>
          </p:cNvPr>
          <p:cNvSpPr txBox="1">
            <a:spLocks noChangeArrowheads="1"/>
          </p:cNvSpPr>
          <p:nvPr/>
        </p:nvSpPr>
        <p:spPr bwMode="auto">
          <a:xfrm>
            <a:off x="10055226" y="6384926"/>
            <a:ext cx="5365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pPr eaLnBrk="1" hangingPunct="1"/>
            <a:r>
              <a:rPr lang="en-US" altLang="en-CN" sz="2000"/>
              <a:t>7.5</a:t>
            </a:r>
          </a:p>
        </p:txBody>
      </p:sp>
      <p:pic>
        <p:nvPicPr>
          <p:cNvPr id="21508" name="Picture 39940" descr="cha56011_0714a">
            <a:extLst>
              <a:ext uri="{FF2B5EF4-FFF2-40B4-BE49-F238E27FC236}">
                <a16:creationId xmlns:a16="http://schemas.microsoft.com/office/drawing/2014/main" id="{2F7E1273-C0BA-F383-2D37-52956CD287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48600" y="4876800"/>
            <a:ext cx="1981200"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9939">
                                            <p:txEl>
                                              <p:pRg st="0" end="0"/>
                                            </p:txEl>
                                          </p:spTgt>
                                        </p:tgtEl>
                                        <p:attrNameLst>
                                          <p:attrName>style.visibility</p:attrName>
                                        </p:attrNameLst>
                                      </p:cBhvr>
                                      <p:to>
                                        <p:strVal val="visible"/>
                                      </p:to>
                                    </p:set>
                                    <p:anim calcmode="lin" valueType="num">
                                      <p:cBhvr additive="base">
                                        <p:cTn id="7" dur="500" fill="hold"/>
                                        <p:tgtEl>
                                          <p:spTgt spid="3993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993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9939">
                                            <p:txEl>
                                              <p:pRg st="1" end="1"/>
                                            </p:txEl>
                                          </p:spTgt>
                                        </p:tgtEl>
                                        <p:attrNameLst>
                                          <p:attrName>style.visibility</p:attrName>
                                        </p:attrNameLst>
                                      </p:cBhvr>
                                      <p:to>
                                        <p:strVal val="visible"/>
                                      </p:to>
                                    </p:set>
                                    <p:anim calcmode="lin" valueType="num">
                                      <p:cBhvr additive="base">
                                        <p:cTn id="13" dur="500" fill="hold"/>
                                        <p:tgtEl>
                                          <p:spTgt spid="39939">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9939">
                                            <p:txEl>
                                              <p:pRg st="1" end="1"/>
                                            </p:txEl>
                                          </p:spTgt>
                                        </p:tgtEl>
                                        <p:attrNameLst>
                                          <p:attrName>ppt_y</p:attrName>
                                        </p:attrNameLst>
                                      </p:cBhvr>
                                      <p:tavLst>
                                        <p:tav tm="0">
                                          <p:val>
                                            <p:strVal val="#ppt_y"/>
                                          </p:val>
                                        </p:tav>
                                        <p:tav tm="100000">
                                          <p:val>
                                            <p:strVal val="#ppt_y"/>
                                          </p:val>
                                        </p:tav>
                                      </p:tavLst>
                                    </p:anim>
                                  </p:childTnLst>
                                </p:cTn>
                              </p:par>
                              <p:par>
                                <p:cTn id="15" presetID="2" presetClass="entr" presetSubtype="8" fill="hold" grpId="0" nodeType="withEffect">
                                  <p:stCondLst>
                                    <p:cond delay="0"/>
                                  </p:stCondLst>
                                  <p:childTnLst>
                                    <p:set>
                                      <p:cBhvr>
                                        <p:cTn id="16" dur="1" fill="hold">
                                          <p:stCondLst>
                                            <p:cond delay="0"/>
                                          </p:stCondLst>
                                        </p:cTn>
                                        <p:tgtEl>
                                          <p:spTgt spid="39939">
                                            <p:txEl>
                                              <p:pRg st="2" end="2"/>
                                            </p:txEl>
                                          </p:spTgt>
                                        </p:tgtEl>
                                        <p:attrNameLst>
                                          <p:attrName>style.visibility</p:attrName>
                                        </p:attrNameLst>
                                      </p:cBhvr>
                                      <p:to>
                                        <p:strVal val="visible"/>
                                      </p:to>
                                    </p:set>
                                    <p:anim calcmode="lin" valueType="num">
                                      <p:cBhvr additive="base">
                                        <p:cTn id="17" dur="500" fill="hold"/>
                                        <p:tgtEl>
                                          <p:spTgt spid="39939">
                                            <p:txEl>
                                              <p:pRg st="2" end="2"/>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39939">
                                            <p:txEl>
                                              <p:pRg st="2" end="2"/>
                                            </p:txEl>
                                          </p:spTgt>
                                        </p:tgtEl>
                                        <p:attrNameLst>
                                          <p:attrName>ppt_y</p:attrName>
                                        </p:attrNameLst>
                                      </p:cBhvr>
                                      <p:tavLst>
                                        <p:tav tm="0">
                                          <p:val>
                                            <p:strVal val="#ppt_y"/>
                                          </p:val>
                                        </p:tav>
                                        <p:tav tm="100000">
                                          <p:val>
                                            <p:strVal val="#ppt_y"/>
                                          </p:val>
                                        </p:tav>
                                      </p:tavLst>
                                    </p:anim>
                                  </p:childTnLst>
                                </p:cTn>
                              </p:par>
                              <p:par>
                                <p:cTn id="19" presetID="2" presetClass="entr" presetSubtype="8" fill="hold" grpId="0" nodeType="withEffect">
                                  <p:stCondLst>
                                    <p:cond delay="0"/>
                                  </p:stCondLst>
                                  <p:childTnLst>
                                    <p:set>
                                      <p:cBhvr>
                                        <p:cTn id="20" dur="1" fill="hold">
                                          <p:stCondLst>
                                            <p:cond delay="0"/>
                                          </p:stCondLst>
                                        </p:cTn>
                                        <p:tgtEl>
                                          <p:spTgt spid="39939">
                                            <p:txEl>
                                              <p:pRg st="3" end="3"/>
                                            </p:txEl>
                                          </p:spTgt>
                                        </p:tgtEl>
                                        <p:attrNameLst>
                                          <p:attrName>style.visibility</p:attrName>
                                        </p:attrNameLst>
                                      </p:cBhvr>
                                      <p:to>
                                        <p:strVal val="visible"/>
                                      </p:to>
                                    </p:set>
                                    <p:anim calcmode="lin" valueType="num">
                                      <p:cBhvr additive="base">
                                        <p:cTn id="21" dur="500" fill="hold"/>
                                        <p:tgtEl>
                                          <p:spTgt spid="39939">
                                            <p:txEl>
                                              <p:pRg st="3" end="3"/>
                                            </p:txEl>
                                          </p:spTgt>
                                        </p:tgtEl>
                                        <p:attrNameLst>
                                          <p:attrName>ppt_x</p:attrName>
                                        </p:attrNameLst>
                                      </p:cBhvr>
                                      <p:tavLst>
                                        <p:tav tm="0">
                                          <p:val>
                                            <p:strVal val="0-#ppt_w/2"/>
                                          </p:val>
                                        </p:tav>
                                        <p:tav tm="100000">
                                          <p:val>
                                            <p:strVal val="#ppt_x"/>
                                          </p:val>
                                        </p:tav>
                                      </p:tavLst>
                                    </p:anim>
                                    <p:anim calcmode="lin" valueType="num">
                                      <p:cBhvr additive="base">
                                        <p:cTn id="22" dur="500" fill="hold"/>
                                        <p:tgtEl>
                                          <p:spTgt spid="39939">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8" fill="hold" grpId="0" nodeType="clickEffect">
                                  <p:stCondLst>
                                    <p:cond delay="0"/>
                                  </p:stCondLst>
                                  <p:childTnLst>
                                    <p:set>
                                      <p:cBhvr>
                                        <p:cTn id="26" dur="1" fill="hold">
                                          <p:stCondLst>
                                            <p:cond delay="0"/>
                                          </p:stCondLst>
                                        </p:cTn>
                                        <p:tgtEl>
                                          <p:spTgt spid="39939">
                                            <p:txEl>
                                              <p:pRg st="4" end="4"/>
                                            </p:txEl>
                                          </p:spTgt>
                                        </p:tgtEl>
                                        <p:attrNameLst>
                                          <p:attrName>style.visibility</p:attrName>
                                        </p:attrNameLst>
                                      </p:cBhvr>
                                      <p:to>
                                        <p:strVal val="visible"/>
                                      </p:to>
                                    </p:set>
                                    <p:anim calcmode="lin" valueType="num">
                                      <p:cBhvr additive="base">
                                        <p:cTn id="27" dur="500" fill="hold"/>
                                        <p:tgtEl>
                                          <p:spTgt spid="39939">
                                            <p:txEl>
                                              <p:pRg st="4" end="4"/>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39939">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9"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Title 41985">
            <a:extLst>
              <a:ext uri="{FF2B5EF4-FFF2-40B4-BE49-F238E27FC236}">
                <a16:creationId xmlns:a16="http://schemas.microsoft.com/office/drawing/2014/main" id="{FB52FE1C-A6DD-5868-E6DF-2BA35B60F94F}"/>
              </a:ext>
            </a:extLst>
          </p:cNvPr>
          <p:cNvSpPr>
            <a:spLocks noGrp="1" noChangeArrowheads="1"/>
          </p:cNvSpPr>
          <p:nvPr>
            <p:ph type="title"/>
          </p:nvPr>
        </p:nvSpPr>
        <p:spPr>
          <a:xfrm>
            <a:off x="2209800" y="76200"/>
            <a:ext cx="7772400" cy="685800"/>
          </a:xfrm>
        </p:spPr>
        <p:txBody>
          <a:bodyPr>
            <a:normAutofit fontScale="90000"/>
          </a:bodyPr>
          <a:lstStyle/>
          <a:p>
            <a:r>
              <a:rPr lang="en-US" altLang="en-CN" sz="3600">
                <a:solidFill>
                  <a:schemeClr val="tx1"/>
                </a:solidFill>
                <a:latin typeface="Arial" panose="020B0604020202020204" pitchFamily="34" charset="0"/>
              </a:rPr>
              <a:t>Schrodinger Wave Equation</a:t>
            </a:r>
          </a:p>
        </p:txBody>
      </p:sp>
      <p:sp>
        <p:nvSpPr>
          <p:cNvPr id="41987" name="Text Box 41986">
            <a:extLst>
              <a:ext uri="{FF2B5EF4-FFF2-40B4-BE49-F238E27FC236}">
                <a16:creationId xmlns:a16="http://schemas.microsoft.com/office/drawing/2014/main" id="{053EAFBE-4AC8-14C4-4D4E-2EE79B4D38D9}"/>
              </a:ext>
            </a:extLst>
          </p:cNvPr>
          <p:cNvSpPr txBox="1">
            <a:spLocks noChangeArrowheads="1"/>
          </p:cNvSpPr>
          <p:nvPr/>
        </p:nvSpPr>
        <p:spPr bwMode="auto">
          <a:xfrm>
            <a:off x="1752600" y="930276"/>
            <a:ext cx="4419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pPr algn="ctr">
              <a:spcBef>
                <a:spcPct val="50000"/>
              </a:spcBef>
            </a:pPr>
            <a:r>
              <a:rPr lang="en-US" altLang="en-CN" sz="2800">
                <a:latin typeface="Symbol" pitchFamily="2" charset="2"/>
              </a:rPr>
              <a:t>Y = </a:t>
            </a:r>
            <a:r>
              <a:rPr lang="en-US" altLang="en-CN" sz="2800"/>
              <a:t>fn(</a:t>
            </a:r>
            <a:r>
              <a:rPr lang="en-US" altLang="en-CN" sz="2800">
                <a:solidFill>
                  <a:srgbClr val="FF0000"/>
                </a:solidFill>
              </a:rPr>
              <a:t>n</a:t>
            </a:r>
            <a:r>
              <a:rPr lang="en-US" altLang="en-CN" sz="2800"/>
              <a:t>, </a:t>
            </a:r>
            <a:r>
              <a:rPr lang="en-US" altLang="en-CN" sz="2800" i="1"/>
              <a:t>l</a:t>
            </a:r>
            <a:r>
              <a:rPr lang="en-US" altLang="en-CN" sz="2800"/>
              <a:t>, m</a:t>
            </a:r>
            <a:r>
              <a:rPr lang="en-US" altLang="en-CN" sz="2800" i="1" baseline="-25000"/>
              <a:t>l</a:t>
            </a:r>
            <a:r>
              <a:rPr lang="en-US" altLang="en-CN" sz="2800"/>
              <a:t>, m</a:t>
            </a:r>
            <a:r>
              <a:rPr lang="en-US" altLang="en-CN" sz="2800" baseline="-25000"/>
              <a:t>s</a:t>
            </a:r>
            <a:r>
              <a:rPr lang="en-US" altLang="en-CN" sz="2800"/>
              <a:t>)</a:t>
            </a:r>
          </a:p>
        </p:txBody>
      </p:sp>
      <p:sp>
        <p:nvSpPr>
          <p:cNvPr id="41988" name="Text Box 41987">
            <a:extLst>
              <a:ext uri="{FF2B5EF4-FFF2-40B4-BE49-F238E27FC236}">
                <a16:creationId xmlns:a16="http://schemas.microsoft.com/office/drawing/2014/main" id="{E512DE06-4D5D-4137-F242-625CC3EDC85B}"/>
              </a:ext>
            </a:extLst>
          </p:cNvPr>
          <p:cNvSpPr txBox="1">
            <a:spLocks noChangeArrowheads="1"/>
          </p:cNvSpPr>
          <p:nvPr/>
        </p:nvSpPr>
        <p:spPr bwMode="auto">
          <a:xfrm>
            <a:off x="1752600" y="1741488"/>
            <a:ext cx="4603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pPr algn="ctr"/>
            <a:r>
              <a:rPr lang="en-US" altLang="en-CN" sz="2800"/>
              <a:t>principal quantum number </a:t>
            </a:r>
            <a:r>
              <a:rPr lang="en-US" altLang="en-CN" sz="2800">
                <a:solidFill>
                  <a:srgbClr val="FF0000"/>
                </a:solidFill>
              </a:rPr>
              <a:t>n</a:t>
            </a:r>
          </a:p>
        </p:txBody>
      </p:sp>
      <p:sp>
        <p:nvSpPr>
          <p:cNvPr id="41989" name="Text Box 41988">
            <a:extLst>
              <a:ext uri="{FF2B5EF4-FFF2-40B4-BE49-F238E27FC236}">
                <a16:creationId xmlns:a16="http://schemas.microsoft.com/office/drawing/2014/main" id="{32182D1E-A679-1E24-89C8-052DBF98F414}"/>
              </a:ext>
            </a:extLst>
          </p:cNvPr>
          <p:cNvSpPr txBox="1">
            <a:spLocks noChangeArrowheads="1"/>
          </p:cNvSpPr>
          <p:nvPr/>
        </p:nvSpPr>
        <p:spPr bwMode="auto">
          <a:xfrm>
            <a:off x="1752601" y="2478088"/>
            <a:ext cx="28225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pPr algn="ctr"/>
            <a:r>
              <a:rPr lang="en-US" altLang="en-CN" sz="2800">
                <a:solidFill>
                  <a:srgbClr val="FF0000"/>
                </a:solidFill>
              </a:rPr>
              <a:t>n</a:t>
            </a:r>
            <a:r>
              <a:rPr lang="en-US" altLang="en-CN" sz="2800"/>
              <a:t> = 1, 2, 3, 4, ….</a:t>
            </a:r>
          </a:p>
        </p:txBody>
      </p:sp>
      <p:sp>
        <p:nvSpPr>
          <p:cNvPr id="22533" name="Rectangle 41991">
            <a:extLst>
              <a:ext uri="{FF2B5EF4-FFF2-40B4-BE49-F238E27FC236}">
                <a16:creationId xmlns:a16="http://schemas.microsoft.com/office/drawing/2014/main" id="{5E55E882-7DA5-89A2-46E9-DE86DCCB1577}"/>
              </a:ext>
            </a:extLst>
          </p:cNvPr>
          <p:cNvSpPr>
            <a:spLocks noChangeArrowheads="1"/>
          </p:cNvSpPr>
          <p:nvPr/>
        </p:nvSpPr>
        <p:spPr bwMode="auto">
          <a:xfrm>
            <a:off x="6477000" y="3657600"/>
            <a:ext cx="3581400" cy="685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endParaRPr lang="en-US" altLang="zh-CN">
              <a:ea typeface="SimSun" panose="02010600030101010101" pitchFamily="2" charset="-122"/>
            </a:endParaRPr>
          </a:p>
        </p:txBody>
      </p:sp>
      <p:pic>
        <p:nvPicPr>
          <p:cNvPr id="22534" name="Picture 41992" descr="cha56011_0719">
            <a:extLst>
              <a:ext uri="{FF2B5EF4-FFF2-40B4-BE49-F238E27FC236}">
                <a16:creationId xmlns:a16="http://schemas.microsoft.com/office/drawing/2014/main" id="{D339E141-C146-A121-C19B-3381594BB8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95800" y="3730626"/>
            <a:ext cx="5486400" cy="312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1996" name="Group 41995">
            <a:extLst>
              <a:ext uri="{FF2B5EF4-FFF2-40B4-BE49-F238E27FC236}">
                <a16:creationId xmlns:a16="http://schemas.microsoft.com/office/drawing/2014/main" id="{386EBBD7-DF9E-98AC-0769-53E1668432BC}"/>
              </a:ext>
            </a:extLst>
          </p:cNvPr>
          <p:cNvGrpSpPr>
            <a:grpSpLocks/>
          </p:cNvGrpSpPr>
          <p:nvPr/>
        </p:nvGrpSpPr>
        <p:grpSpPr bwMode="auto">
          <a:xfrm>
            <a:off x="3200401" y="4724401"/>
            <a:ext cx="1306513" cy="519113"/>
            <a:chOff x="185" y="3161"/>
            <a:chExt cx="823" cy="327"/>
          </a:xfrm>
        </p:grpSpPr>
        <p:sp>
          <p:nvSpPr>
            <p:cNvPr id="22536" name="Text Box 41993">
              <a:extLst>
                <a:ext uri="{FF2B5EF4-FFF2-40B4-BE49-F238E27FC236}">
                  <a16:creationId xmlns:a16="http://schemas.microsoft.com/office/drawing/2014/main" id="{4C7CE721-4568-5ECE-25C2-D8B18D7F76C2}"/>
                </a:ext>
              </a:extLst>
            </p:cNvPr>
            <p:cNvSpPr txBox="1">
              <a:spLocks noChangeArrowheads="1"/>
            </p:cNvSpPr>
            <p:nvPr/>
          </p:nvSpPr>
          <p:spPr bwMode="auto">
            <a:xfrm>
              <a:off x="185" y="3161"/>
              <a:ext cx="497"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pPr algn="ctr"/>
              <a:r>
                <a:rPr lang="en-US" altLang="en-CN" sz="2800">
                  <a:solidFill>
                    <a:srgbClr val="FF0000"/>
                  </a:solidFill>
                </a:rPr>
                <a:t>n=1</a:t>
              </a:r>
            </a:p>
          </p:txBody>
        </p:sp>
        <p:sp>
          <p:nvSpPr>
            <p:cNvPr id="22537" name="Straight Connector 41994">
              <a:extLst>
                <a:ext uri="{FF2B5EF4-FFF2-40B4-BE49-F238E27FC236}">
                  <a16:creationId xmlns:a16="http://schemas.microsoft.com/office/drawing/2014/main" id="{3207E54C-48F8-C40D-D319-DD3B45ECC14C}"/>
                </a:ext>
              </a:extLst>
            </p:cNvPr>
            <p:cNvSpPr>
              <a:spLocks noChangeShapeType="1"/>
            </p:cNvSpPr>
            <p:nvPr/>
          </p:nvSpPr>
          <p:spPr bwMode="auto">
            <a:xfrm>
              <a:off x="624" y="3324"/>
              <a:ext cx="384" cy="0"/>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CN"/>
            </a:p>
          </p:txBody>
        </p:sp>
      </p:grpSp>
      <p:grpSp>
        <p:nvGrpSpPr>
          <p:cNvPr id="41997" name="Group 41996">
            <a:extLst>
              <a:ext uri="{FF2B5EF4-FFF2-40B4-BE49-F238E27FC236}">
                <a16:creationId xmlns:a16="http://schemas.microsoft.com/office/drawing/2014/main" id="{F61F375F-BF89-E0D0-81C6-9C38F6496FD4}"/>
              </a:ext>
            </a:extLst>
          </p:cNvPr>
          <p:cNvGrpSpPr>
            <a:grpSpLocks/>
          </p:cNvGrpSpPr>
          <p:nvPr/>
        </p:nvGrpSpPr>
        <p:grpSpPr bwMode="auto">
          <a:xfrm>
            <a:off x="4279901" y="4711701"/>
            <a:ext cx="1306513" cy="519113"/>
            <a:chOff x="185" y="3161"/>
            <a:chExt cx="823" cy="327"/>
          </a:xfrm>
        </p:grpSpPr>
        <p:sp>
          <p:nvSpPr>
            <p:cNvPr id="22539" name="Text Box 41997">
              <a:extLst>
                <a:ext uri="{FF2B5EF4-FFF2-40B4-BE49-F238E27FC236}">
                  <a16:creationId xmlns:a16="http://schemas.microsoft.com/office/drawing/2014/main" id="{F4BC932D-E838-CC49-2EC1-EBFF5F478FE7}"/>
                </a:ext>
              </a:extLst>
            </p:cNvPr>
            <p:cNvSpPr txBox="1">
              <a:spLocks noChangeArrowheads="1"/>
            </p:cNvSpPr>
            <p:nvPr/>
          </p:nvSpPr>
          <p:spPr bwMode="auto">
            <a:xfrm>
              <a:off x="185" y="3161"/>
              <a:ext cx="497"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pPr algn="ctr"/>
              <a:r>
                <a:rPr lang="en-US" altLang="en-CN" sz="2800">
                  <a:solidFill>
                    <a:srgbClr val="FF0000"/>
                  </a:solidFill>
                </a:rPr>
                <a:t>n=2</a:t>
              </a:r>
            </a:p>
          </p:txBody>
        </p:sp>
        <p:sp>
          <p:nvSpPr>
            <p:cNvPr id="22540" name="Straight Connector 41998">
              <a:extLst>
                <a:ext uri="{FF2B5EF4-FFF2-40B4-BE49-F238E27FC236}">
                  <a16:creationId xmlns:a16="http://schemas.microsoft.com/office/drawing/2014/main" id="{6702F54B-A001-1FDA-15F8-9E137190CE63}"/>
                </a:ext>
              </a:extLst>
            </p:cNvPr>
            <p:cNvSpPr>
              <a:spLocks noChangeShapeType="1"/>
            </p:cNvSpPr>
            <p:nvPr/>
          </p:nvSpPr>
          <p:spPr bwMode="auto">
            <a:xfrm>
              <a:off x="624" y="3324"/>
              <a:ext cx="384" cy="0"/>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CN"/>
            </a:p>
          </p:txBody>
        </p:sp>
      </p:grpSp>
      <p:grpSp>
        <p:nvGrpSpPr>
          <p:cNvPr id="42000" name="Group 41999">
            <a:extLst>
              <a:ext uri="{FF2B5EF4-FFF2-40B4-BE49-F238E27FC236}">
                <a16:creationId xmlns:a16="http://schemas.microsoft.com/office/drawing/2014/main" id="{FA148DE0-3E07-589B-E5CB-98748E1B97CD}"/>
              </a:ext>
            </a:extLst>
          </p:cNvPr>
          <p:cNvGrpSpPr>
            <a:grpSpLocks/>
          </p:cNvGrpSpPr>
          <p:nvPr/>
        </p:nvGrpSpPr>
        <p:grpSpPr bwMode="auto">
          <a:xfrm>
            <a:off x="6172201" y="4686301"/>
            <a:ext cx="1306513" cy="519113"/>
            <a:chOff x="185" y="3161"/>
            <a:chExt cx="823" cy="327"/>
          </a:xfrm>
        </p:grpSpPr>
        <p:sp>
          <p:nvSpPr>
            <p:cNvPr id="22542" name="Text Box 42000">
              <a:extLst>
                <a:ext uri="{FF2B5EF4-FFF2-40B4-BE49-F238E27FC236}">
                  <a16:creationId xmlns:a16="http://schemas.microsoft.com/office/drawing/2014/main" id="{91FD9DD5-CECA-8F76-78CA-E2AD11918546}"/>
                </a:ext>
              </a:extLst>
            </p:cNvPr>
            <p:cNvSpPr txBox="1">
              <a:spLocks noChangeArrowheads="1"/>
            </p:cNvSpPr>
            <p:nvPr/>
          </p:nvSpPr>
          <p:spPr bwMode="auto">
            <a:xfrm>
              <a:off x="185" y="3161"/>
              <a:ext cx="497"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pPr algn="ctr"/>
              <a:r>
                <a:rPr lang="en-US" altLang="en-CN" sz="2800">
                  <a:solidFill>
                    <a:srgbClr val="FF0000"/>
                  </a:solidFill>
                </a:rPr>
                <a:t>n=3</a:t>
              </a:r>
            </a:p>
          </p:txBody>
        </p:sp>
        <p:sp>
          <p:nvSpPr>
            <p:cNvPr id="22543" name="Straight Connector 42001">
              <a:extLst>
                <a:ext uri="{FF2B5EF4-FFF2-40B4-BE49-F238E27FC236}">
                  <a16:creationId xmlns:a16="http://schemas.microsoft.com/office/drawing/2014/main" id="{DC43BCD9-55EB-DD87-1CBD-ACE25FD4E084}"/>
                </a:ext>
              </a:extLst>
            </p:cNvPr>
            <p:cNvSpPr>
              <a:spLocks noChangeShapeType="1"/>
            </p:cNvSpPr>
            <p:nvPr/>
          </p:nvSpPr>
          <p:spPr bwMode="auto">
            <a:xfrm>
              <a:off x="624" y="3324"/>
              <a:ext cx="384" cy="0"/>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CN"/>
            </a:p>
          </p:txBody>
        </p:sp>
      </p:grpSp>
      <p:sp>
        <p:nvSpPr>
          <p:cNvPr id="22544" name="Text Box 42002">
            <a:extLst>
              <a:ext uri="{FF2B5EF4-FFF2-40B4-BE49-F238E27FC236}">
                <a16:creationId xmlns:a16="http://schemas.microsoft.com/office/drawing/2014/main" id="{87255687-B34F-48AE-6F78-1E57FDB03D64}"/>
              </a:ext>
            </a:extLst>
          </p:cNvPr>
          <p:cNvSpPr txBox="1">
            <a:spLocks noChangeArrowheads="1"/>
          </p:cNvSpPr>
          <p:nvPr/>
        </p:nvSpPr>
        <p:spPr bwMode="auto">
          <a:xfrm>
            <a:off x="10055226" y="6384926"/>
            <a:ext cx="5365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pPr eaLnBrk="1" hangingPunct="1"/>
            <a:r>
              <a:rPr lang="en-US" altLang="en-CN" sz="2000"/>
              <a:t>7.6</a:t>
            </a:r>
          </a:p>
        </p:txBody>
      </p:sp>
      <p:sp>
        <p:nvSpPr>
          <p:cNvPr id="41990" name="Text Box 41989">
            <a:extLst>
              <a:ext uri="{FF2B5EF4-FFF2-40B4-BE49-F238E27FC236}">
                <a16:creationId xmlns:a16="http://schemas.microsoft.com/office/drawing/2014/main" id="{243CF581-AC28-F130-81CB-92668A546D96}"/>
              </a:ext>
            </a:extLst>
          </p:cNvPr>
          <p:cNvSpPr txBox="1">
            <a:spLocks noChangeArrowheads="1"/>
          </p:cNvSpPr>
          <p:nvPr/>
        </p:nvSpPr>
        <p:spPr bwMode="auto">
          <a:xfrm>
            <a:off x="1758123" y="3214688"/>
            <a:ext cx="5062604" cy="523220"/>
          </a:xfrm>
          <a:prstGeom prst="rect">
            <a:avLst/>
          </a:prstGeom>
          <a:noFill/>
          <a:ln w="57150" cmpd="thinThick">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pPr algn="ctr"/>
            <a:r>
              <a:rPr lang="en-US" altLang="en-CN" sz="2800"/>
              <a:t>distance of e</a:t>
            </a:r>
            <a:r>
              <a:rPr lang="en-US" altLang="en-CN" sz="2800" baseline="30000"/>
              <a:t>-</a:t>
            </a:r>
            <a:r>
              <a:rPr lang="en-US" altLang="en-CN" sz="2800"/>
              <a:t> from the nucleus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1987"/>
                                        </p:tgtEl>
                                        <p:attrNameLst>
                                          <p:attrName>style.visibility</p:attrName>
                                        </p:attrNameLst>
                                      </p:cBhvr>
                                      <p:to>
                                        <p:strVal val="visible"/>
                                      </p:to>
                                    </p:set>
                                    <p:anim calcmode="lin" valueType="num">
                                      <p:cBhvr additive="base">
                                        <p:cTn id="7" dur="500" fill="hold"/>
                                        <p:tgtEl>
                                          <p:spTgt spid="41987"/>
                                        </p:tgtEl>
                                        <p:attrNameLst>
                                          <p:attrName>ppt_x</p:attrName>
                                        </p:attrNameLst>
                                      </p:cBhvr>
                                      <p:tavLst>
                                        <p:tav tm="0">
                                          <p:val>
                                            <p:strVal val="0-#ppt_w/2"/>
                                          </p:val>
                                        </p:tav>
                                        <p:tav tm="100000">
                                          <p:val>
                                            <p:strVal val="#ppt_x"/>
                                          </p:val>
                                        </p:tav>
                                      </p:tavLst>
                                    </p:anim>
                                    <p:anim calcmode="lin" valueType="num">
                                      <p:cBhvr additive="base">
                                        <p:cTn id="8" dur="500" fill="hold"/>
                                        <p:tgtEl>
                                          <p:spTgt spid="41987"/>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1988"/>
                                        </p:tgtEl>
                                        <p:attrNameLst>
                                          <p:attrName>style.visibility</p:attrName>
                                        </p:attrNameLst>
                                      </p:cBhvr>
                                      <p:to>
                                        <p:strVal val="visible"/>
                                      </p:to>
                                    </p:set>
                                    <p:anim calcmode="lin" valueType="num">
                                      <p:cBhvr additive="base">
                                        <p:cTn id="13" dur="500" fill="hold"/>
                                        <p:tgtEl>
                                          <p:spTgt spid="41988"/>
                                        </p:tgtEl>
                                        <p:attrNameLst>
                                          <p:attrName>ppt_x</p:attrName>
                                        </p:attrNameLst>
                                      </p:cBhvr>
                                      <p:tavLst>
                                        <p:tav tm="0">
                                          <p:val>
                                            <p:strVal val="0-#ppt_w/2"/>
                                          </p:val>
                                        </p:tav>
                                        <p:tav tm="100000">
                                          <p:val>
                                            <p:strVal val="#ppt_x"/>
                                          </p:val>
                                        </p:tav>
                                      </p:tavLst>
                                    </p:anim>
                                    <p:anim calcmode="lin" valueType="num">
                                      <p:cBhvr additive="base">
                                        <p:cTn id="14" dur="500" fill="hold"/>
                                        <p:tgtEl>
                                          <p:spTgt spid="41988"/>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41989"/>
                                        </p:tgtEl>
                                        <p:attrNameLst>
                                          <p:attrName>style.visibility</p:attrName>
                                        </p:attrNameLst>
                                      </p:cBhvr>
                                      <p:to>
                                        <p:strVal val="visible"/>
                                      </p:to>
                                    </p:set>
                                    <p:anim calcmode="lin" valueType="num">
                                      <p:cBhvr additive="base">
                                        <p:cTn id="19" dur="500" fill="hold"/>
                                        <p:tgtEl>
                                          <p:spTgt spid="41989"/>
                                        </p:tgtEl>
                                        <p:attrNameLst>
                                          <p:attrName>ppt_x</p:attrName>
                                        </p:attrNameLst>
                                      </p:cBhvr>
                                      <p:tavLst>
                                        <p:tav tm="0">
                                          <p:val>
                                            <p:strVal val="0-#ppt_w/2"/>
                                          </p:val>
                                        </p:tav>
                                        <p:tav tm="100000">
                                          <p:val>
                                            <p:strVal val="#ppt_x"/>
                                          </p:val>
                                        </p:tav>
                                      </p:tavLst>
                                    </p:anim>
                                    <p:anim calcmode="lin" valueType="num">
                                      <p:cBhvr additive="base">
                                        <p:cTn id="20" dur="500" fill="hold"/>
                                        <p:tgtEl>
                                          <p:spTgt spid="41989"/>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3" presetClass="entr" presetSubtype="16" fill="hold" grpId="0" nodeType="clickEffect">
                                  <p:stCondLst>
                                    <p:cond delay="0"/>
                                  </p:stCondLst>
                                  <p:childTnLst>
                                    <p:set>
                                      <p:cBhvr>
                                        <p:cTn id="24" dur="1" fill="hold">
                                          <p:stCondLst>
                                            <p:cond delay="0"/>
                                          </p:stCondLst>
                                        </p:cTn>
                                        <p:tgtEl>
                                          <p:spTgt spid="41990"/>
                                        </p:tgtEl>
                                        <p:attrNameLst>
                                          <p:attrName>style.visibility</p:attrName>
                                        </p:attrNameLst>
                                      </p:cBhvr>
                                      <p:to>
                                        <p:strVal val="visible"/>
                                      </p:to>
                                    </p:set>
                                    <p:anim calcmode="lin" valueType="num">
                                      <p:cBhvr>
                                        <p:cTn id="25" dur="500" fill="hold"/>
                                        <p:tgtEl>
                                          <p:spTgt spid="41990"/>
                                        </p:tgtEl>
                                        <p:attrNameLst>
                                          <p:attrName>ppt_w</p:attrName>
                                        </p:attrNameLst>
                                      </p:cBhvr>
                                      <p:tavLst>
                                        <p:tav tm="0">
                                          <p:val>
                                            <p:fltVal val="0"/>
                                          </p:val>
                                        </p:tav>
                                        <p:tav tm="100000">
                                          <p:val>
                                            <p:strVal val="#ppt_w"/>
                                          </p:val>
                                        </p:tav>
                                      </p:tavLst>
                                    </p:anim>
                                    <p:anim calcmode="lin" valueType="num">
                                      <p:cBhvr>
                                        <p:cTn id="26" dur="500" fill="hold"/>
                                        <p:tgtEl>
                                          <p:spTgt spid="41990"/>
                                        </p:tgtEl>
                                        <p:attrNameLst>
                                          <p:attrName>ppt_h</p:attrName>
                                        </p:attrNameLst>
                                      </p:cBhvr>
                                      <p:tavLst>
                                        <p:tav tm="0">
                                          <p:val>
                                            <p:fltVal val="0"/>
                                          </p:val>
                                        </p:tav>
                                        <p:tav tm="100000">
                                          <p:val>
                                            <p:strVal val="#ppt_h"/>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41996"/>
                                        </p:tgtEl>
                                        <p:attrNameLst>
                                          <p:attrName>style.visibility</p:attrName>
                                        </p:attrNameLst>
                                      </p:cBhvr>
                                      <p:to>
                                        <p:strVal val="visible"/>
                                      </p:to>
                                    </p:set>
                                    <p:anim calcmode="lin" valueType="num">
                                      <p:cBhvr additive="base">
                                        <p:cTn id="31" dur="500" fill="hold"/>
                                        <p:tgtEl>
                                          <p:spTgt spid="41996"/>
                                        </p:tgtEl>
                                        <p:attrNameLst>
                                          <p:attrName>ppt_x</p:attrName>
                                        </p:attrNameLst>
                                      </p:cBhvr>
                                      <p:tavLst>
                                        <p:tav tm="0">
                                          <p:val>
                                            <p:strVal val="0-#ppt_w/2"/>
                                          </p:val>
                                        </p:tav>
                                        <p:tav tm="100000">
                                          <p:val>
                                            <p:strVal val="#ppt_x"/>
                                          </p:val>
                                        </p:tav>
                                      </p:tavLst>
                                    </p:anim>
                                    <p:anim calcmode="lin" valueType="num">
                                      <p:cBhvr additive="base">
                                        <p:cTn id="32" dur="500" fill="hold"/>
                                        <p:tgtEl>
                                          <p:spTgt spid="41996"/>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41996"/>
                                        </p:tgtEl>
                                        <p:attrNameLst>
                                          <p:attrName>style.visibility</p:attrName>
                                        </p:attrNameLst>
                                      </p:cBhvr>
                                      <p:to>
                                        <p:strVal val="hidden"/>
                                      </p:to>
                                    </p:set>
                                  </p:sub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nodeType="clickEffect">
                                  <p:stCondLst>
                                    <p:cond delay="0"/>
                                  </p:stCondLst>
                                  <p:childTnLst>
                                    <p:set>
                                      <p:cBhvr>
                                        <p:cTn id="36" dur="1" fill="hold">
                                          <p:stCondLst>
                                            <p:cond delay="0"/>
                                          </p:stCondLst>
                                        </p:cTn>
                                        <p:tgtEl>
                                          <p:spTgt spid="41997"/>
                                        </p:tgtEl>
                                        <p:attrNameLst>
                                          <p:attrName>style.visibility</p:attrName>
                                        </p:attrNameLst>
                                      </p:cBhvr>
                                      <p:to>
                                        <p:strVal val="visible"/>
                                      </p:to>
                                    </p:set>
                                    <p:anim calcmode="lin" valueType="num">
                                      <p:cBhvr additive="base">
                                        <p:cTn id="37" dur="500" fill="hold"/>
                                        <p:tgtEl>
                                          <p:spTgt spid="41997"/>
                                        </p:tgtEl>
                                        <p:attrNameLst>
                                          <p:attrName>ppt_x</p:attrName>
                                        </p:attrNameLst>
                                      </p:cBhvr>
                                      <p:tavLst>
                                        <p:tav tm="0">
                                          <p:val>
                                            <p:strVal val="0-#ppt_w/2"/>
                                          </p:val>
                                        </p:tav>
                                        <p:tav tm="100000">
                                          <p:val>
                                            <p:strVal val="#ppt_x"/>
                                          </p:val>
                                        </p:tav>
                                      </p:tavLst>
                                    </p:anim>
                                    <p:anim calcmode="lin" valueType="num">
                                      <p:cBhvr additive="base">
                                        <p:cTn id="38" dur="500" fill="hold"/>
                                        <p:tgtEl>
                                          <p:spTgt spid="41997"/>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41997"/>
                                        </p:tgtEl>
                                        <p:attrNameLst>
                                          <p:attrName>style.visibility</p:attrName>
                                        </p:attrNameLst>
                                      </p:cBhvr>
                                      <p:to>
                                        <p:strVal val="hidden"/>
                                      </p:to>
                                    </p:set>
                                  </p:sub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nodeType="clickEffect">
                                  <p:stCondLst>
                                    <p:cond delay="0"/>
                                  </p:stCondLst>
                                  <p:childTnLst>
                                    <p:set>
                                      <p:cBhvr>
                                        <p:cTn id="42" dur="1" fill="hold">
                                          <p:stCondLst>
                                            <p:cond delay="0"/>
                                          </p:stCondLst>
                                        </p:cTn>
                                        <p:tgtEl>
                                          <p:spTgt spid="42000"/>
                                        </p:tgtEl>
                                        <p:attrNameLst>
                                          <p:attrName>style.visibility</p:attrName>
                                        </p:attrNameLst>
                                      </p:cBhvr>
                                      <p:to>
                                        <p:strVal val="visible"/>
                                      </p:to>
                                    </p:set>
                                    <p:anim calcmode="lin" valueType="num">
                                      <p:cBhvr additive="base">
                                        <p:cTn id="43" dur="500" fill="hold"/>
                                        <p:tgtEl>
                                          <p:spTgt spid="42000"/>
                                        </p:tgtEl>
                                        <p:attrNameLst>
                                          <p:attrName>ppt_x</p:attrName>
                                        </p:attrNameLst>
                                      </p:cBhvr>
                                      <p:tavLst>
                                        <p:tav tm="0">
                                          <p:val>
                                            <p:strVal val="0-#ppt_w/2"/>
                                          </p:val>
                                        </p:tav>
                                        <p:tav tm="100000">
                                          <p:val>
                                            <p:strVal val="#ppt_x"/>
                                          </p:val>
                                        </p:tav>
                                      </p:tavLst>
                                    </p:anim>
                                    <p:anim calcmode="lin" valueType="num">
                                      <p:cBhvr additive="base">
                                        <p:cTn id="44" dur="500" fill="hold"/>
                                        <p:tgtEl>
                                          <p:spTgt spid="42000"/>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42000"/>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7" grpId="0"/>
      <p:bldP spid="41988" grpId="0"/>
      <p:bldP spid="41989" grpId="0"/>
      <p:bldP spid="4199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3" name="Picture 17423" descr="07_18b">
            <a:extLst>
              <a:ext uri="{FF2B5EF4-FFF2-40B4-BE49-F238E27FC236}">
                <a16:creationId xmlns:a16="http://schemas.microsoft.com/office/drawing/2014/main" id="{0C92B554-A14E-590C-4053-8F885776C0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4167" b="8333"/>
          <a:stretch>
            <a:fillRect/>
          </a:stretch>
        </p:blipFill>
        <p:spPr bwMode="auto">
          <a:xfrm>
            <a:off x="7696201" y="152401"/>
            <a:ext cx="2841625" cy="279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3554" name="Group 17424">
            <a:extLst>
              <a:ext uri="{FF2B5EF4-FFF2-40B4-BE49-F238E27FC236}">
                <a16:creationId xmlns:a16="http://schemas.microsoft.com/office/drawing/2014/main" id="{7A352178-35FE-6EF9-E796-8F2E2E9CA551}"/>
              </a:ext>
            </a:extLst>
          </p:cNvPr>
          <p:cNvGrpSpPr>
            <a:grpSpLocks/>
          </p:cNvGrpSpPr>
          <p:nvPr/>
        </p:nvGrpSpPr>
        <p:grpSpPr bwMode="auto">
          <a:xfrm>
            <a:off x="5006976" y="901700"/>
            <a:ext cx="3006725" cy="1200150"/>
            <a:chOff x="2042" y="420"/>
            <a:chExt cx="1894" cy="756"/>
          </a:xfrm>
        </p:grpSpPr>
        <p:sp>
          <p:nvSpPr>
            <p:cNvPr id="23555" name="Text Box 17416">
              <a:extLst>
                <a:ext uri="{FF2B5EF4-FFF2-40B4-BE49-F238E27FC236}">
                  <a16:creationId xmlns:a16="http://schemas.microsoft.com/office/drawing/2014/main" id="{ABBCEA28-DEC8-8B02-73D5-9B288C2E49BF}"/>
                </a:ext>
              </a:extLst>
            </p:cNvPr>
            <p:cNvSpPr txBox="1">
              <a:spLocks noChangeArrowheads="1"/>
            </p:cNvSpPr>
            <p:nvPr/>
          </p:nvSpPr>
          <p:spPr bwMode="auto">
            <a:xfrm>
              <a:off x="2042" y="420"/>
              <a:ext cx="1669" cy="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r>
                <a:rPr lang="en-US" altLang="en-CN"/>
                <a:t>Where 90% of the</a:t>
              </a:r>
            </a:p>
            <a:p>
              <a:r>
                <a:rPr lang="en-US" altLang="en-CN"/>
                <a:t>e</a:t>
              </a:r>
              <a:r>
                <a:rPr lang="en-US" altLang="en-CN" baseline="30000"/>
                <a:t>-</a:t>
              </a:r>
              <a:r>
                <a:rPr lang="en-US" altLang="en-CN"/>
                <a:t> density is found</a:t>
              </a:r>
            </a:p>
            <a:p>
              <a:r>
                <a:rPr lang="en-US" altLang="en-CN"/>
                <a:t>for the 1s orbital</a:t>
              </a:r>
            </a:p>
          </p:txBody>
        </p:sp>
        <p:sp>
          <p:nvSpPr>
            <p:cNvPr id="23556" name="Straight Connector 17417">
              <a:extLst>
                <a:ext uri="{FF2B5EF4-FFF2-40B4-BE49-F238E27FC236}">
                  <a16:creationId xmlns:a16="http://schemas.microsoft.com/office/drawing/2014/main" id="{CC64C8A9-F3BC-9162-A6EA-DE3EA96C9566}"/>
                </a:ext>
              </a:extLst>
            </p:cNvPr>
            <p:cNvSpPr>
              <a:spLocks noChangeShapeType="1"/>
            </p:cNvSpPr>
            <p:nvPr/>
          </p:nvSpPr>
          <p:spPr bwMode="auto">
            <a:xfrm>
              <a:off x="3696" y="794"/>
              <a:ext cx="24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N"/>
            </a:p>
          </p:txBody>
        </p:sp>
      </p:grpSp>
      <p:sp>
        <p:nvSpPr>
          <p:cNvPr id="23557" name="Text Box 17419">
            <a:extLst>
              <a:ext uri="{FF2B5EF4-FFF2-40B4-BE49-F238E27FC236}">
                <a16:creationId xmlns:a16="http://schemas.microsoft.com/office/drawing/2014/main" id="{AD1EB011-2CBE-40B5-9212-97036B01F704}"/>
              </a:ext>
            </a:extLst>
          </p:cNvPr>
          <p:cNvSpPr txBox="1">
            <a:spLocks noChangeArrowheads="1"/>
          </p:cNvSpPr>
          <p:nvPr/>
        </p:nvSpPr>
        <p:spPr bwMode="auto">
          <a:xfrm>
            <a:off x="10055226" y="6384926"/>
            <a:ext cx="5365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pPr eaLnBrk="1" hangingPunct="1"/>
            <a:r>
              <a:rPr lang="en-US" altLang="en-CN" sz="2000"/>
              <a:t>7.6</a:t>
            </a:r>
          </a:p>
        </p:txBody>
      </p:sp>
      <p:pic>
        <p:nvPicPr>
          <p:cNvPr id="23558" name="Picture 17422" descr="07_18a">
            <a:extLst>
              <a:ext uri="{FF2B5EF4-FFF2-40B4-BE49-F238E27FC236}">
                <a16:creationId xmlns:a16="http://schemas.microsoft.com/office/drawing/2014/main" id="{17D598FA-5812-E996-4108-622C7CD0F5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4167" b="8333"/>
          <a:stretch>
            <a:fillRect/>
          </a:stretch>
        </p:blipFill>
        <p:spPr bwMode="auto">
          <a:xfrm>
            <a:off x="1600201" y="238126"/>
            <a:ext cx="2898775" cy="2619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9" name="Picture 17425" descr="07_18c">
            <a:extLst>
              <a:ext uri="{FF2B5EF4-FFF2-40B4-BE49-F238E27FC236}">
                <a16:creationId xmlns:a16="http://schemas.microsoft.com/office/drawing/2014/main" id="{2EBED5F9-B410-7A20-8C97-61FAB97C90B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9055" b="9055"/>
          <a:stretch>
            <a:fillRect/>
          </a:stretch>
        </p:blipFill>
        <p:spPr bwMode="auto">
          <a:xfrm>
            <a:off x="2209800" y="3124201"/>
            <a:ext cx="7620000" cy="309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Text Box 43011">
            <a:extLst>
              <a:ext uri="{FF2B5EF4-FFF2-40B4-BE49-F238E27FC236}">
                <a16:creationId xmlns:a16="http://schemas.microsoft.com/office/drawing/2014/main" id="{E103CCE3-4B44-FE26-B7E2-042D7ADCC3D8}"/>
              </a:ext>
            </a:extLst>
          </p:cNvPr>
          <p:cNvSpPr txBox="1">
            <a:spLocks noChangeArrowheads="1"/>
          </p:cNvSpPr>
          <p:nvPr/>
        </p:nvSpPr>
        <p:spPr bwMode="auto">
          <a:xfrm>
            <a:off x="1981200" y="990601"/>
            <a:ext cx="8305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pPr algn="ctr">
              <a:spcBef>
                <a:spcPct val="50000"/>
              </a:spcBef>
            </a:pPr>
            <a:r>
              <a:rPr lang="en-US" altLang="en-CN" sz="2800">
                <a:latin typeface="Symbol" pitchFamily="2" charset="2"/>
              </a:rPr>
              <a:t>Y </a:t>
            </a:r>
            <a:r>
              <a:rPr lang="en-US" altLang="en-CN" sz="2800"/>
              <a:t>= fn(n, </a:t>
            </a:r>
            <a:r>
              <a:rPr lang="en-US" altLang="en-CN" sz="2800" i="1">
                <a:solidFill>
                  <a:srgbClr val="FF0000"/>
                </a:solidFill>
              </a:rPr>
              <a:t>l</a:t>
            </a:r>
            <a:r>
              <a:rPr lang="en-US" altLang="en-CN" sz="2800"/>
              <a:t>, m</a:t>
            </a:r>
            <a:r>
              <a:rPr lang="en-US" altLang="en-CN" sz="2800" i="1" baseline="-25000"/>
              <a:t>l</a:t>
            </a:r>
            <a:r>
              <a:rPr lang="en-US" altLang="en-CN" sz="2800"/>
              <a:t>, m</a:t>
            </a:r>
            <a:r>
              <a:rPr lang="en-US" altLang="en-CN" sz="2800" baseline="-25000"/>
              <a:t>s</a:t>
            </a:r>
            <a:r>
              <a:rPr lang="en-US" altLang="en-CN" sz="2800"/>
              <a:t>)</a:t>
            </a:r>
          </a:p>
        </p:txBody>
      </p:sp>
      <p:sp>
        <p:nvSpPr>
          <p:cNvPr id="43013" name="Text Box 43012">
            <a:extLst>
              <a:ext uri="{FF2B5EF4-FFF2-40B4-BE49-F238E27FC236}">
                <a16:creationId xmlns:a16="http://schemas.microsoft.com/office/drawing/2014/main" id="{4ECA4668-7008-0C21-B7E3-A4180002A736}"/>
              </a:ext>
            </a:extLst>
          </p:cNvPr>
          <p:cNvSpPr txBox="1">
            <a:spLocks noChangeArrowheads="1"/>
          </p:cNvSpPr>
          <p:nvPr/>
        </p:nvSpPr>
        <p:spPr bwMode="auto">
          <a:xfrm>
            <a:off x="2987676" y="1631951"/>
            <a:ext cx="62277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pPr algn="ctr"/>
            <a:r>
              <a:rPr lang="en-US" altLang="en-CN" sz="2800"/>
              <a:t>angular momentum quantum number </a:t>
            </a:r>
            <a:r>
              <a:rPr lang="en-US" altLang="en-CN" sz="2800" i="1">
                <a:solidFill>
                  <a:srgbClr val="FF0000"/>
                </a:solidFill>
              </a:rPr>
              <a:t>l</a:t>
            </a:r>
            <a:endParaRPr lang="en-US" altLang="en-CN" sz="2800">
              <a:solidFill>
                <a:srgbClr val="FF0000"/>
              </a:solidFill>
            </a:endParaRPr>
          </a:p>
        </p:txBody>
      </p:sp>
      <p:sp>
        <p:nvSpPr>
          <p:cNvPr id="43014" name="Text Box 43013">
            <a:extLst>
              <a:ext uri="{FF2B5EF4-FFF2-40B4-BE49-F238E27FC236}">
                <a16:creationId xmlns:a16="http://schemas.microsoft.com/office/drawing/2014/main" id="{D33F34E6-BE70-6BD5-0363-D7BD4A25D3BD}"/>
              </a:ext>
            </a:extLst>
          </p:cNvPr>
          <p:cNvSpPr txBox="1">
            <a:spLocks noChangeArrowheads="1"/>
          </p:cNvSpPr>
          <p:nvPr/>
        </p:nvSpPr>
        <p:spPr bwMode="auto">
          <a:xfrm>
            <a:off x="2740026" y="2274888"/>
            <a:ext cx="67230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pPr algn="ctr"/>
            <a:r>
              <a:rPr lang="en-US" altLang="en-CN" sz="2800"/>
              <a:t>for a given value of n</a:t>
            </a:r>
            <a:r>
              <a:rPr lang="en-US" altLang="en-CN" sz="2800" i="1"/>
              <a:t>, </a:t>
            </a:r>
            <a:r>
              <a:rPr lang="en-US" altLang="en-CN" sz="2800" i="1">
                <a:solidFill>
                  <a:srgbClr val="FF0000"/>
                </a:solidFill>
              </a:rPr>
              <a:t>l</a:t>
            </a:r>
            <a:r>
              <a:rPr lang="en-US" altLang="en-CN" sz="2800" i="1"/>
              <a:t> </a:t>
            </a:r>
            <a:r>
              <a:rPr lang="en-US" altLang="en-CN" sz="2800"/>
              <a:t>= 0, 1, 2, 3, … n-1</a:t>
            </a:r>
            <a:endParaRPr lang="en-US" altLang="en-CN" sz="2800" i="1"/>
          </a:p>
        </p:txBody>
      </p:sp>
      <p:sp>
        <p:nvSpPr>
          <p:cNvPr id="43015" name="Text Box 43014">
            <a:extLst>
              <a:ext uri="{FF2B5EF4-FFF2-40B4-BE49-F238E27FC236}">
                <a16:creationId xmlns:a16="http://schemas.microsoft.com/office/drawing/2014/main" id="{E001FCD0-342C-A956-7B1B-E5C186C0CB73}"/>
              </a:ext>
            </a:extLst>
          </p:cNvPr>
          <p:cNvSpPr txBox="1">
            <a:spLocks noChangeArrowheads="1"/>
          </p:cNvSpPr>
          <p:nvPr/>
        </p:nvSpPr>
        <p:spPr bwMode="auto">
          <a:xfrm>
            <a:off x="2306638" y="3640139"/>
            <a:ext cx="3109912" cy="1373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pPr algn="ctr"/>
            <a:r>
              <a:rPr lang="en-US" altLang="en-CN" sz="2800"/>
              <a:t>n = 1, </a:t>
            </a:r>
            <a:r>
              <a:rPr lang="en-US" altLang="en-CN" sz="2800" i="1">
                <a:solidFill>
                  <a:srgbClr val="FF0000"/>
                </a:solidFill>
              </a:rPr>
              <a:t>l </a:t>
            </a:r>
            <a:r>
              <a:rPr lang="en-US" altLang="en-CN" sz="2800" i="1"/>
              <a:t>= 0</a:t>
            </a:r>
          </a:p>
          <a:p>
            <a:pPr algn="ctr"/>
            <a:r>
              <a:rPr lang="en-US" altLang="en-CN" sz="2800"/>
              <a:t>n = 2, </a:t>
            </a:r>
            <a:r>
              <a:rPr lang="en-US" altLang="en-CN" sz="2800" i="1">
                <a:solidFill>
                  <a:srgbClr val="FF0000"/>
                </a:solidFill>
              </a:rPr>
              <a:t>l</a:t>
            </a:r>
            <a:r>
              <a:rPr lang="en-US" altLang="en-CN" sz="2800"/>
              <a:t> = 0 </a:t>
            </a:r>
            <a:r>
              <a:rPr lang="en-US" altLang="en-CN" sz="2800" b="1">
                <a:solidFill>
                  <a:srgbClr val="FF0000"/>
                </a:solidFill>
              </a:rPr>
              <a:t>or</a:t>
            </a:r>
            <a:r>
              <a:rPr lang="en-US" altLang="en-CN" sz="2800"/>
              <a:t> 1</a:t>
            </a:r>
          </a:p>
          <a:p>
            <a:pPr algn="ctr"/>
            <a:r>
              <a:rPr lang="en-US" altLang="en-CN" sz="2800"/>
              <a:t>n = 3, </a:t>
            </a:r>
            <a:r>
              <a:rPr lang="en-US" altLang="en-CN" sz="2800" i="1">
                <a:solidFill>
                  <a:srgbClr val="FF0000"/>
                </a:solidFill>
              </a:rPr>
              <a:t>l</a:t>
            </a:r>
            <a:r>
              <a:rPr lang="en-US" altLang="en-CN" sz="2800"/>
              <a:t> = 0, 1, </a:t>
            </a:r>
            <a:r>
              <a:rPr lang="en-US" altLang="en-CN" sz="2800" b="1">
                <a:solidFill>
                  <a:srgbClr val="FF0000"/>
                </a:solidFill>
              </a:rPr>
              <a:t>or</a:t>
            </a:r>
            <a:r>
              <a:rPr lang="en-US" altLang="en-CN" sz="2800"/>
              <a:t> 2</a:t>
            </a:r>
          </a:p>
        </p:txBody>
      </p:sp>
      <p:sp>
        <p:nvSpPr>
          <p:cNvPr id="43016" name="Text Box 43015">
            <a:extLst>
              <a:ext uri="{FF2B5EF4-FFF2-40B4-BE49-F238E27FC236}">
                <a16:creationId xmlns:a16="http://schemas.microsoft.com/office/drawing/2014/main" id="{FD44ECE1-771F-32F6-50D1-724B9811268E}"/>
              </a:ext>
            </a:extLst>
          </p:cNvPr>
          <p:cNvSpPr txBox="1">
            <a:spLocks noChangeArrowheads="1"/>
          </p:cNvSpPr>
          <p:nvPr/>
        </p:nvSpPr>
        <p:spPr bwMode="auto">
          <a:xfrm>
            <a:off x="1722439" y="5376863"/>
            <a:ext cx="8480207" cy="523220"/>
          </a:xfrm>
          <a:prstGeom prst="rect">
            <a:avLst/>
          </a:prstGeom>
          <a:noFill/>
          <a:ln w="57150" cmpd="thinThick">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r>
              <a:rPr lang="en-US" altLang="en-CN" sz="2800"/>
              <a:t>Shape of the “volume” of space that the e</a:t>
            </a:r>
            <a:r>
              <a:rPr lang="en-US" altLang="en-CN" sz="2800" baseline="30000"/>
              <a:t>-</a:t>
            </a:r>
            <a:r>
              <a:rPr lang="en-US" altLang="en-CN" sz="2800"/>
              <a:t> occupies </a:t>
            </a:r>
          </a:p>
        </p:txBody>
      </p:sp>
      <p:sp>
        <p:nvSpPr>
          <p:cNvPr id="43017" name="Text Box 43016">
            <a:extLst>
              <a:ext uri="{FF2B5EF4-FFF2-40B4-BE49-F238E27FC236}">
                <a16:creationId xmlns:a16="http://schemas.microsoft.com/office/drawing/2014/main" id="{79FA50EF-FA22-48A6-1CB2-6856C9A258E1}"/>
              </a:ext>
            </a:extLst>
          </p:cNvPr>
          <p:cNvSpPr txBox="1">
            <a:spLocks noChangeArrowheads="1"/>
          </p:cNvSpPr>
          <p:nvPr/>
        </p:nvSpPr>
        <p:spPr bwMode="auto">
          <a:xfrm>
            <a:off x="6707188" y="3427414"/>
            <a:ext cx="2627312"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pPr algn="ctr"/>
            <a:r>
              <a:rPr lang="en-US" altLang="en-CN" sz="2800" i="1"/>
              <a:t>l</a:t>
            </a:r>
            <a:r>
              <a:rPr lang="en-US" altLang="en-CN" sz="2800"/>
              <a:t> = 0     s orbital</a:t>
            </a:r>
          </a:p>
          <a:p>
            <a:pPr algn="ctr"/>
            <a:r>
              <a:rPr lang="en-US" altLang="en-CN" sz="2800" i="1"/>
              <a:t>l</a:t>
            </a:r>
            <a:r>
              <a:rPr lang="en-US" altLang="en-CN" sz="2800"/>
              <a:t> = 1     p orbital</a:t>
            </a:r>
          </a:p>
          <a:p>
            <a:pPr algn="ctr"/>
            <a:r>
              <a:rPr lang="en-US" altLang="en-CN" sz="2800" i="1"/>
              <a:t>l</a:t>
            </a:r>
            <a:r>
              <a:rPr lang="en-US" altLang="en-CN" sz="2800"/>
              <a:t> = 2     d orbital</a:t>
            </a:r>
          </a:p>
          <a:p>
            <a:pPr algn="ctr"/>
            <a:r>
              <a:rPr lang="en-US" altLang="en-CN" sz="2800" i="1"/>
              <a:t>l</a:t>
            </a:r>
            <a:r>
              <a:rPr lang="en-US" altLang="en-CN" sz="2800"/>
              <a:t> = 3     f orbital</a:t>
            </a:r>
            <a:endParaRPr lang="en-US" altLang="en-CN" sz="2800" i="1"/>
          </a:p>
        </p:txBody>
      </p:sp>
      <p:sp>
        <p:nvSpPr>
          <p:cNvPr id="24583" name="Rectangle 43017">
            <a:extLst>
              <a:ext uri="{FF2B5EF4-FFF2-40B4-BE49-F238E27FC236}">
                <a16:creationId xmlns:a16="http://schemas.microsoft.com/office/drawing/2014/main" id="{BB2AB398-B0D3-A8AA-6F3F-1CEC557D5365}"/>
              </a:ext>
            </a:extLst>
          </p:cNvPr>
          <p:cNvSpPr>
            <a:spLocks noChangeArrowheads="1"/>
          </p:cNvSpPr>
          <p:nvPr/>
        </p:nvSpPr>
        <p:spPr bwMode="auto">
          <a:xfrm>
            <a:off x="2209800" y="101600"/>
            <a:ext cx="77724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pPr algn="ctr"/>
            <a:r>
              <a:rPr lang="en-US" altLang="en-CN" sz="3600"/>
              <a:t>Schrodinger Wave Equation</a:t>
            </a:r>
          </a:p>
        </p:txBody>
      </p:sp>
      <p:sp>
        <p:nvSpPr>
          <p:cNvPr id="24584" name="Text Box 43018">
            <a:extLst>
              <a:ext uri="{FF2B5EF4-FFF2-40B4-BE49-F238E27FC236}">
                <a16:creationId xmlns:a16="http://schemas.microsoft.com/office/drawing/2014/main" id="{0E946958-285A-A15B-4B67-6133BB019875}"/>
              </a:ext>
            </a:extLst>
          </p:cNvPr>
          <p:cNvSpPr txBox="1">
            <a:spLocks noChangeArrowheads="1"/>
          </p:cNvSpPr>
          <p:nvPr/>
        </p:nvSpPr>
        <p:spPr bwMode="auto">
          <a:xfrm>
            <a:off x="10055226" y="6384926"/>
            <a:ext cx="5365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pPr eaLnBrk="1" hangingPunct="1"/>
            <a:r>
              <a:rPr lang="en-US" altLang="en-CN" sz="2000"/>
              <a:t>7.6</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3013"/>
                                        </p:tgtEl>
                                        <p:attrNameLst>
                                          <p:attrName>style.visibility</p:attrName>
                                        </p:attrNameLst>
                                      </p:cBhvr>
                                      <p:to>
                                        <p:strVal val="visible"/>
                                      </p:to>
                                    </p:set>
                                    <p:anim calcmode="lin" valueType="num">
                                      <p:cBhvr additive="base">
                                        <p:cTn id="7" dur="500" fill="hold"/>
                                        <p:tgtEl>
                                          <p:spTgt spid="43013"/>
                                        </p:tgtEl>
                                        <p:attrNameLst>
                                          <p:attrName>ppt_x</p:attrName>
                                        </p:attrNameLst>
                                      </p:cBhvr>
                                      <p:tavLst>
                                        <p:tav tm="0">
                                          <p:val>
                                            <p:strVal val="0-#ppt_w/2"/>
                                          </p:val>
                                        </p:tav>
                                        <p:tav tm="100000">
                                          <p:val>
                                            <p:strVal val="#ppt_x"/>
                                          </p:val>
                                        </p:tav>
                                      </p:tavLst>
                                    </p:anim>
                                    <p:anim calcmode="lin" valueType="num">
                                      <p:cBhvr additive="base">
                                        <p:cTn id="8" dur="500" fill="hold"/>
                                        <p:tgtEl>
                                          <p:spTgt spid="43013"/>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3014"/>
                                        </p:tgtEl>
                                        <p:attrNameLst>
                                          <p:attrName>style.visibility</p:attrName>
                                        </p:attrNameLst>
                                      </p:cBhvr>
                                      <p:to>
                                        <p:strVal val="visible"/>
                                      </p:to>
                                    </p:set>
                                    <p:anim calcmode="lin" valueType="num">
                                      <p:cBhvr additive="base">
                                        <p:cTn id="13" dur="500" fill="hold"/>
                                        <p:tgtEl>
                                          <p:spTgt spid="43014"/>
                                        </p:tgtEl>
                                        <p:attrNameLst>
                                          <p:attrName>ppt_x</p:attrName>
                                        </p:attrNameLst>
                                      </p:cBhvr>
                                      <p:tavLst>
                                        <p:tav tm="0">
                                          <p:val>
                                            <p:strVal val="0-#ppt_w/2"/>
                                          </p:val>
                                        </p:tav>
                                        <p:tav tm="100000">
                                          <p:val>
                                            <p:strVal val="#ppt_x"/>
                                          </p:val>
                                        </p:tav>
                                      </p:tavLst>
                                    </p:anim>
                                    <p:anim calcmode="lin" valueType="num">
                                      <p:cBhvr additive="base">
                                        <p:cTn id="14" dur="500" fill="hold"/>
                                        <p:tgtEl>
                                          <p:spTgt spid="43014"/>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43015">
                                            <p:txEl>
                                              <p:pRg st="0" end="0"/>
                                            </p:txEl>
                                          </p:spTgt>
                                        </p:tgtEl>
                                        <p:attrNameLst>
                                          <p:attrName>style.visibility</p:attrName>
                                        </p:attrNameLst>
                                      </p:cBhvr>
                                      <p:to>
                                        <p:strVal val="visible"/>
                                      </p:to>
                                    </p:set>
                                    <p:anim calcmode="lin" valueType="num">
                                      <p:cBhvr additive="base">
                                        <p:cTn id="19" dur="500" fill="hold"/>
                                        <p:tgtEl>
                                          <p:spTgt spid="43015">
                                            <p:txEl>
                                              <p:pRg st="0" end="0"/>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4301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43015">
                                            <p:txEl>
                                              <p:pRg st="1" end="1"/>
                                            </p:txEl>
                                          </p:spTgt>
                                        </p:tgtEl>
                                        <p:attrNameLst>
                                          <p:attrName>style.visibility</p:attrName>
                                        </p:attrNameLst>
                                      </p:cBhvr>
                                      <p:to>
                                        <p:strVal val="visible"/>
                                      </p:to>
                                    </p:set>
                                    <p:anim calcmode="lin" valueType="num">
                                      <p:cBhvr additive="base">
                                        <p:cTn id="25" dur="500" fill="hold"/>
                                        <p:tgtEl>
                                          <p:spTgt spid="43015">
                                            <p:txEl>
                                              <p:pRg st="1" end="1"/>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4301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43015">
                                            <p:txEl>
                                              <p:pRg st="2" end="2"/>
                                            </p:txEl>
                                          </p:spTgt>
                                        </p:tgtEl>
                                        <p:attrNameLst>
                                          <p:attrName>style.visibility</p:attrName>
                                        </p:attrNameLst>
                                      </p:cBhvr>
                                      <p:to>
                                        <p:strVal val="visible"/>
                                      </p:to>
                                    </p:set>
                                    <p:anim calcmode="lin" valueType="num">
                                      <p:cBhvr additive="base">
                                        <p:cTn id="31" dur="500" fill="hold"/>
                                        <p:tgtEl>
                                          <p:spTgt spid="43015">
                                            <p:txEl>
                                              <p:pRg st="2" end="2"/>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4301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43017">
                                            <p:txEl>
                                              <p:pRg st="0" end="0"/>
                                            </p:txEl>
                                          </p:spTgt>
                                        </p:tgtEl>
                                        <p:attrNameLst>
                                          <p:attrName>style.visibility</p:attrName>
                                        </p:attrNameLst>
                                      </p:cBhvr>
                                      <p:to>
                                        <p:strVal val="visible"/>
                                      </p:to>
                                    </p:set>
                                    <p:anim calcmode="lin" valueType="num">
                                      <p:cBhvr additive="base">
                                        <p:cTn id="37" dur="500" fill="hold"/>
                                        <p:tgtEl>
                                          <p:spTgt spid="43017">
                                            <p:txEl>
                                              <p:pRg st="0" end="0"/>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4301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43017">
                                            <p:txEl>
                                              <p:pRg st="1" end="1"/>
                                            </p:txEl>
                                          </p:spTgt>
                                        </p:tgtEl>
                                        <p:attrNameLst>
                                          <p:attrName>style.visibility</p:attrName>
                                        </p:attrNameLst>
                                      </p:cBhvr>
                                      <p:to>
                                        <p:strVal val="visible"/>
                                      </p:to>
                                    </p:set>
                                    <p:anim calcmode="lin" valueType="num">
                                      <p:cBhvr additive="base">
                                        <p:cTn id="43" dur="500" fill="hold"/>
                                        <p:tgtEl>
                                          <p:spTgt spid="43017">
                                            <p:txEl>
                                              <p:pRg st="1" end="1"/>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4301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2" fill="hold" grpId="0" nodeType="clickEffect">
                                  <p:stCondLst>
                                    <p:cond delay="0"/>
                                  </p:stCondLst>
                                  <p:childTnLst>
                                    <p:set>
                                      <p:cBhvr>
                                        <p:cTn id="48" dur="1" fill="hold">
                                          <p:stCondLst>
                                            <p:cond delay="0"/>
                                          </p:stCondLst>
                                        </p:cTn>
                                        <p:tgtEl>
                                          <p:spTgt spid="43017">
                                            <p:txEl>
                                              <p:pRg st="2" end="2"/>
                                            </p:txEl>
                                          </p:spTgt>
                                        </p:tgtEl>
                                        <p:attrNameLst>
                                          <p:attrName>style.visibility</p:attrName>
                                        </p:attrNameLst>
                                      </p:cBhvr>
                                      <p:to>
                                        <p:strVal val="visible"/>
                                      </p:to>
                                    </p:set>
                                    <p:anim calcmode="lin" valueType="num">
                                      <p:cBhvr additive="base">
                                        <p:cTn id="49" dur="500" fill="hold"/>
                                        <p:tgtEl>
                                          <p:spTgt spid="43017">
                                            <p:txEl>
                                              <p:pRg st="2" end="2"/>
                                            </p:txEl>
                                          </p:spTgt>
                                        </p:tgtEl>
                                        <p:attrNameLst>
                                          <p:attrName>ppt_x</p:attrName>
                                        </p:attrNameLst>
                                      </p:cBhvr>
                                      <p:tavLst>
                                        <p:tav tm="0">
                                          <p:val>
                                            <p:strVal val="1+#ppt_w/2"/>
                                          </p:val>
                                        </p:tav>
                                        <p:tav tm="100000">
                                          <p:val>
                                            <p:strVal val="#ppt_x"/>
                                          </p:val>
                                        </p:tav>
                                      </p:tavLst>
                                    </p:anim>
                                    <p:anim calcmode="lin" valueType="num">
                                      <p:cBhvr additive="base">
                                        <p:cTn id="50" dur="500" fill="hold"/>
                                        <p:tgtEl>
                                          <p:spTgt spid="4301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2" fill="hold" grpId="0" nodeType="clickEffect">
                                  <p:stCondLst>
                                    <p:cond delay="0"/>
                                  </p:stCondLst>
                                  <p:childTnLst>
                                    <p:set>
                                      <p:cBhvr>
                                        <p:cTn id="54" dur="1" fill="hold">
                                          <p:stCondLst>
                                            <p:cond delay="0"/>
                                          </p:stCondLst>
                                        </p:cTn>
                                        <p:tgtEl>
                                          <p:spTgt spid="43017">
                                            <p:txEl>
                                              <p:pRg st="3" end="3"/>
                                            </p:txEl>
                                          </p:spTgt>
                                        </p:tgtEl>
                                        <p:attrNameLst>
                                          <p:attrName>style.visibility</p:attrName>
                                        </p:attrNameLst>
                                      </p:cBhvr>
                                      <p:to>
                                        <p:strVal val="visible"/>
                                      </p:to>
                                    </p:set>
                                    <p:anim calcmode="lin" valueType="num">
                                      <p:cBhvr additive="base">
                                        <p:cTn id="55" dur="500" fill="hold"/>
                                        <p:tgtEl>
                                          <p:spTgt spid="43017">
                                            <p:txEl>
                                              <p:pRg st="3" end="3"/>
                                            </p:txEl>
                                          </p:spTgt>
                                        </p:tgtEl>
                                        <p:attrNameLst>
                                          <p:attrName>ppt_x</p:attrName>
                                        </p:attrNameLst>
                                      </p:cBhvr>
                                      <p:tavLst>
                                        <p:tav tm="0">
                                          <p:val>
                                            <p:strVal val="1+#ppt_w/2"/>
                                          </p:val>
                                        </p:tav>
                                        <p:tav tm="100000">
                                          <p:val>
                                            <p:strVal val="#ppt_x"/>
                                          </p:val>
                                        </p:tav>
                                      </p:tavLst>
                                    </p:anim>
                                    <p:anim calcmode="lin" valueType="num">
                                      <p:cBhvr additive="base">
                                        <p:cTn id="56" dur="500" fill="hold"/>
                                        <p:tgtEl>
                                          <p:spTgt spid="43017">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57" fill="hold" nodeType="clickPar">
                      <p:stCondLst>
                        <p:cond delay="indefinite"/>
                      </p:stCondLst>
                      <p:childTnLst>
                        <p:par>
                          <p:cTn id="58" fill="hold" nodeType="withGroup">
                            <p:stCondLst>
                              <p:cond delay="0"/>
                            </p:stCondLst>
                            <p:childTnLst>
                              <p:par>
                                <p:cTn id="59" presetID="23" presetClass="entr" presetSubtype="16" fill="hold" grpId="0" nodeType="clickEffect">
                                  <p:stCondLst>
                                    <p:cond delay="0"/>
                                  </p:stCondLst>
                                  <p:childTnLst>
                                    <p:set>
                                      <p:cBhvr>
                                        <p:cTn id="60" dur="1" fill="hold">
                                          <p:stCondLst>
                                            <p:cond delay="0"/>
                                          </p:stCondLst>
                                        </p:cTn>
                                        <p:tgtEl>
                                          <p:spTgt spid="43016"/>
                                        </p:tgtEl>
                                        <p:attrNameLst>
                                          <p:attrName>style.visibility</p:attrName>
                                        </p:attrNameLst>
                                      </p:cBhvr>
                                      <p:to>
                                        <p:strVal val="visible"/>
                                      </p:to>
                                    </p:set>
                                    <p:anim calcmode="lin" valueType="num">
                                      <p:cBhvr>
                                        <p:cTn id="61" dur="500" fill="hold"/>
                                        <p:tgtEl>
                                          <p:spTgt spid="43016"/>
                                        </p:tgtEl>
                                        <p:attrNameLst>
                                          <p:attrName>ppt_w</p:attrName>
                                        </p:attrNameLst>
                                      </p:cBhvr>
                                      <p:tavLst>
                                        <p:tav tm="0">
                                          <p:val>
                                            <p:fltVal val="0"/>
                                          </p:val>
                                        </p:tav>
                                        <p:tav tm="100000">
                                          <p:val>
                                            <p:strVal val="#ppt_w"/>
                                          </p:val>
                                        </p:tav>
                                      </p:tavLst>
                                    </p:anim>
                                    <p:anim calcmode="lin" valueType="num">
                                      <p:cBhvr>
                                        <p:cTn id="62" dur="500" fill="hold"/>
                                        <p:tgtEl>
                                          <p:spTgt spid="43016"/>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3" grpId="0"/>
      <p:bldP spid="43014" grpId="0"/>
      <p:bldP spid="43015" grpId="0" build="p"/>
      <p:bldP spid="43016" grpId="0" animBg="1"/>
      <p:bldP spid="43017"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601" name="Group 20485">
            <a:extLst>
              <a:ext uri="{FF2B5EF4-FFF2-40B4-BE49-F238E27FC236}">
                <a16:creationId xmlns:a16="http://schemas.microsoft.com/office/drawing/2014/main" id="{AC80B35E-A58B-1016-CA34-5F21EDCAA18D}"/>
              </a:ext>
            </a:extLst>
          </p:cNvPr>
          <p:cNvGrpSpPr>
            <a:grpSpLocks/>
          </p:cNvGrpSpPr>
          <p:nvPr/>
        </p:nvGrpSpPr>
        <p:grpSpPr bwMode="auto">
          <a:xfrm>
            <a:off x="2057400" y="177800"/>
            <a:ext cx="5181600" cy="3308350"/>
            <a:chOff x="336" y="112"/>
            <a:chExt cx="3264" cy="2084"/>
          </a:xfrm>
        </p:grpSpPr>
        <p:pic>
          <p:nvPicPr>
            <p:cNvPr id="25602" name="Picture 20482" descr="cha56011_0719">
              <a:extLst>
                <a:ext uri="{FF2B5EF4-FFF2-40B4-BE49-F238E27FC236}">
                  <a16:creationId xmlns:a16="http://schemas.microsoft.com/office/drawing/2014/main" id="{E927E8E2-6D8B-1F4C-847E-6B424CAF9D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6" y="336"/>
              <a:ext cx="3264" cy="18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3" name="Text Box 20484">
              <a:extLst>
                <a:ext uri="{FF2B5EF4-FFF2-40B4-BE49-F238E27FC236}">
                  <a16:creationId xmlns:a16="http://schemas.microsoft.com/office/drawing/2014/main" id="{E98F8362-E65D-C982-7C98-BE549D1D06C3}"/>
                </a:ext>
              </a:extLst>
            </p:cNvPr>
            <p:cNvSpPr txBox="1">
              <a:spLocks noChangeArrowheads="1"/>
            </p:cNvSpPr>
            <p:nvPr/>
          </p:nvSpPr>
          <p:spPr bwMode="auto">
            <a:xfrm>
              <a:off x="822" y="112"/>
              <a:ext cx="165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r>
                <a:rPr lang="en-US" altLang="en-CN" sz="2800" i="1">
                  <a:solidFill>
                    <a:srgbClr val="FF0000"/>
                  </a:solidFill>
                </a:rPr>
                <a:t>l</a:t>
              </a:r>
              <a:r>
                <a:rPr lang="en-US" altLang="en-CN" sz="2800"/>
                <a:t> = 0 (s orbitals)</a:t>
              </a:r>
              <a:endParaRPr lang="en-US" altLang="en-CN" sz="2800" i="1"/>
            </a:p>
          </p:txBody>
        </p:sp>
      </p:grpSp>
      <p:grpSp>
        <p:nvGrpSpPr>
          <p:cNvPr id="25604" name="Group 20487">
            <a:extLst>
              <a:ext uri="{FF2B5EF4-FFF2-40B4-BE49-F238E27FC236}">
                <a16:creationId xmlns:a16="http://schemas.microsoft.com/office/drawing/2014/main" id="{1FB04DA1-9CBC-0213-2C69-2DE3017C1B84}"/>
              </a:ext>
            </a:extLst>
          </p:cNvPr>
          <p:cNvGrpSpPr>
            <a:grpSpLocks/>
          </p:cNvGrpSpPr>
          <p:nvPr/>
        </p:nvGrpSpPr>
        <p:grpSpPr bwMode="auto">
          <a:xfrm>
            <a:off x="3505200" y="3530600"/>
            <a:ext cx="6705600" cy="2946400"/>
            <a:chOff x="1248" y="2224"/>
            <a:chExt cx="4224" cy="1856"/>
          </a:xfrm>
        </p:grpSpPr>
        <p:pic>
          <p:nvPicPr>
            <p:cNvPr id="25605" name="Picture 20483" descr="cha56011_0720">
              <a:extLst>
                <a:ext uri="{FF2B5EF4-FFF2-40B4-BE49-F238E27FC236}">
                  <a16:creationId xmlns:a16="http://schemas.microsoft.com/office/drawing/2014/main" id="{21296A0E-E413-B1D7-5029-A599D096D0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48" y="2510"/>
              <a:ext cx="4224" cy="15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6" name="Text Box 20486">
              <a:extLst>
                <a:ext uri="{FF2B5EF4-FFF2-40B4-BE49-F238E27FC236}">
                  <a16:creationId xmlns:a16="http://schemas.microsoft.com/office/drawing/2014/main" id="{54F3F3C8-BDD5-DC88-ECE0-2658794FC84E}"/>
                </a:ext>
              </a:extLst>
            </p:cNvPr>
            <p:cNvSpPr txBox="1">
              <a:spLocks noChangeArrowheads="1"/>
            </p:cNvSpPr>
            <p:nvPr/>
          </p:nvSpPr>
          <p:spPr bwMode="auto">
            <a:xfrm>
              <a:off x="2637" y="2224"/>
              <a:ext cx="1669"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r>
                <a:rPr lang="en-US" altLang="en-CN" sz="2800" i="1">
                  <a:solidFill>
                    <a:srgbClr val="FF0000"/>
                  </a:solidFill>
                </a:rPr>
                <a:t>l</a:t>
              </a:r>
              <a:r>
                <a:rPr lang="en-US" altLang="en-CN" sz="2800"/>
                <a:t> = 1 (p orbitals)</a:t>
              </a:r>
              <a:endParaRPr lang="en-US" altLang="en-CN" sz="2800" i="1"/>
            </a:p>
          </p:txBody>
        </p:sp>
      </p:grpSp>
      <p:sp>
        <p:nvSpPr>
          <p:cNvPr id="25607" name="Text Box 20488">
            <a:extLst>
              <a:ext uri="{FF2B5EF4-FFF2-40B4-BE49-F238E27FC236}">
                <a16:creationId xmlns:a16="http://schemas.microsoft.com/office/drawing/2014/main" id="{FDD11F09-36C4-9E26-4F0F-5D7C70D36944}"/>
              </a:ext>
            </a:extLst>
          </p:cNvPr>
          <p:cNvSpPr txBox="1">
            <a:spLocks noChangeArrowheads="1"/>
          </p:cNvSpPr>
          <p:nvPr/>
        </p:nvSpPr>
        <p:spPr bwMode="auto">
          <a:xfrm>
            <a:off x="10055226" y="6384926"/>
            <a:ext cx="5365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pPr eaLnBrk="1" hangingPunct="1"/>
            <a:r>
              <a:rPr lang="en-US" altLang="en-CN" sz="2000"/>
              <a:t>7.6</a:t>
            </a: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625" name="Group 23556">
            <a:extLst>
              <a:ext uri="{FF2B5EF4-FFF2-40B4-BE49-F238E27FC236}">
                <a16:creationId xmlns:a16="http://schemas.microsoft.com/office/drawing/2014/main" id="{D057CCC3-4E87-9083-F9FA-7B6F945106FA}"/>
              </a:ext>
            </a:extLst>
          </p:cNvPr>
          <p:cNvGrpSpPr>
            <a:grpSpLocks/>
          </p:cNvGrpSpPr>
          <p:nvPr/>
        </p:nvGrpSpPr>
        <p:grpSpPr bwMode="auto">
          <a:xfrm>
            <a:off x="1524000" y="381001"/>
            <a:ext cx="9144000" cy="2830513"/>
            <a:chOff x="0" y="473"/>
            <a:chExt cx="5760" cy="1783"/>
          </a:xfrm>
        </p:grpSpPr>
        <p:pic>
          <p:nvPicPr>
            <p:cNvPr id="26626" name="Picture 23554" descr="cha56011_0721">
              <a:extLst>
                <a:ext uri="{FF2B5EF4-FFF2-40B4-BE49-F238E27FC236}">
                  <a16:creationId xmlns:a16="http://schemas.microsoft.com/office/drawing/2014/main" id="{BE135433-925D-004F-FF6D-DEF3DAC510D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008"/>
              <a:ext cx="5760" cy="1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27" name="Text Box 23555">
              <a:extLst>
                <a:ext uri="{FF2B5EF4-FFF2-40B4-BE49-F238E27FC236}">
                  <a16:creationId xmlns:a16="http://schemas.microsoft.com/office/drawing/2014/main" id="{868D66AF-B793-81B8-DFA0-CACC42B279FE}"/>
                </a:ext>
              </a:extLst>
            </p:cNvPr>
            <p:cNvSpPr txBox="1">
              <a:spLocks noChangeArrowheads="1"/>
            </p:cNvSpPr>
            <p:nvPr/>
          </p:nvSpPr>
          <p:spPr bwMode="auto">
            <a:xfrm>
              <a:off x="2046" y="473"/>
              <a:ext cx="1669"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r>
                <a:rPr lang="en-US" altLang="en-CN" sz="2800" i="1">
                  <a:solidFill>
                    <a:srgbClr val="FF0000"/>
                  </a:solidFill>
                </a:rPr>
                <a:t>l</a:t>
              </a:r>
              <a:r>
                <a:rPr lang="en-US" altLang="en-CN" sz="2800"/>
                <a:t> = 2 (d orbitals)</a:t>
              </a:r>
            </a:p>
          </p:txBody>
        </p:sp>
      </p:grpSp>
      <p:sp>
        <p:nvSpPr>
          <p:cNvPr id="26628" name="Text Box 23557">
            <a:extLst>
              <a:ext uri="{FF2B5EF4-FFF2-40B4-BE49-F238E27FC236}">
                <a16:creationId xmlns:a16="http://schemas.microsoft.com/office/drawing/2014/main" id="{7EC9622A-67ED-1E21-2C3A-63F16B1D9B10}"/>
              </a:ext>
            </a:extLst>
          </p:cNvPr>
          <p:cNvSpPr txBox="1">
            <a:spLocks noChangeArrowheads="1"/>
          </p:cNvSpPr>
          <p:nvPr/>
        </p:nvSpPr>
        <p:spPr bwMode="auto">
          <a:xfrm>
            <a:off x="10055226" y="6384926"/>
            <a:ext cx="5365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pPr eaLnBrk="1" hangingPunct="1"/>
            <a:r>
              <a:rPr lang="en-US" altLang="en-CN" sz="2000"/>
              <a:t>7.6</a:t>
            </a: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Text Box 45059">
            <a:extLst>
              <a:ext uri="{FF2B5EF4-FFF2-40B4-BE49-F238E27FC236}">
                <a16:creationId xmlns:a16="http://schemas.microsoft.com/office/drawing/2014/main" id="{0DA7E369-E0F4-C306-6B23-6F356B7557E1}"/>
              </a:ext>
            </a:extLst>
          </p:cNvPr>
          <p:cNvSpPr txBox="1">
            <a:spLocks noChangeArrowheads="1"/>
          </p:cNvSpPr>
          <p:nvPr/>
        </p:nvSpPr>
        <p:spPr bwMode="auto">
          <a:xfrm>
            <a:off x="1981200" y="1219201"/>
            <a:ext cx="8305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pPr algn="ctr">
              <a:spcBef>
                <a:spcPct val="50000"/>
              </a:spcBef>
            </a:pPr>
            <a:r>
              <a:rPr lang="en-US" altLang="en-CN" sz="2800">
                <a:latin typeface="Symbol" pitchFamily="2" charset="2"/>
              </a:rPr>
              <a:t>Y </a:t>
            </a:r>
            <a:r>
              <a:rPr lang="en-US" altLang="en-CN" sz="2800"/>
              <a:t>= fn(n, </a:t>
            </a:r>
            <a:r>
              <a:rPr lang="en-US" altLang="en-CN" sz="2800" i="1"/>
              <a:t>l</a:t>
            </a:r>
            <a:r>
              <a:rPr lang="en-US" altLang="en-CN" sz="2800"/>
              <a:t>, </a:t>
            </a:r>
            <a:r>
              <a:rPr lang="en-US" altLang="en-CN" sz="2800">
                <a:solidFill>
                  <a:srgbClr val="FF0000"/>
                </a:solidFill>
              </a:rPr>
              <a:t>m</a:t>
            </a:r>
            <a:r>
              <a:rPr lang="en-US" altLang="en-CN" sz="2800" i="1" baseline="-25000">
                <a:solidFill>
                  <a:srgbClr val="FF0000"/>
                </a:solidFill>
              </a:rPr>
              <a:t>l</a:t>
            </a:r>
            <a:r>
              <a:rPr lang="en-US" altLang="en-CN" sz="2800"/>
              <a:t>, m</a:t>
            </a:r>
            <a:r>
              <a:rPr lang="en-US" altLang="en-CN" sz="2800" baseline="-25000"/>
              <a:t>s</a:t>
            </a:r>
            <a:r>
              <a:rPr lang="en-US" altLang="en-CN" sz="2800"/>
              <a:t>)</a:t>
            </a:r>
          </a:p>
        </p:txBody>
      </p:sp>
      <p:sp>
        <p:nvSpPr>
          <p:cNvPr id="45061" name="Text Box 45060">
            <a:extLst>
              <a:ext uri="{FF2B5EF4-FFF2-40B4-BE49-F238E27FC236}">
                <a16:creationId xmlns:a16="http://schemas.microsoft.com/office/drawing/2014/main" id="{11BD41D2-57D0-8C52-C0A8-48E15961EBCD}"/>
              </a:ext>
            </a:extLst>
          </p:cNvPr>
          <p:cNvSpPr txBox="1">
            <a:spLocks noChangeArrowheads="1"/>
          </p:cNvSpPr>
          <p:nvPr/>
        </p:nvSpPr>
        <p:spPr bwMode="auto">
          <a:xfrm>
            <a:off x="3663951" y="2055813"/>
            <a:ext cx="48736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pPr algn="ctr"/>
            <a:r>
              <a:rPr lang="en-US" altLang="en-CN" sz="2800"/>
              <a:t>magnetic quantum number </a:t>
            </a:r>
            <a:r>
              <a:rPr lang="en-US" altLang="en-CN" sz="2800">
                <a:solidFill>
                  <a:srgbClr val="FF0000"/>
                </a:solidFill>
              </a:rPr>
              <a:t>m</a:t>
            </a:r>
            <a:r>
              <a:rPr lang="en-US" altLang="en-CN" sz="2800" i="1" baseline="-25000">
                <a:solidFill>
                  <a:srgbClr val="FF0000"/>
                </a:solidFill>
              </a:rPr>
              <a:t>l</a:t>
            </a:r>
            <a:endParaRPr lang="en-US" altLang="en-CN" sz="2800">
              <a:solidFill>
                <a:srgbClr val="FF0000"/>
              </a:solidFill>
            </a:endParaRPr>
          </a:p>
        </p:txBody>
      </p:sp>
      <p:sp>
        <p:nvSpPr>
          <p:cNvPr id="45062" name="Text Box 45061">
            <a:extLst>
              <a:ext uri="{FF2B5EF4-FFF2-40B4-BE49-F238E27FC236}">
                <a16:creationId xmlns:a16="http://schemas.microsoft.com/office/drawing/2014/main" id="{404601CE-2D26-5B97-3F7B-EC446C9F7D8E}"/>
              </a:ext>
            </a:extLst>
          </p:cNvPr>
          <p:cNvSpPr txBox="1">
            <a:spLocks noChangeArrowheads="1"/>
          </p:cNvSpPr>
          <p:nvPr/>
        </p:nvSpPr>
        <p:spPr bwMode="auto">
          <a:xfrm>
            <a:off x="4387850" y="2894013"/>
            <a:ext cx="337185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pPr algn="ctr"/>
            <a:r>
              <a:rPr lang="en-US" altLang="en-CN" sz="2800"/>
              <a:t>for a given value of </a:t>
            </a:r>
            <a:r>
              <a:rPr lang="en-US" altLang="en-CN" sz="2800" i="1"/>
              <a:t>l</a:t>
            </a:r>
            <a:endParaRPr lang="en-US" altLang="en-CN" sz="2800"/>
          </a:p>
          <a:p>
            <a:pPr algn="ctr"/>
            <a:r>
              <a:rPr lang="en-US" altLang="en-CN" sz="2800">
                <a:solidFill>
                  <a:srgbClr val="FF0000"/>
                </a:solidFill>
              </a:rPr>
              <a:t>m</a:t>
            </a:r>
            <a:r>
              <a:rPr lang="en-US" altLang="en-CN" sz="2800" i="1" baseline="-25000">
                <a:solidFill>
                  <a:srgbClr val="FF0000"/>
                </a:solidFill>
              </a:rPr>
              <a:t>l</a:t>
            </a:r>
            <a:r>
              <a:rPr lang="en-US" altLang="en-CN" sz="2800"/>
              <a:t> = -</a:t>
            </a:r>
            <a:r>
              <a:rPr lang="en-US" altLang="en-CN" sz="2800" i="1"/>
              <a:t>l</a:t>
            </a:r>
            <a:r>
              <a:rPr lang="en-US" altLang="en-CN" sz="2800"/>
              <a:t>, …., 0, …. +</a:t>
            </a:r>
            <a:r>
              <a:rPr lang="en-US" altLang="en-CN" sz="2800" i="1"/>
              <a:t>l</a:t>
            </a:r>
            <a:endParaRPr lang="en-US" altLang="en-CN" sz="2800"/>
          </a:p>
        </p:txBody>
      </p:sp>
      <p:sp>
        <p:nvSpPr>
          <p:cNvPr id="45063" name="Text Box 45062">
            <a:extLst>
              <a:ext uri="{FF2B5EF4-FFF2-40B4-BE49-F238E27FC236}">
                <a16:creationId xmlns:a16="http://schemas.microsoft.com/office/drawing/2014/main" id="{2CE84C17-D892-FB9A-43CE-669CBBCFC5F3}"/>
              </a:ext>
            </a:extLst>
          </p:cNvPr>
          <p:cNvSpPr txBox="1">
            <a:spLocks noChangeArrowheads="1"/>
          </p:cNvSpPr>
          <p:nvPr/>
        </p:nvSpPr>
        <p:spPr bwMode="auto">
          <a:xfrm>
            <a:off x="3403597" y="5410200"/>
            <a:ext cx="5384807" cy="523220"/>
          </a:xfrm>
          <a:prstGeom prst="rect">
            <a:avLst/>
          </a:prstGeom>
          <a:noFill/>
          <a:ln w="57150" cmpd="thinThick">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pPr algn="ctr"/>
            <a:r>
              <a:rPr lang="en-US" altLang="en-CN" sz="2800"/>
              <a:t>orientation of the orbital in space</a:t>
            </a:r>
          </a:p>
        </p:txBody>
      </p:sp>
      <p:sp>
        <p:nvSpPr>
          <p:cNvPr id="45064" name="Text Box 45063">
            <a:extLst>
              <a:ext uri="{FF2B5EF4-FFF2-40B4-BE49-F238E27FC236}">
                <a16:creationId xmlns:a16="http://schemas.microsoft.com/office/drawing/2014/main" id="{D8B60000-A3B0-ECFB-2689-9059001296DA}"/>
              </a:ext>
            </a:extLst>
          </p:cNvPr>
          <p:cNvSpPr txBox="1">
            <a:spLocks noChangeArrowheads="1"/>
          </p:cNvSpPr>
          <p:nvPr/>
        </p:nvSpPr>
        <p:spPr bwMode="auto">
          <a:xfrm>
            <a:off x="3046413" y="4157663"/>
            <a:ext cx="61722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pPr algn="ctr"/>
            <a:r>
              <a:rPr lang="en-US" altLang="en-CN" sz="2800"/>
              <a:t>if </a:t>
            </a:r>
            <a:r>
              <a:rPr lang="en-US" altLang="en-CN" sz="2800" i="1"/>
              <a:t>l</a:t>
            </a:r>
            <a:r>
              <a:rPr lang="en-US" altLang="en-CN" sz="2800"/>
              <a:t> = 1 (p orbital), </a:t>
            </a:r>
            <a:r>
              <a:rPr lang="en-US" altLang="en-CN" sz="2800">
                <a:solidFill>
                  <a:srgbClr val="FF0000"/>
                </a:solidFill>
              </a:rPr>
              <a:t>m</a:t>
            </a:r>
            <a:r>
              <a:rPr lang="en-US" altLang="en-CN" sz="2800" i="1" baseline="-25000">
                <a:solidFill>
                  <a:srgbClr val="FF0000"/>
                </a:solidFill>
              </a:rPr>
              <a:t>l</a:t>
            </a:r>
            <a:r>
              <a:rPr lang="en-US" altLang="en-CN" sz="2800"/>
              <a:t> = -1, 0, </a:t>
            </a:r>
            <a:r>
              <a:rPr lang="en-US" altLang="en-CN" sz="2800" b="1">
                <a:solidFill>
                  <a:srgbClr val="FF0000"/>
                </a:solidFill>
              </a:rPr>
              <a:t>or</a:t>
            </a:r>
            <a:r>
              <a:rPr lang="en-US" altLang="en-CN" sz="2800" b="1"/>
              <a:t> </a:t>
            </a:r>
            <a:r>
              <a:rPr lang="en-US" altLang="en-CN" sz="2800"/>
              <a:t>1</a:t>
            </a:r>
          </a:p>
          <a:p>
            <a:pPr algn="ctr"/>
            <a:r>
              <a:rPr lang="en-US" altLang="en-CN" sz="2800"/>
              <a:t>if </a:t>
            </a:r>
            <a:r>
              <a:rPr lang="en-US" altLang="en-CN" sz="2800" i="1"/>
              <a:t>l</a:t>
            </a:r>
            <a:r>
              <a:rPr lang="en-US" altLang="en-CN" sz="2800"/>
              <a:t> = 2 (d orbital), </a:t>
            </a:r>
            <a:r>
              <a:rPr lang="en-US" altLang="en-CN" sz="2800">
                <a:solidFill>
                  <a:srgbClr val="FF0000"/>
                </a:solidFill>
              </a:rPr>
              <a:t>m</a:t>
            </a:r>
            <a:r>
              <a:rPr lang="en-US" altLang="en-CN" sz="2800" i="1" baseline="-25000">
                <a:solidFill>
                  <a:srgbClr val="FF0000"/>
                </a:solidFill>
              </a:rPr>
              <a:t>l</a:t>
            </a:r>
            <a:r>
              <a:rPr lang="en-US" altLang="en-CN" sz="2800"/>
              <a:t> = -2, -1, 0, 1, </a:t>
            </a:r>
            <a:r>
              <a:rPr lang="en-US" altLang="en-CN" sz="2800" b="1">
                <a:solidFill>
                  <a:srgbClr val="FF0000"/>
                </a:solidFill>
              </a:rPr>
              <a:t>or</a:t>
            </a:r>
            <a:r>
              <a:rPr lang="en-US" altLang="en-CN" sz="2800" b="1"/>
              <a:t> </a:t>
            </a:r>
            <a:r>
              <a:rPr lang="en-US" altLang="en-CN" sz="2800"/>
              <a:t>2</a:t>
            </a:r>
          </a:p>
        </p:txBody>
      </p:sp>
      <p:sp>
        <p:nvSpPr>
          <p:cNvPr id="27654" name="Rectangle 45064">
            <a:extLst>
              <a:ext uri="{FF2B5EF4-FFF2-40B4-BE49-F238E27FC236}">
                <a16:creationId xmlns:a16="http://schemas.microsoft.com/office/drawing/2014/main" id="{862393AA-B5A8-6E70-264B-B8A7CF658E6A}"/>
              </a:ext>
            </a:extLst>
          </p:cNvPr>
          <p:cNvSpPr>
            <a:spLocks noChangeArrowheads="1"/>
          </p:cNvSpPr>
          <p:nvPr/>
        </p:nvSpPr>
        <p:spPr bwMode="auto">
          <a:xfrm>
            <a:off x="2209800" y="101600"/>
            <a:ext cx="77724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pPr algn="ctr"/>
            <a:r>
              <a:rPr lang="en-US" altLang="en-CN" sz="3600"/>
              <a:t>Schrodinger Wave Equation</a:t>
            </a:r>
          </a:p>
        </p:txBody>
      </p:sp>
      <p:sp>
        <p:nvSpPr>
          <p:cNvPr id="27655" name="Text Box 45065">
            <a:extLst>
              <a:ext uri="{FF2B5EF4-FFF2-40B4-BE49-F238E27FC236}">
                <a16:creationId xmlns:a16="http://schemas.microsoft.com/office/drawing/2014/main" id="{940B297B-DE67-B8FE-99B8-F71F50B3BABE}"/>
              </a:ext>
            </a:extLst>
          </p:cNvPr>
          <p:cNvSpPr txBox="1">
            <a:spLocks noChangeArrowheads="1"/>
          </p:cNvSpPr>
          <p:nvPr/>
        </p:nvSpPr>
        <p:spPr bwMode="auto">
          <a:xfrm>
            <a:off x="10055226" y="6384926"/>
            <a:ext cx="5365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pPr eaLnBrk="1" hangingPunct="1"/>
            <a:r>
              <a:rPr lang="en-US" altLang="en-CN" sz="2000"/>
              <a:t>7.6</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5061"/>
                                        </p:tgtEl>
                                        <p:attrNameLst>
                                          <p:attrName>style.visibility</p:attrName>
                                        </p:attrNameLst>
                                      </p:cBhvr>
                                      <p:to>
                                        <p:strVal val="visible"/>
                                      </p:to>
                                    </p:set>
                                    <p:anim calcmode="lin" valueType="num">
                                      <p:cBhvr additive="base">
                                        <p:cTn id="7" dur="500" fill="hold"/>
                                        <p:tgtEl>
                                          <p:spTgt spid="45061"/>
                                        </p:tgtEl>
                                        <p:attrNameLst>
                                          <p:attrName>ppt_x</p:attrName>
                                        </p:attrNameLst>
                                      </p:cBhvr>
                                      <p:tavLst>
                                        <p:tav tm="0">
                                          <p:val>
                                            <p:strVal val="0-#ppt_w/2"/>
                                          </p:val>
                                        </p:tav>
                                        <p:tav tm="100000">
                                          <p:val>
                                            <p:strVal val="#ppt_x"/>
                                          </p:val>
                                        </p:tav>
                                      </p:tavLst>
                                    </p:anim>
                                    <p:anim calcmode="lin" valueType="num">
                                      <p:cBhvr additive="base">
                                        <p:cTn id="8" dur="500" fill="hold"/>
                                        <p:tgtEl>
                                          <p:spTgt spid="45061"/>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5062">
                                            <p:txEl>
                                              <p:pRg st="0" end="0"/>
                                            </p:txEl>
                                          </p:spTgt>
                                        </p:tgtEl>
                                        <p:attrNameLst>
                                          <p:attrName>style.visibility</p:attrName>
                                        </p:attrNameLst>
                                      </p:cBhvr>
                                      <p:to>
                                        <p:strVal val="visible"/>
                                      </p:to>
                                    </p:set>
                                    <p:anim calcmode="lin" valueType="num">
                                      <p:cBhvr additive="base">
                                        <p:cTn id="13" dur="500" fill="hold"/>
                                        <p:tgtEl>
                                          <p:spTgt spid="45062">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4506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45062">
                                            <p:txEl>
                                              <p:pRg st="1" end="1"/>
                                            </p:txEl>
                                          </p:spTgt>
                                        </p:tgtEl>
                                        <p:attrNameLst>
                                          <p:attrName>style.visibility</p:attrName>
                                        </p:attrNameLst>
                                      </p:cBhvr>
                                      <p:to>
                                        <p:strVal val="visible"/>
                                      </p:to>
                                    </p:set>
                                    <p:anim calcmode="lin" valueType="num">
                                      <p:cBhvr additive="base">
                                        <p:cTn id="19" dur="500" fill="hold"/>
                                        <p:tgtEl>
                                          <p:spTgt spid="45062">
                                            <p:txEl>
                                              <p:pRg st="1" end="1"/>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45062">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45064">
                                            <p:txEl>
                                              <p:pRg st="0" end="0"/>
                                            </p:txEl>
                                          </p:spTgt>
                                        </p:tgtEl>
                                        <p:attrNameLst>
                                          <p:attrName>style.visibility</p:attrName>
                                        </p:attrNameLst>
                                      </p:cBhvr>
                                      <p:to>
                                        <p:strVal val="visible"/>
                                      </p:to>
                                    </p:set>
                                    <p:anim calcmode="lin" valueType="num">
                                      <p:cBhvr additive="base">
                                        <p:cTn id="25" dur="500" fill="hold"/>
                                        <p:tgtEl>
                                          <p:spTgt spid="45064">
                                            <p:txEl>
                                              <p:pRg st="0" end="0"/>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4506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45064">
                                            <p:txEl>
                                              <p:pRg st="1" end="1"/>
                                            </p:txEl>
                                          </p:spTgt>
                                        </p:tgtEl>
                                        <p:attrNameLst>
                                          <p:attrName>style.visibility</p:attrName>
                                        </p:attrNameLst>
                                      </p:cBhvr>
                                      <p:to>
                                        <p:strVal val="visible"/>
                                      </p:to>
                                    </p:set>
                                    <p:anim calcmode="lin" valueType="num">
                                      <p:cBhvr additive="base">
                                        <p:cTn id="31" dur="500" fill="hold"/>
                                        <p:tgtEl>
                                          <p:spTgt spid="45064">
                                            <p:txEl>
                                              <p:pRg st="1" end="1"/>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45064">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3" presetClass="entr" presetSubtype="16" fill="hold" grpId="0" nodeType="clickEffect">
                                  <p:stCondLst>
                                    <p:cond delay="0"/>
                                  </p:stCondLst>
                                  <p:childTnLst>
                                    <p:set>
                                      <p:cBhvr>
                                        <p:cTn id="36" dur="1" fill="hold">
                                          <p:stCondLst>
                                            <p:cond delay="0"/>
                                          </p:stCondLst>
                                        </p:cTn>
                                        <p:tgtEl>
                                          <p:spTgt spid="45063"/>
                                        </p:tgtEl>
                                        <p:attrNameLst>
                                          <p:attrName>style.visibility</p:attrName>
                                        </p:attrNameLst>
                                      </p:cBhvr>
                                      <p:to>
                                        <p:strVal val="visible"/>
                                      </p:to>
                                    </p:set>
                                    <p:anim calcmode="lin" valueType="num">
                                      <p:cBhvr>
                                        <p:cTn id="37" dur="500" fill="hold"/>
                                        <p:tgtEl>
                                          <p:spTgt spid="45063"/>
                                        </p:tgtEl>
                                        <p:attrNameLst>
                                          <p:attrName>ppt_w</p:attrName>
                                        </p:attrNameLst>
                                      </p:cBhvr>
                                      <p:tavLst>
                                        <p:tav tm="0">
                                          <p:val>
                                            <p:fltVal val="0"/>
                                          </p:val>
                                        </p:tav>
                                        <p:tav tm="100000">
                                          <p:val>
                                            <p:strVal val="#ppt_w"/>
                                          </p:val>
                                        </p:tav>
                                      </p:tavLst>
                                    </p:anim>
                                    <p:anim calcmode="lin" valueType="num">
                                      <p:cBhvr>
                                        <p:cTn id="38" dur="500" fill="hold"/>
                                        <p:tgtEl>
                                          <p:spTgt spid="45063"/>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61" grpId="0"/>
      <p:bldP spid="45062" grpId="0" build="p"/>
      <p:bldP spid="45063" grpId="0" animBg="1"/>
      <p:bldP spid="45064"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3" name="Picture 46082" descr="cha56011_0720">
            <a:extLst>
              <a:ext uri="{FF2B5EF4-FFF2-40B4-BE49-F238E27FC236}">
                <a16:creationId xmlns:a16="http://schemas.microsoft.com/office/drawing/2014/main" id="{CAA1BD1E-F9F2-65ED-9235-DA151437C1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76201"/>
            <a:ext cx="8839200" cy="3279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085" name="Text Box 46084">
            <a:extLst>
              <a:ext uri="{FF2B5EF4-FFF2-40B4-BE49-F238E27FC236}">
                <a16:creationId xmlns:a16="http://schemas.microsoft.com/office/drawing/2014/main" id="{9D32E1DE-2D3C-6A86-C25A-5EC35840C1FF}"/>
              </a:ext>
            </a:extLst>
          </p:cNvPr>
          <p:cNvSpPr txBox="1">
            <a:spLocks noChangeArrowheads="1"/>
          </p:cNvSpPr>
          <p:nvPr/>
        </p:nvSpPr>
        <p:spPr bwMode="auto">
          <a:xfrm>
            <a:off x="2362200" y="2514601"/>
            <a:ext cx="12573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r>
              <a:rPr lang="en-US" altLang="en-CN" sz="2800" i="1">
                <a:solidFill>
                  <a:srgbClr val="FF0000"/>
                </a:solidFill>
              </a:rPr>
              <a:t>m</a:t>
            </a:r>
            <a:r>
              <a:rPr lang="en-US" altLang="en-CN" sz="2800" i="1" baseline="-25000">
                <a:solidFill>
                  <a:srgbClr val="FF0000"/>
                </a:solidFill>
              </a:rPr>
              <a:t>l</a:t>
            </a:r>
            <a:r>
              <a:rPr lang="en-US" altLang="en-CN" sz="2800">
                <a:solidFill>
                  <a:srgbClr val="FF0000"/>
                </a:solidFill>
              </a:rPr>
              <a:t> = -1</a:t>
            </a:r>
          </a:p>
        </p:txBody>
      </p:sp>
      <p:sp>
        <p:nvSpPr>
          <p:cNvPr id="46086" name="Text Box 46085">
            <a:extLst>
              <a:ext uri="{FF2B5EF4-FFF2-40B4-BE49-F238E27FC236}">
                <a16:creationId xmlns:a16="http://schemas.microsoft.com/office/drawing/2014/main" id="{D718FC1C-47E0-1539-EB2B-AE7F59FCF735}"/>
              </a:ext>
            </a:extLst>
          </p:cNvPr>
          <p:cNvSpPr txBox="1">
            <a:spLocks noChangeArrowheads="1"/>
          </p:cNvSpPr>
          <p:nvPr/>
        </p:nvSpPr>
        <p:spPr bwMode="auto">
          <a:xfrm>
            <a:off x="5567364" y="2514601"/>
            <a:ext cx="11382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r>
              <a:rPr lang="en-US" altLang="en-CN" sz="2800" i="1">
                <a:solidFill>
                  <a:srgbClr val="FF0000"/>
                </a:solidFill>
              </a:rPr>
              <a:t>m</a:t>
            </a:r>
            <a:r>
              <a:rPr lang="en-US" altLang="en-CN" sz="2800" i="1" baseline="-25000">
                <a:solidFill>
                  <a:srgbClr val="FF0000"/>
                </a:solidFill>
              </a:rPr>
              <a:t>l</a:t>
            </a:r>
            <a:r>
              <a:rPr lang="en-US" altLang="en-CN" sz="2800">
                <a:solidFill>
                  <a:srgbClr val="FF0000"/>
                </a:solidFill>
              </a:rPr>
              <a:t> = 0</a:t>
            </a:r>
          </a:p>
        </p:txBody>
      </p:sp>
      <p:sp>
        <p:nvSpPr>
          <p:cNvPr id="46087" name="Text Box 46086">
            <a:extLst>
              <a:ext uri="{FF2B5EF4-FFF2-40B4-BE49-F238E27FC236}">
                <a16:creationId xmlns:a16="http://schemas.microsoft.com/office/drawing/2014/main" id="{D07D8349-AB97-F913-71FB-E2D532DDFBC5}"/>
              </a:ext>
            </a:extLst>
          </p:cNvPr>
          <p:cNvSpPr txBox="1">
            <a:spLocks noChangeArrowheads="1"/>
          </p:cNvSpPr>
          <p:nvPr/>
        </p:nvSpPr>
        <p:spPr bwMode="auto">
          <a:xfrm>
            <a:off x="8610600" y="2514601"/>
            <a:ext cx="11382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r>
              <a:rPr lang="en-US" altLang="en-CN" sz="2800" i="1">
                <a:solidFill>
                  <a:srgbClr val="FF0000"/>
                </a:solidFill>
              </a:rPr>
              <a:t>m</a:t>
            </a:r>
            <a:r>
              <a:rPr lang="en-US" altLang="en-CN" sz="2800" i="1" baseline="-25000">
                <a:solidFill>
                  <a:srgbClr val="FF0000"/>
                </a:solidFill>
              </a:rPr>
              <a:t>l</a:t>
            </a:r>
            <a:r>
              <a:rPr lang="en-US" altLang="en-CN" sz="2800">
                <a:solidFill>
                  <a:srgbClr val="FF0000"/>
                </a:solidFill>
              </a:rPr>
              <a:t> = 1</a:t>
            </a:r>
          </a:p>
        </p:txBody>
      </p:sp>
      <p:pic>
        <p:nvPicPr>
          <p:cNvPr id="28677" name="Picture 46089" descr="cha56011_0721">
            <a:extLst>
              <a:ext uri="{FF2B5EF4-FFF2-40B4-BE49-F238E27FC236}">
                <a16:creationId xmlns:a16="http://schemas.microsoft.com/office/drawing/2014/main" id="{F37B8C69-84FB-344D-C103-FF277A2923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400" y="3886201"/>
            <a:ext cx="8839200" cy="192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091" name="Text Box 46090">
            <a:extLst>
              <a:ext uri="{FF2B5EF4-FFF2-40B4-BE49-F238E27FC236}">
                <a16:creationId xmlns:a16="http://schemas.microsoft.com/office/drawing/2014/main" id="{1946DB3B-77A8-8A08-12CD-2C15FE76061E}"/>
              </a:ext>
            </a:extLst>
          </p:cNvPr>
          <p:cNvSpPr txBox="1">
            <a:spLocks noChangeArrowheads="1"/>
          </p:cNvSpPr>
          <p:nvPr/>
        </p:nvSpPr>
        <p:spPr bwMode="auto">
          <a:xfrm>
            <a:off x="1828800" y="5943601"/>
            <a:ext cx="12573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r>
              <a:rPr lang="en-US" altLang="en-CN" sz="2800" i="1">
                <a:solidFill>
                  <a:srgbClr val="FF0000"/>
                </a:solidFill>
              </a:rPr>
              <a:t>m</a:t>
            </a:r>
            <a:r>
              <a:rPr lang="en-US" altLang="en-CN" sz="2800" i="1" baseline="-25000">
                <a:solidFill>
                  <a:srgbClr val="FF0000"/>
                </a:solidFill>
              </a:rPr>
              <a:t>l</a:t>
            </a:r>
            <a:r>
              <a:rPr lang="en-US" altLang="en-CN" sz="2800">
                <a:solidFill>
                  <a:srgbClr val="FF0000"/>
                </a:solidFill>
              </a:rPr>
              <a:t> = -2</a:t>
            </a:r>
          </a:p>
        </p:txBody>
      </p:sp>
      <p:sp>
        <p:nvSpPr>
          <p:cNvPr id="46092" name="Text Box 46091">
            <a:extLst>
              <a:ext uri="{FF2B5EF4-FFF2-40B4-BE49-F238E27FC236}">
                <a16:creationId xmlns:a16="http://schemas.microsoft.com/office/drawing/2014/main" id="{206E5A79-C092-7E41-F7FE-6E64B43B8F8E}"/>
              </a:ext>
            </a:extLst>
          </p:cNvPr>
          <p:cNvSpPr txBox="1">
            <a:spLocks noChangeArrowheads="1"/>
          </p:cNvSpPr>
          <p:nvPr/>
        </p:nvSpPr>
        <p:spPr bwMode="auto">
          <a:xfrm>
            <a:off x="3657600" y="5943601"/>
            <a:ext cx="12573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r>
              <a:rPr lang="en-US" altLang="en-CN" sz="2800" i="1">
                <a:solidFill>
                  <a:srgbClr val="FF0000"/>
                </a:solidFill>
              </a:rPr>
              <a:t>m</a:t>
            </a:r>
            <a:r>
              <a:rPr lang="en-US" altLang="en-CN" sz="2800" i="1" baseline="-25000">
                <a:solidFill>
                  <a:srgbClr val="FF0000"/>
                </a:solidFill>
              </a:rPr>
              <a:t>l</a:t>
            </a:r>
            <a:r>
              <a:rPr lang="en-US" altLang="en-CN" sz="2800">
                <a:solidFill>
                  <a:srgbClr val="FF0000"/>
                </a:solidFill>
              </a:rPr>
              <a:t> = -1</a:t>
            </a:r>
          </a:p>
        </p:txBody>
      </p:sp>
      <p:sp>
        <p:nvSpPr>
          <p:cNvPr id="46093" name="Text Box 46092">
            <a:extLst>
              <a:ext uri="{FF2B5EF4-FFF2-40B4-BE49-F238E27FC236}">
                <a16:creationId xmlns:a16="http://schemas.microsoft.com/office/drawing/2014/main" id="{6A0F316F-3FA6-34E1-777C-4039FCBAA5DB}"/>
              </a:ext>
            </a:extLst>
          </p:cNvPr>
          <p:cNvSpPr txBox="1">
            <a:spLocks noChangeArrowheads="1"/>
          </p:cNvSpPr>
          <p:nvPr/>
        </p:nvSpPr>
        <p:spPr bwMode="auto">
          <a:xfrm>
            <a:off x="5467350" y="5943601"/>
            <a:ext cx="11382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r>
              <a:rPr lang="en-US" altLang="en-CN" sz="2800" i="1">
                <a:solidFill>
                  <a:srgbClr val="FF0000"/>
                </a:solidFill>
              </a:rPr>
              <a:t>m</a:t>
            </a:r>
            <a:r>
              <a:rPr lang="en-US" altLang="en-CN" sz="2800" i="1" baseline="-25000">
                <a:solidFill>
                  <a:srgbClr val="FF0000"/>
                </a:solidFill>
              </a:rPr>
              <a:t>l</a:t>
            </a:r>
            <a:r>
              <a:rPr lang="en-US" altLang="en-CN" sz="2800">
                <a:solidFill>
                  <a:srgbClr val="FF0000"/>
                </a:solidFill>
              </a:rPr>
              <a:t> = 0</a:t>
            </a:r>
          </a:p>
        </p:txBody>
      </p:sp>
      <p:sp>
        <p:nvSpPr>
          <p:cNvPr id="46094" name="Text Box 46093">
            <a:extLst>
              <a:ext uri="{FF2B5EF4-FFF2-40B4-BE49-F238E27FC236}">
                <a16:creationId xmlns:a16="http://schemas.microsoft.com/office/drawing/2014/main" id="{3E5E2C6A-8202-8DE8-C446-058F17B5449D}"/>
              </a:ext>
            </a:extLst>
          </p:cNvPr>
          <p:cNvSpPr txBox="1">
            <a:spLocks noChangeArrowheads="1"/>
          </p:cNvSpPr>
          <p:nvPr/>
        </p:nvSpPr>
        <p:spPr bwMode="auto">
          <a:xfrm>
            <a:off x="7327900" y="5943601"/>
            <a:ext cx="11382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r>
              <a:rPr lang="en-US" altLang="en-CN" sz="2800" i="1">
                <a:solidFill>
                  <a:srgbClr val="FF0000"/>
                </a:solidFill>
              </a:rPr>
              <a:t>m</a:t>
            </a:r>
            <a:r>
              <a:rPr lang="en-US" altLang="en-CN" sz="2800" i="1" baseline="-25000">
                <a:solidFill>
                  <a:srgbClr val="FF0000"/>
                </a:solidFill>
              </a:rPr>
              <a:t>l</a:t>
            </a:r>
            <a:r>
              <a:rPr lang="en-US" altLang="en-CN" sz="2800">
                <a:solidFill>
                  <a:srgbClr val="FF0000"/>
                </a:solidFill>
              </a:rPr>
              <a:t> = 1</a:t>
            </a:r>
          </a:p>
        </p:txBody>
      </p:sp>
      <p:sp>
        <p:nvSpPr>
          <p:cNvPr id="46095" name="Text Box 46094">
            <a:extLst>
              <a:ext uri="{FF2B5EF4-FFF2-40B4-BE49-F238E27FC236}">
                <a16:creationId xmlns:a16="http://schemas.microsoft.com/office/drawing/2014/main" id="{A2BB3361-59D5-AA88-68A6-1FAEADF66C45}"/>
              </a:ext>
            </a:extLst>
          </p:cNvPr>
          <p:cNvSpPr txBox="1">
            <a:spLocks noChangeArrowheads="1"/>
          </p:cNvSpPr>
          <p:nvPr/>
        </p:nvSpPr>
        <p:spPr bwMode="auto">
          <a:xfrm>
            <a:off x="9169400" y="5943601"/>
            <a:ext cx="11382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r>
              <a:rPr lang="en-US" altLang="en-CN" sz="2800" i="1">
                <a:solidFill>
                  <a:srgbClr val="FF0000"/>
                </a:solidFill>
              </a:rPr>
              <a:t>m</a:t>
            </a:r>
            <a:r>
              <a:rPr lang="en-US" altLang="en-CN" sz="2800" i="1" baseline="-25000">
                <a:solidFill>
                  <a:srgbClr val="FF0000"/>
                </a:solidFill>
              </a:rPr>
              <a:t>l</a:t>
            </a:r>
            <a:r>
              <a:rPr lang="en-US" altLang="en-CN" sz="2800">
                <a:solidFill>
                  <a:srgbClr val="FF0000"/>
                </a:solidFill>
              </a:rPr>
              <a:t> = 2</a:t>
            </a:r>
          </a:p>
        </p:txBody>
      </p:sp>
      <p:sp>
        <p:nvSpPr>
          <p:cNvPr id="28683" name="Text Box 46095">
            <a:extLst>
              <a:ext uri="{FF2B5EF4-FFF2-40B4-BE49-F238E27FC236}">
                <a16:creationId xmlns:a16="http://schemas.microsoft.com/office/drawing/2014/main" id="{282FF18E-658D-528A-F62E-78D9DC1E12AD}"/>
              </a:ext>
            </a:extLst>
          </p:cNvPr>
          <p:cNvSpPr txBox="1">
            <a:spLocks noChangeArrowheads="1"/>
          </p:cNvSpPr>
          <p:nvPr/>
        </p:nvSpPr>
        <p:spPr bwMode="auto">
          <a:xfrm>
            <a:off x="10055226" y="6384926"/>
            <a:ext cx="5365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pPr eaLnBrk="1" hangingPunct="1"/>
            <a:r>
              <a:rPr lang="en-US" altLang="en-CN" sz="2000"/>
              <a:t>7.6</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608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4608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46087"/>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46091"/>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46092"/>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46093"/>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46094"/>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4609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5" grpId="0"/>
      <p:bldP spid="46086" grpId="0"/>
      <p:bldP spid="46087" grpId="0"/>
      <p:bldP spid="46091" grpId="0"/>
      <p:bldP spid="46092" grpId="0"/>
      <p:bldP spid="46093" grpId="0"/>
      <p:bldP spid="46094" grpId="0"/>
      <p:bldP spid="4609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Text Box 48130">
            <a:extLst>
              <a:ext uri="{FF2B5EF4-FFF2-40B4-BE49-F238E27FC236}">
                <a16:creationId xmlns:a16="http://schemas.microsoft.com/office/drawing/2014/main" id="{AEADD7CA-0B67-DDB9-266C-FB7A1CC81E62}"/>
              </a:ext>
            </a:extLst>
          </p:cNvPr>
          <p:cNvSpPr txBox="1">
            <a:spLocks noChangeArrowheads="1"/>
          </p:cNvSpPr>
          <p:nvPr/>
        </p:nvSpPr>
        <p:spPr bwMode="auto">
          <a:xfrm>
            <a:off x="1828800" y="1614488"/>
            <a:ext cx="3810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pPr>
              <a:spcBef>
                <a:spcPct val="50000"/>
              </a:spcBef>
            </a:pPr>
            <a:r>
              <a:rPr lang="en-US" altLang="en-CN" sz="2800">
                <a:latin typeface="Symbol" pitchFamily="2" charset="2"/>
              </a:rPr>
              <a:t>Y </a:t>
            </a:r>
            <a:r>
              <a:rPr lang="en-US" altLang="en-CN" sz="2800"/>
              <a:t>= fn(n, </a:t>
            </a:r>
            <a:r>
              <a:rPr lang="en-US" altLang="en-CN" sz="2800" i="1"/>
              <a:t>l</a:t>
            </a:r>
            <a:r>
              <a:rPr lang="en-US" altLang="en-CN" sz="2800"/>
              <a:t>, m</a:t>
            </a:r>
            <a:r>
              <a:rPr lang="en-US" altLang="en-CN" sz="2800" i="1" baseline="-25000"/>
              <a:t>l</a:t>
            </a:r>
            <a:r>
              <a:rPr lang="en-US" altLang="en-CN" sz="2800"/>
              <a:t>, </a:t>
            </a:r>
            <a:r>
              <a:rPr lang="en-US" altLang="en-CN" sz="2800">
                <a:solidFill>
                  <a:srgbClr val="FF0000"/>
                </a:solidFill>
              </a:rPr>
              <a:t>m</a:t>
            </a:r>
            <a:r>
              <a:rPr lang="en-US" altLang="en-CN" sz="2800" baseline="-25000">
                <a:solidFill>
                  <a:srgbClr val="FF0000"/>
                </a:solidFill>
              </a:rPr>
              <a:t>s</a:t>
            </a:r>
            <a:r>
              <a:rPr lang="en-US" altLang="en-CN" sz="2800"/>
              <a:t>)</a:t>
            </a:r>
          </a:p>
        </p:txBody>
      </p:sp>
      <p:sp>
        <p:nvSpPr>
          <p:cNvPr id="48132" name="Text Box 48131">
            <a:extLst>
              <a:ext uri="{FF2B5EF4-FFF2-40B4-BE49-F238E27FC236}">
                <a16:creationId xmlns:a16="http://schemas.microsoft.com/office/drawing/2014/main" id="{0539E370-830B-AADC-580C-6E07204399B2}"/>
              </a:ext>
            </a:extLst>
          </p:cNvPr>
          <p:cNvSpPr txBox="1">
            <a:spLocks noChangeArrowheads="1"/>
          </p:cNvSpPr>
          <p:nvPr/>
        </p:nvSpPr>
        <p:spPr bwMode="auto">
          <a:xfrm>
            <a:off x="1828800" y="2300288"/>
            <a:ext cx="414813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r>
              <a:rPr lang="en-US" altLang="en-CN" sz="2800"/>
              <a:t>spin quantum number </a:t>
            </a:r>
            <a:r>
              <a:rPr lang="en-US" altLang="en-CN" sz="2800">
                <a:solidFill>
                  <a:srgbClr val="FF0000"/>
                </a:solidFill>
              </a:rPr>
              <a:t>m</a:t>
            </a:r>
            <a:r>
              <a:rPr lang="en-US" altLang="en-CN" sz="2800" baseline="-25000">
                <a:solidFill>
                  <a:srgbClr val="FF0000"/>
                </a:solidFill>
              </a:rPr>
              <a:t>s</a:t>
            </a:r>
            <a:endParaRPr lang="en-US" altLang="en-CN" sz="2800">
              <a:solidFill>
                <a:srgbClr val="FF0000"/>
              </a:solidFill>
            </a:endParaRPr>
          </a:p>
        </p:txBody>
      </p:sp>
      <p:sp>
        <p:nvSpPr>
          <p:cNvPr id="48133" name="Text Box 48132">
            <a:extLst>
              <a:ext uri="{FF2B5EF4-FFF2-40B4-BE49-F238E27FC236}">
                <a16:creationId xmlns:a16="http://schemas.microsoft.com/office/drawing/2014/main" id="{22CC00C1-ECB5-7D14-C30F-410A1DB5A6CE}"/>
              </a:ext>
            </a:extLst>
          </p:cNvPr>
          <p:cNvSpPr txBox="1">
            <a:spLocks noChangeArrowheads="1"/>
          </p:cNvSpPr>
          <p:nvPr/>
        </p:nvSpPr>
        <p:spPr bwMode="auto">
          <a:xfrm>
            <a:off x="1828801" y="2986088"/>
            <a:ext cx="24796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r>
              <a:rPr lang="en-US" altLang="en-CN" sz="2800">
                <a:solidFill>
                  <a:srgbClr val="FF0000"/>
                </a:solidFill>
              </a:rPr>
              <a:t>m</a:t>
            </a:r>
            <a:r>
              <a:rPr lang="en-US" altLang="en-CN" sz="2800" baseline="-25000">
                <a:solidFill>
                  <a:srgbClr val="FF0000"/>
                </a:solidFill>
              </a:rPr>
              <a:t>s</a:t>
            </a:r>
            <a:r>
              <a:rPr lang="en-US" altLang="en-CN" sz="2800"/>
              <a:t> = +½ </a:t>
            </a:r>
            <a:r>
              <a:rPr lang="en-US" altLang="en-CN" sz="2800" b="1">
                <a:solidFill>
                  <a:srgbClr val="FF0000"/>
                </a:solidFill>
              </a:rPr>
              <a:t>or</a:t>
            </a:r>
            <a:r>
              <a:rPr lang="en-US" altLang="en-CN" sz="2800"/>
              <a:t> -½</a:t>
            </a:r>
          </a:p>
        </p:txBody>
      </p:sp>
      <p:sp>
        <p:nvSpPr>
          <p:cNvPr id="29700" name="Rectangle 48133">
            <a:extLst>
              <a:ext uri="{FF2B5EF4-FFF2-40B4-BE49-F238E27FC236}">
                <a16:creationId xmlns:a16="http://schemas.microsoft.com/office/drawing/2014/main" id="{F7892240-5E48-B5AF-5FC9-FF84E4D7CE11}"/>
              </a:ext>
            </a:extLst>
          </p:cNvPr>
          <p:cNvSpPr>
            <a:spLocks noChangeArrowheads="1"/>
          </p:cNvSpPr>
          <p:nvPr/>
        </p:nvSpPr>
        <p:spPr bwMode="auto">
          <a:xfrm>
            <a:off x="2209800" y="101600"/>
            <a:ext cx="77724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pPr algn="ctr"/>
            <a:r>
              <a:rPr lang="en-US" altLang="en-CN" sz="3600"/>
              <a:t>Schrodinger Wave Equation</a:t>
            </a:r>
          </a:p>
        </p:txBody>
      </p:sp>
      <p:pic>
        <p:nvPicPr>
          <p:cNvPr id="29701" name="Picture 48134" descr="cha56011_0716">
            <a:extLst>
              <a:ext uri="{FF2B5EF4-FFF2-40B4-BE49-F238E27FC236}">
                <a16:creationId xmlns:a16="http://schemas.microsoft.com/office/drawing/2014/main" id="{769088F8-0136-F8AC-A265-70050F5BDF2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8571"/>
          <a:stretch>
            <a:fillRect/>
          </a:stretch>
        </p:blipFill>
        <p:spPr bwMode="auto">
          <a:xfrm>
            <a:off x="6827838" y="914401"/>
            <a:ext cx="3078162" cy="3902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37" name="Text Box 48136">
            <a:extLst>
              <a:ext uri="{FF2B5EF4-FFF2-40B4-BE49-F238E27FC236}">
                <a16:creationId xmlns:a16="http://schemas.microsoft.com/office/drawing/2014/main" id="{FDC0D303-0778-BC84-0B6E-2C038222B030}"/>
              </a:ext>
            </a:extLst>
          </p:cNvPr>
          <p:cNvSpPr txBox="1">
            <a:spLocks noChangeArrowheads="1"/>
          </p:cNvSpPr>
          <p:nvPr/>
        </p:nvSpPr>
        <p:spPr bwMode="auto">
          <a:xfrm>
            <a:off x="8597900" y="4572001"/>
            <a:ext cx="1422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r>
              <a:rPr lang="en-US" altLang="en-CN" sz="2800">
                <a:solidFill>
                  <a:srgbClr val="FF0000"/>
                </a:solidFill>
              </a:rPr>
              <a:t>m</a:t>
            </a:r>
            <a:r>
              <a:rPr lang="en-US" altLang="en-CN" sz="2800" baseline="-25000">
                <a:solidFill>
                  <a:srgbClr val="FF0000"/>
                </a:solidFill>
              </a:rPr>
              <a:t>s</a:t>
            </a:r>
            <a:r>
              <a:rPr lang="en-US" altLang="en-CN" sz="2800">
                <a:solidFill>
                  <a:srgbClr val="FF0000"/>
                </a:solidFill>
              </a:rPr>
              <a:t> = -½</a:t>
            </a:r>
          </a:p>
        </p:txBody>
      </p:sp>
      <p:pic>
        <p:nvPicPr>
          <p:cNvPr id="48138" name="Picture 48137" descr="cha56011_0717">
            <a:extLst>
              <a:ext uri="{FF2B5EF4-FFF2-40B4-BE49-F238E27FC236}">
                <a16:creationId xmlns:a16="http://schemas.microsoft.com/office/drawing/2014/main" id="{42285AD8-4D97-74D9-986E-E7FB8E86CE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400" y="4718050"/>
            <a:ext cx="5486400" cy="213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36" name="Text Box 48135">
            <a:extLst>
              <a:ext uri="{FF2B5EF4-FFF2-40B4-BE49-F238E27FC236}">
                <a16:creationId xmlns:a16="http://schemas.microsoft.com/office/drawing/2014/main" id="{2CEFA90B-A8C0-B94F-D99B-2837710545C7}"/>
              </a:ext>
            </a:extLst>
          </p:cNvPr>
          <p:cNvSpPr txBox="1">
            <a:spLocks noChangeArrowheads="1"/>
          </p:cNvSpPr>
          <p:nvPr/>
        </p:nvSpPr>
        <p:spPr bwMode="auto">
          <a:xfrm>
            <a:off x="6718300" y="4572001"/>
            <a:ext cx="15113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r>
              <a:rPr lang="en-US" altLang="en-CN" sz="2800">
                <a:solidFill>
                  <a:srgbClr val="FF0000"/>
                </a:solidFill>
              </a:rPr>
              <a:t>m</a:t>
            </a:r>
            <a:r>
              <a:rPr lang="en-US" altLang="en-CN" sz="2800" baseline="-25000">
                <a:solidFill>
                  <a:srgbClr val="FF0000"/>
                </a:solidFill>
              </a:rPr>
              <a:t>s</a:t>
            </a:r>
            <a:r>
              <a:rPr lang="en-US" altLang="en-CN" sz="2800">
                <a:solidFill>
                  <a:srgbClr val="FF0000"/>
                </a:solidFill>
              </a:rPr>
              <a:t> = +½</a:t>
            </a:r>
          </a:p>
        </p:txBody>
      </p:sp>
      <p:sp>
        <p:nvSpPr>
          <p:cNvPr id="29705" name="Text Box 48138">
            <a:extLst>
              <a:ext uri="{FF2B5EF4-FFF2-40B4-BE49-F238E27FC236}">
                <a16:creationId xmlns:a16="http://schemas.microsoft.com/office/drawing/2014/main" id="{01232704-CFAF-5E25-F1BA-313F86678481}"/>
              </a:ext>
            </a:extLst>
          </p:cNvPr>
          <p:cNvSpPr txBox="1">
            <a:spLocks noChangeArrowheads="1"/>
          </p:cNvSpPr>
          <p:nvPr/>
        </p:nvSpPr>
        <p:spPr bwMode="auto">
          <a:xfrm>
            <a:off x="10055226" y="6384926"/>
            <a:ext cx="5365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pPr eaLnBrk="1" hangingPunct="1"/>
            <a:r>
              <a:rPr lang="en-US" altLang="en-CN" sz="2000"/>
              <a:t>7.6</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8132"/>
                                        </p:tgtEl>
                                        <p:attrNameLst>
                                          <p:attrName>style.visibility</p:attrName>
                                        </p:attrNameLst>
                                      </p:cBhvr>
                                      <p:to>
                                        <p:strVal val="visible"/>
                                      </p:to>
                                    </p:set>
                                    <p:anim calcmode="lin" valueType="num">
                                      <p:cBhvr additive="base">
                                        <p:cTn id="7" dur="500" fill="hold"/>
                                        <p:tgtEl>
                                          <p:spTgt spid="48132"/>
                                        </p:tgtEl>
                                        <p:attrNameLst>
                                          <p:attrName>ppt_x</p:attrName>
                                        </p:attrNameLst>
                                      </p:cBhvr>
                                      <p:tavLst>
                                        <p:tav tm="0">
                                          <p:val>
                                            <p:strVal val="0-#ppt_w/2"/>
                                          </p:val>
                                        </p:tav>
                                        <p:tav tm="100000">
                                          <p:val>
                                            <p:strVal val="#ppt_x"/>
                                          </p:val>
                                        </p:tav>
                                      </p:tavLst>
                                    </p:anim>
                                    <p:anim calcmode="lin" valueType="num">
                                      <p:cBhvr additive="base">
                                        <p:cTn id="8" dur="500" fill="hold"/>
                                        <p:tgtEl>
                                          <p:spTgt spid="4813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8133"/>
                                        </p:tgtEl>
                                        <p:attrNameLst>
                                          <p:attrName>style.visibility</p:attrName>
                                        </p:attrNameLst>
                                      </p:cBhvr>
                                      <p:to>
                                        <p:strVal val="visible"/>
                                      </p:to>
                                    </p:set>
                                    <p:anim calcmode="lin" valueType="num">
                                      <p:cBhvr additive="base">
                                        <p:cTn id="13" dur="500" fill="hold"/>
                                        <p:tgtEl>
                                          <p:spTgt spid="48133"/>
                                        </p:tgtEl>
                                        <p:attrNameLst>
                                          <p:attrName>ppt_x</p:attrName>
                                        </p:attrNameLst>
                                      </p:cBhvr>
                                      <p:tavLst>
                                        <p:tav tm="0">
                                          <p:val>
                                            <p:strVal val="0-#ppt_w/2"/>
                                          </p:val>
                                        </p:tav>
                                        <p:tav tm="100000">
                                          <p:val>
                                            <p:strVal val="#ppt_x"/>
                                          </p:val>
                                        </p:tav>
                                      </p:tavLst>
                                    </p:anim>
                                    <p:anim calcmode="lin" valueType="num">
                                      <p:cBhvr additive="base">
                                        <p:cTn id="14" dur="500" fill="hold"/>
                                        <p:tgtEl>
                                          <p:spTgt spid="48133"/>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48136"/>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48137"/>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23" presetClass="entr" presetSubtype="16" fill="hold" nodeType="clickEffect">
                                  <p:stCondLst>
                                    <p:cond delay="0"/>
                                  </p:stCondLst>
                                  <p:childTnLst>
                                    <p:set>
                                      <p:cBhvr>
                                        <p:cTn id="26" dur="1" fill="hold">
                                          <p:stCondLst>
                                            <p:cond delay="0"/>
                                          </p:stCondLst>
                                        </p:cTn>
                                        <p:tgtEl>
                                          <p:spTgt spid="48138"/>
                                        </p:tgtEl>
                                        <p:attrNameLst>
                                          <p:attrName>style.visibility</p:attrName>
                                        </p:attrNameLst>
                                      </p:cBhvr>
                                      <p:to>
                                        <p:strVal val="visible"/>
                                      </p:to>
                                    </p:set>
                                    <p:anim calcmode="lin" valueType="num">
                                      <p:cBhvr>
                                        <p:cTn id="27" dur="500" fill="hold"/>
                                        <p:tgtEl>
                                          <p:spTgt spid="48138"/>
                                        </p:tgtEl>
                                        <p:attrNameLst>
                                          <p:attrName>ppt_w</p:attrName>
                                        </p:attrNameLst>
                                      </p:cBhvr>
                                      <p:tavLst>
                                        <p:tav tm="0">
                                          <p:val>
                                            <p:fltVal val="0"/>
                                          </p:val>
                                        </p:tav>
                                        <p:tav tm="100000">
                                          <p:val>
                                            <p:strVal val="#ppt_w"/>
                                          </p:val>
                                        </p:tav>
                                      </p:tavLst>
                                    </p:anim>
                                    <p:anim calcmode="lin" valueType="num">
                                      <p:cBhvr>
                                        <p:cTn id="28" dur="500" fill="hold"/>
                                        <p:tgtEl>
                                          <p:spTgt spid="48138"/>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2" grpId="0"/>
      <p:bldP spid="48133" grpId="0"/>
      <p:bldP spid="48137" grpId="0"/>
      <p:bldP spid="4813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6" name="Text Box 49155">
            <a:extLst>
              <a:ext uri="{FF2B5EF4-FFF2-40B4-BE49-F238E27FC236}">
                <a16:creationId xmlns:a16="http://schemas.microsoft.com/office/drawing/2014/main" id="{32EE1580-C499-D52B-ADFB-4B1DECFC494F}"/>
              </a:ext>
            </a:extLst>
          </p:cNvPr>
          <p:cNvSpPr txBox="1">
            <a:spLocks noChangeArrowheads="1"/>
          </p:cNvSpPr>
          <p:nvPr/>
        </p:nvSpPr>
        <p:spPr bwMode="auto">
          <a:xfrm>
            <a:off x="1608139" y="1600200"/>
            <a:ext cx="8975725"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r>
              <a:rPr lang="en-US" altLang="en-CN" sz="2800"/>
              <a:t>Existence (and energy) of electron in atom is described </a:t>
            </a:r>
          </a:p>
          <a:p>
            <a:r>
              <a:rPr lang="en-US" altLang="en-CN" sz="2800"/>
              <a:t>by its </a:t>
            </a:r>
            <a:r>
              <a:rPr lang="en-US" altLang="en-CN" sz="2800" b="1" i="1"/>
              <a:t>unique</a:t>
            </a:r>
            <a:r>
              <a:rPr lang="en-US" altLang="en-CN" sz="2800"/>
              <a:t> wave function </a:t>
            </a:r>
            <a:r>
              <a:rPr lang="en-US" altLang="en-CN" sz="2800">
                <a:latin typeface="Symbol" pitchFamily="2" charset="2"/>
              </a:rPr>
              <a:t>Y</a:t>
            </a:r>
            <a:r>
              <a:rPr lang="en-US" altLang="en-CN" sz="2800"/>
              <a:t>.</a:t>
            </a:r>
          </a:p>
        </p:txBody>
      </p:sp>
      <p:sp>
        <p:nvSpPr>
          <p:cNvPr id="49157" name="Text Box 49156">
            <a:extLst>
              <a:ext uri="{FF2B5EF4-FFF2-40B4-BE49-F238E27FC236}">
                <a16:creationId xmlns:a16="http://schemas.microsoft.com/office/drawing/2014/main" id="{41C17F12-33C1-83C5-1081-A3C6000A5EAA}"/>
              </a:ext>
            </a:extLst>
          </p:cNvPr>
          <p:cNvSpPr txBox="1">
            <a:spLocks noChangeArrowheads="1"/>
          </p:cNvSpPr>
          <p:nvPr/>
        </p:nvSpPr>
        <p:spPr bwMode="auto">
          <a:xfrm>
            <a:off x="1574800" y="2667001"/>
            <a:ext cx="9114996" cy="954107"/>
          </a:xfrm>
          <a:prstGeom prst="rect">
            <a:avLst/>
          </a:prstGeom>
          <a:noFill/>
          <a:ln w="57150" cmpd="thinThick">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r>
              <a:rPr lang="en-US" altLang="en-CN" sz="2800" b="1" i="1"/>
              <a:t>Pauli exclusion principle</a:t>
            </a:r>
            <a:r>
              <a:rPr lang="en-US" altLang="en-CN" sz="2800"/>
              <a:t> - no two electrons in an atom</a:t>
            </a:r>
          </a:p>
          <a:p>
            <a:r>
              <a:rPr lang="en-US" altLang="en-CN" sz="2800"/>
              <a:t>can have the same four quantum numbers.</a:t>
            </a:r>
          </a:p>
        </p:txBody>
      </p:sp>
      <p:sp>
        <p:nvSpPr>
          <p:cNvPr id="30723" name="Rectangle 49157">
            <a:extLst>
              <a:ext uri="{FF2B5EF4-FFF2-40B4-BE49-F238E27FC236}">
                <a16:creationId xmlns:a16="http://schemas.microsoft.com/office/drawing/2014/main" id="{ABACA113-614C-EB15-22CA-D768EBC76C6B}"/>
              </a:ext>
            </a:extLst>
          </p:cNvPr>
          <p:cNvSpPr>
            <a:spLocks noChangeArrowheads="1"/>
          </p:cNvSpPr>
          <p:nvPr/>
        </p:nvSpPr>
        <p:spPr bwMode="auto">
          <a:xfrm>
            <a:off x="2209800" y="101600"/>
            <a:ext cx="77724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pPr algn="ctr"/>
            <a:r>
              <a:rPr lang="en-US" altLang="en-CN" sz="3600"/>
              <a:t>Schrodinger Wave Equation</a:t>
            </a:r>
          </a:p>
        </p:txBody>
      </p:sp>
      <p:sp>
        <p:nvSpPr>
          <p:cNvPr id="30724" name="Text Box 49158">
            <a:extLst>
              <a:ext uri="{FF2B5EF4-FFF2-40B4-BE49-F238E27FC236}">
                <a16:creationId xmlns:a16="http://schemas.microsoft.com/office/drawing/2014/main" id="{E5479618-E533-6EA9-1420-06C19F2C1DA5}"/>
              </a:ext>
            </a:extLst>
          </p:cNvPr>
          <p:cNvSpPr txBox="1">
            <a:spLocks noChangeArrowheads="1"/>
          </p:cNvSpPr>
          <p:nvPr/>
        </p:nvSpPr>
        <p:spPr bwMode="auto">
          <a:xfrm>
            <a:off x="4191000" y="914401"/>
            <a:ext cx="3810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pPr algn="ctr">
              <a:spcBef>
                <a:spcPct val="50000"/>
              </a:spcBef>
            </a:pPr>
            <a:r>
              <a:rPr lang="en-US" altLang="en-CN" sz="2800">
                <a:latin typeface="Symbol" pitchFamily="2" charset="2"/>
              </a:rPr>
              <a:t>Y </a:t>
            </a:r>
            <a:r>
              <a:rPr lang="en-US" altLang="en-CN" sz="2800"/>
              <a:t>= fn(n, </a:t>
            </a:r>
            <a:r>
              <a:rPr lang="en-US" altLang="en-CN" sz="2800" i="1"/>
              <a:t>l</a:t>
            </a:r>
            <a:r>
              <a:rPr lang="en-US" altLang="en-CN" sz="2800"/>
              <a:t>, m</a:t>
            </a:r>
            <a:r>
              <a:rPr lang="en-US" altLang="en-CN" sz="2800" i="1" baseline="-25000"/>
              <a:t>l</a:t>
            </a:r>
            <a:r>
              <a:rPr lang="en-US" altLang="en-CN" sz="2800"/>
              <a:t>, m</a:t>
            </a:r>
            <a:r>
              <a:rPr lang="en-US" altLang="en-CN" sz="2800" baseline="-25000"/>
              <a:t>s</a:t>
            </a:r>
            <a:r>
              <a:rPr lang="en-US" altLang="en-CN" sz="2800"/>
              <a:t>)</a:t>
            </a:r>
          </a:p>
        </p:txBody>
      </p:sp>
      <p:pic>
        <p:nvPicPr>
          <p:cNvPr id="30725" name="Picture 49159" descr="SL01398_">
            <a:extLst>
              <a:ext uri="{FF2B5EF4-FFF2-40B4-BE49-F238E27FC236}">
                <a16:creationId xmlns:a16="http://schemas.microsoft.com/office/drawing/2014/main" id="{A29870E0-25A2-C778-3755-51F550473E2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4022725"/>
            <a:ext cx="2743200" cy="270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161" name="Text Box 49160">
            <a:extLst>
              <a:ext uri="{FF2B5EF4-FFF2-40B4-BE49-F238E27FC236}">
                <a16:creationId xmlns:a16="http://schemas.microsoft.com/office/drawing/2014/main" id="{2C3F58CB-D091-48B1-5104-C91CB9691EDD}"/>
              </a:ext>
            </a:extLst>
          </p:cNvPr>
          <p:cNvSpPr txBox="1">
            <a:spLocks noChangeArrowheads="1"/>
          </p:cNvSpPr>
          <p:nvPr/>
        </p:nvSpPr>
        <p:spPr bwMode="auto">
          <a:xfrm>
            <a:off x="4191000" y="4781551"/>
            <a:ext cx="62484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r>
              <a:rPr lang="en-US" altLang="en-CN"/>
              <a:t>Each seat is uniquely identified (E, R12, S8)</a:t>
            </a:r>
          </a:p>
          <a:p>
            <a:r>
              <a:rPr lang="en-US" altLang="en-CN"/>
              <a:t>Each seat can hold only one individual at a time</a:t>
            </a:r>
          </a:p>
        </p:txBody>
      </p:sp>
      <p:sp>
        <p:nvSpPr>
          <p:cNvPr id="30727" name="Text Box 49161">
            <a:extLst>
              <a:ext uri="{FF2B5EF4-FFF2-40B4-BE49-F238E27FC236}">
                <a16:creationId xmlns:a16="http://schemas.microsoft.com/office/drawing/2014/main" id="{37BF7A04-7926-C58E-6D29-F564D1506088}"/>
              </a:ext>
            </a:extLst>
          </p:cNvPr>
          <p:cNvSpPr txBox="1">
            <a:spLocks noChangeArrowheads="1"/>
          </p:cNvSpPr>
          <p:nvPr/>
        </p:nvSpPr>
        <p:spPr bwMode="auto">
          <a:xfrm>
            <a:off x="10055226" y="6384926"/>
            <a:ext cx="5365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pPr eaLnBrk="1" hangingPunct="1"/>
            <a:r>
              <a:rPr lang="en-US" altLang="en-CN" sz="2000"/>
              <a:t>7.6</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9156"/>
                                        </p:tgtEl>
                                        <p:attrNameLst>
                                          <p:attrName>style.visibility</p:attrName>
                                        </p:attrNameLst>
                                      </p:cBhvr>
                                      <p:to>
                                        <p:strVal val="visible"/>
                                      </p:to>
                                    </p:set>
                                    <p:anim calcmode="lin" valueType="num">
                                      <p:cBhvr additive="base">
                                        <p:cTn id="7" dur="500" fill="hold"/>
                                        <p:tgtEl>
                                          <p:spTgt spid="49156"/>
                                        </p:tgtEl>
                                        <p:attrNameLst>
                                          <p:attrName>ppt_x</p:attrName>
                                        </p:attrNameLst>
                                      </p:cBhvr>
                                      <p:tavLst>
                                        <p:tav tm="0">
                                          <p:val>
                                            <p:strVal val="0-#ppt_w/2"/>
                                          </p:val>
                                        </p:tav>
                                        <p:tav tm="100000">
                                          <p:val>
                                            <p:strVal val="#ppt_x"/>
                                          </p:val>
                                        </p:tav>
                                      </p:tavLst>
                                    </p:anim>
                                    <p:anim calcmode="lin" valueType="num">
                                      <p:cBhvr additive="base">
                                        <p:cTn id="8" dur="500" fill="hold"/>
                                        <p:tgtEl>
                                          <p:spTgt spid="49156"/>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9157"/>
                                        </p:tgtEl>
                                        <p:attrNameLst>
                                          <p:attrName>style.visibility</p:attrName>
                                        </p:attrNameLst>
                                      </p:cBhvr>
                                      <p:to>
                                        <p:strVal val="visible"/>
                                      </p:to>
                                    </p:set>
                                    <p:anim calcmode="lin" valueType="num">
                                      <p:cBhvr additive="base">
                                        <p:cTn id="13" dur="500" fill="hold"/>
                                        <p:tgtEl>
                                          <p:spTgt spid="49157"/>
                                        </p:tgtEl>
                                        <p:attrNameLst>
                                          <p:attrName>ppt_x</p:attrName>
                                        </p:attrNameLst>
                                      </p:cBhvr>
                                      <p:tavLst>
                                        <p:tav tm="0">
                                          <p:val>
                                            <p:strVal val="0-#ppt_w/2"/>
                                          </p:val>
                                        </p:tav>
                                        <p:tav tm="100000">
                                          <p:val>
                                            <p:strVal val="#ppt_x"/>
                                          </p:val>
                                        </p:tav>
                                      </p:tavLst>
                                    </p:anim>
                                    <p:anim calcmode="lin" valueType="num">
                                      <p:cBhvr additive="base">
                                        <p:cTn id="14" dur="500" fill="hold"/>
                                        <p:tgtEl>
                                          <p:spTgt spid="49157"/>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49161">
                                            <p:txEl>
                                              <p:pRg st="0" end="0"/>
                                            </p:txEl>
                                          </p:spTgt>
                                        </p:tgtEl>
                                        <p:attrNameLst>
                                          <p:attrName>style.visibility</p:attrName>
                                        </p:attrNameLst>
                                      </p:cBhvr>
                                      <p:to>
                                        <p:strVal val="visible"/>
                                      </p:to>
                                    </p:set>
                                    <p:anim calcmode="lin" valueType="num">
                                      <p:cBhvr additive="base">
                                        <p:cTn id="19" dur="500" fill="hold"/>
                                        <p:tgtEl>
                                          <p:spTgt spid="49161">
                                            <p:txEl>
                                              <p:pRg st="0" end="0"/>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4916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49161">
                                            <p:txEl>
                                              <p:pRg st="1" end="1"/>
                                            </p:txEl>
                                          </p:spTgt>
                                        </p:tgtEl>
                                        <p:attrNameLst>
                                          <p:attrName>style.visibility</p:attrName>
                                        </p:attrNameLst>
                                      </p:cBhvr>
                                      <p:to>
                                        <p:strVal val="visible"/>
                                      </p:to>
                                    </p:set>
                                    <p:anim calcmode="lin" valueType="num">
                                      <p:cBhvr additive="base">
                                        <p:cTn id="25" dur="500" fill="hold"/>
                                        <p:tgtEl>
                                          <p:spTgt spid="49161">
                                            <p:txEl>
                                              <p:pRg st="1" end="1"/>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49161">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6" grpId="0"/>
      <p:bldP spid="49157" grpId="0" animBg="1"/>
      <p:bldP spid="49161"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57347">
            <a:extLst>
              <a:ext uri="{FF2B5EF4-FFF2-40B4-BE49-F238E27FC236}">
                <a16:creationId xmlns:a16="http://schemas.microsoft.com/office/drawing/2014/main" id="{EBB249E5-F2C6-70F4-9AE7-5FB3E6DD2877}"/>
              </a:ext>
            </a:extLst>
          </p:cNvPr>
          <p:cNvSpPr>
            <a:spLocks noChangeArrowheads="1"/>
          </p:cNvSpPr>
          <p:nvPr/>
        </p:nvSpPr>
        <p:spPr bwMode="auto">
          <a:xfrm>
            <a:off x="2209800" y="101600"/>
            <a:ext cx="77724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pPr algn="ctr"/>
            <a:r>
              <a:rPr lang="en-US" altLang="en-CN" sz="3600"/>
              <a:t>Schrodinger Wave Equation</a:t>
            </a:r>
          </a:p>
        </p:txBody>
      </p:sp>
      <p:sp>
        <p:nvSpPr>
          <p:cNvPr id="32770" name="Text Box 57348">
            <a:extLst>
              <a:ext uri="{FF2B5EF4-FFF2-40B4-BE49-F238E27FC236}">
                <a16:creationId xmlns:a16="http://schemas.microsoft.com/office/drawing/2014/main" id="{F4C58DFA-5FD8-F651-67BA-9B510993BDBB}"/>
              </a:ext>
            </a:extLst>
          </p:cNvPr>
          <p:cNvSpPr txBox="1">
            <a:spLocks noChangeArrowheads="1"/>
          </p:cNvSpPr>
          <p:nvPr/>
        </p:nvSpPr>
        <p:spPr bwMode="auto">
          <a:xfrm>
            <a:off x="4191000" y="914401"/>
            <a:ext cx="3810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pPr algn="ctr">
              <a:spcBef>
                <a:spcPct val="50000"/>
              </a:spcBef>
            </a:pPr>
            <a:r>
              <a:rPr lang="en-US" altLang="en-CN" sz="2800">
                <a:latin typeface="Symbol" pitchFamily="2" charset="2"/>
              </a:rPr>
              <a:t>Y </a:t>
            </a:r>
            <a:r>
              <a:rPr lang="en-US" altLang="en-CN" sz="2800"/>
              <a:t>= fn(n, </a:t>
            </a:r>
            <a:r>
              <a:rPr lang="en-US" altLang="en-CN" sz="2800" i="1"/>
              <a:t>l</a:t>
            </a:r>
            <a:r>
              <a:rPr lang="en-US" altLang="en-CN" sz="2800"/>
              <a:t>, m</a:t>
            </a:r>
            <a:r>
              <a:rPr lang="en-US" altLang="en-CN" sz="2800" i="1" baseline="-25000"/>
              <a:t>l</a:t>
            </a:r>
            <a:r>
              <a:rPr lang="en-US" altLang="en-CN" sz="2800"/>
              <a:t>, m</a:t>
            </a:r>
            <a:r>
              <a:rPr lang="en-US" altLang="en-CN" sz="2800" baseline="-25000"/>
              <a:t>s</a:t>
            </a:r>
            <a:r>
              <a:rPr lang="en-US" altLang="en-CN" sz="2800"/>
              <a:t>)</a:t>
            </a:r>
          </a:p>
        </p:txBody>
      </p:sp>
      <p:sp>
        <p:nvSpPr>
          <p:cNvPr id="57352" name="Text Box 57351">
            <a:extLst>
              <a:ext uri="{FF2B5EF4-FFF2-40B4-BE49-F238E27FC236}">
                <a16:creationId xmlns:a16="http://schemas.microsoft.com/office/drawing/2014/main" id="{B84C483A-7801-187D-6EF1-6D545F244448}"/>
              </a:ext>
            </a:extLst>
          </p:cNvPr>
          <p:cNvSpPr txBox="1">
            <a:spLocks noChangeArrowheads="1"/>
          </p:cNvSpPr>
          <p:nvPr/>
        </p:nvSpPr>
        <p:spPr bwMode="auto">
          <a:xfrm>
            <a:off x="1606550" y="1676401"/>
            <a:ext cx="6756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r>
              <a:rPr lang="en-US" altLang="en-CN" sz="2800"/>
              <a:t>Shell – electrons with the same value of </a:t>
            </a:r>
            <a:r>
              <a:rPr lang="en-US" altLang="en-CN" sz="2800" i="1"/>
              <a:t>n</a:t>
            </a:r>
            <a:endParaRPr lang="en-US" altLang="en-CN" sz="2800"/>
          </a:p>
        </p:txBody>
      </p:sp>
      <p:sp>
        <p:nvSpPr>
          <p:cNvPr id="57353" name="Text Box 57352">
            <a:extLst>
              <a:ext uri="{FF2B5EF4-FFF2-40B4-BE49-F238E27FC236}">
                <a16:creationId xmlns:a16="http://schemas.microsoft.com/office/drawing/2014/main" id="{320C0A36-D3EB-0A1B-17CB-800A587C8C17}"/>
              </a:ext>
            </a:extLst>
          </p:cNvPr>
          <p:cNvSpPr txBox="1">
            <a:spLocks noChangeArrowheads="1"/>
          </p:cNvSpPr>
          <p:nvPr/>
        </p:nvSpPr>
        <p:spPr bwMode="auto">
          <a:xfrm>
            <a:off x="1606551" y="2576513"/>
            <a:ext cx="841851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r>
              <a:rPr lang="en-US" altLang="en-CN" sz="2800"/>
              <a:t>Subshell – electrons with the same values of </a:t>
            </a:r>
            <a:r>
              <a:rPr lang="en-US" altLang="en-CN" sz="2800" i="1"/>
              <a:t>n</a:t>
            </a:r>
            <a:r>
              <a:rPr lang="en-US" altLang="en-CN" sz="2800"/>
              <a:t> </a:t>
            </a:r>
            <a:r>
              <a:rPr lang="en-US" altLang="en-CN" sz="2800" b="1">
                <a:solidFill>
                  <a:srgbClr val="FF0000"/>
                </a:solidFill>
              </a:rPr>
              <a:t>and</a:t>
            </a:r>
            <a:r>
              <a:rPr lang="en-US" altLang="en-CN" sz="2800"/>
              <a:t> </a:t>
            </a:r>
            <a:r>
              <a:rPr lang="en-US" altLang="en-CN" sz="2800" i="1"/>
              <a:t>l</a:t>
            </a:r>
            <a:endParaRPr lang="en-US" altLang="en-CN" sz="2800"/>
          </a:p>
        </p:txBody>
      </p:sp>
      <p:sp>
        <p:nvSpPr>
          <p:cNvPr id="57354" name="Text Box 57353">
            <a:extLst>
              <a:ext uri="{FF2B5EF4-FFF2-40B4-BE49-F238E27FC236}">
                <a16:creationId xmlns:a16="http://schemas.microsoft.com/office/drawing/2014/main" id="{4BACAC9A-5EF3-0F7A-49D1-8E04FD1D6D98}"/>
              </a:ext>
            </a:extLst>
          </p:cNvPr>
          <p:cNvSpPr txBox="1">
            <a:spLocks noChangeArrowheads="1"/>
          </p:cNvSpPr>
          <p:nvPr/>
        </p:nvSpPr>
        <p:spPr bwMode="auto">
          <a:xfrm>
            <a:off x="1606551" y="3481388"/>
            <a:ext cx="87471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r>
              <a:rPr lang="en-US" altLang="en-CN" sz="2800"/>
              <a:t>Orbital – electrons with the same values of </a:t>
            </a:r>
            <a:r>
              <a:rPr lang="en-US" altLang="en-CN" sz="2800" i="1"/>
              <a:t>n, l</a:t>
            </a:r>
            <a:r>
              <a:rPr lang="en-US" altLang="en-CN" sz="2800"/>
              <a:t>, </a:t>
            </a:r>
            <a:r>
              <a:rPr lang="en-US" altLang="en-CN" sz="2800" b="1">
                <a:solidFill>
                  <a:srgbClr val="FF0000"/>
                </a:solidFill>
              </a:rPr>
              <a:t>and</a:t>
            </a:r>
            <a:r>
              <a:rPr lang="en-US" altLang="en-CN" sz="2800"/>
              <a:t> </a:t>
            </a:r>
            <a:r>
              <a:rPr lang="en-US" altLang="en-CN" sz="2800" i="1"/>
              <a:t>m</a:t>
            </a:r>
            <a:r>
              <a:rPr lang="en-US" altLang="en-CN" sz="2800" i="1" baseline="-25000"/>
              <a:t>l</a:t>
            </a:r>
            <a:endParaRPr lang="en-US" altLang="en-CN" sz="2800"/>
          </a:p>
        </p:txBody>
      </p:sp>
      <p:grpSp>
        <p:nvGrpSpPr>
          <p:cNvPr id="57357" name="Group 57356">
            <a:extLst>
              <a:ext uri="{FF2B5EF4-FFF2-40B4-BE49-F238E27FC236}">
                <a16:creationId xmlns:a16="http://schemas.microsoft.com/office/drawing/2014/main" id="{0F083C79-2D9A-87C5-5553-80A8DA4D88F3}"/>
              </a:ext>
            </a:extLst>
          </p:cNvPr>
          <p:cNvGrpSpPr>
            <a:grpSpLocks/>
          </p:cNvGrpSpPr>
          <p:nvPr/>
        </p:nvGrpSpPr>
        <p:grpSpPr bwMode="auto">
          <a:xfrm>
            <a:off x="2057401" y="4267200"/>
            <a:ext cx="6886575" cy="2438400"/>
            <a:chOff x="336" y="2688"/>
            <a:chExt cx="4338" cy="1536"/>
          </a:xfrm>
        </p:grpSpPr>
        <p:pic>
          <p:nvPicPr>
            <p:cNvPr id="32775" name="Picture 57354" descr="j0078711">
              <a:extLst>
                <a:ext uri="{FF2B5EF4-FFF2-40B4-BE49-F238E27FC236}">
                  <a16:creationId xmlns:a16="http://schemas.microsoft.com/office/drawing/2014/main" id="{97E4875B-AABE-94AA-4EDA-2855D82EA2F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6" y="2688"/>
              <a:ext cx="634" cy="15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76" name="Text Box 57355">
              <a:extLst>
                <a:ext uri="{FF2B5EF4-FFF2-40B4-BE49-F238E27FC236}">
                  <a16:creationId xmlns:a16="http://schemas.microsoft.com/office/drawing/2014/main" id="{FC3F34AA-EB28-42EB-67BF-CF3E36B0103E}"/>
                </a:ext>
              </a:extLst>
            </p:cNvPr>
            <p:cNvSpPr txBox="1">
              <a:spLocks noChangeArrowheads="1"/>
            </p:cNvSpPr>
            <p:nvPr/>
          </p:nvSpPr>
          <p:spPr bwMode="auto">
            <a:xfrm>
              <a:off x="1086" y="2832"/>
              <a:ext cx="35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r>
                <a:rPr lang="en-US" altLang="en-CN">
                  <a:solidFill>
                    <a:schemeClr val="accent2"/>
                  </a:solidFill>
                </a:rPr>
                <a:t>How many electrons can an orbital hold?</a:t>
              </a:r>
            </a:p>
          </p:txBody>
        </p:sp>
      </p:grpSp>
      <p:sp>
        <p:nvSpPr>
          <p:cNvPr id="57358" name="Text Box 57357">
            <a:extLst>
              <a:ext uri="{FF2B5EF4-FFF2-40B4-BE49-F238E27FC236}">
                <a16:creationId xmlns:a16="http://schemas.microsoft.com/office/drawing/2014/main" id="{7235A791-B342-F19D-65FE-C843C9D518E6}"/>
              </a:ext>
            </a:extLst>
          </p:cNvPr>
          <p:cNvSpPr txBox="1">
            <a:spLocks noChangeArrowheads="1"/>
          </p:cNvSpPr>
          <p:nvPr/>
        </p:nvSpPr>
        <p:spPr bwMode="auto">
          <a:xfrm>
            <a:off x="3457576" y="5105400"/>
            <a:ext cx="5838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r>
              <a:rPr lang="en-US" altLang="en-CN"/>
              <a:t>If </a:t>
            </a:r>
            <a:r>
              <a:rPr lang="en-US" altLang="en-CN" i="1"/>
              <a:t>n, l, </a:t>
            </a:r>
            <a:r>
              <a:rPr lang="en-US" altLang="en-CN"/>
              <a:t>and </a:t>
            </a:r>
            <a:r>
              <a:rPr lang="en-US" altLang="en-CN" i="1"/>
              <a:t>m</a:t>
            </a:r>
            <a:r>
              <a:rPr lang="en-US" altLang="en-CN" i="1" baseline="-25000"/>
              <a:t>l</a:t>
            </a:r>
            <a:r>
              <a:rPr lang="en-US" altLang="en-CN" i="1"/>
              <a:t> </a:t>
            </a:r>
            <a:r>
              <a:rPr lang="en-US" altLang="en-CN"/>
              <a:t>are fixed, then </a:t>
            </a:r>
            <a:r>
              <a:rPr lang="en-US" altLang="en-CN" i="1"/>
              <a:t>m</a:t>
            </a:r>
            <a:r>
              <a:rPr lang="en-US" altLang="en-CN" i="1" baseline="-25000"/>
              <a:t>s</a:t>
            </a:r>
            <a:r>
              <a:rPr lang="en-US" altLang="en-CN"/>
              <a:t> = ½ or - ½</a:t>
            </a:r>
            <a:endParaRPr lang="en-US" altLang="en-CN">
              <a:cs typeface="Arial" panose="020B0604020202020204" pitchFamily="34" charset="0"/>
            </a:endParaRPr>
          </a:p>
        </p:txBody>
      </p:sp>
      <p:sp>
        <p:nvSpPr>
          <p:cNvPr id="57359" name="Rectangle 57358">
            <a:extLst>
              <a:ext uri="{FF2B5EF4-FFF2-40B4-BE49-F238E27FC236}">
                <a16:creationId xmlns:a16="http://schemas.microsoft.com/office/drawing/2014/main" id="{A53345FF-38C2-D0CE-37DD-316AC0FAFE7A}"/>
              </a:ext>
            </a:extLst>
          </p:cNvPr>
          <p:cNvSpPr>
            <a:spLocks noChangeArrowheads="1"/>
          </p:cNvSpPr>
          <p:nvPr/>
        </p:nvSpPr>
        <p:spPr bwMode="auto">
          <a:xfrm>
            <a:off x="3581400" y="5683251"/>
            <a:ext cx="25733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r>
              <a:rPr lang="en-US" altLang="en-CN" sz="2800">
                <a:latin typeface="Symbol" pitchFamily="2" charset="2"/>
              </a:rPr>
              <a:t>Y </a:t>
            </a:r>
            <a:r>
              <a:rPr lang="en-US" altLang="en-CN" sz="2800"/>
              <a:t>= (n, </a:t>
            </a:r>
            <a:r>
              <a:rPr lang="en-US" altLang="en-CN" sz="2800" i="1"/>
              <a:t>l</a:t>
            </a:r>
            <a:r>
              <a:rPr lang="en-US" altLang="en-CN" sz="2800"/>
              <a:t>, m</a:t>
            </a:r>
            <a:r>
              <a:rPr lang="en-US" altLang="en-CN" sz="2800" i="1" baseline="-25000"/>
              <a:t>l</a:t>
            </a:r>
            <a:r>
              <a:rPr lang="en-US" altLang="en-CN" sz="2800"/>
              <a:t>, </a:t>
            </a:r>
            <a:r>
              <a:rPr lang="en-US" altLang="en-CN"/>
              <a:t>½</a:t>
            </a:r>
            <a:r>
              <a:rPr lang="en-US" altLang="en-CN" sz="2800"/>
              <a:t>)</a:t>
            </a:r>
          </a:p>
        </p:txBody>
      </p:sp>
      <p:sp>
        <p:nvSpPr>
          <p:cNvPr id="57360" name="Rectangle 57359">
            <a:extLst>
              <a:ext uri="{FF2B5EF4-FFF2-40B4-BE49-F238E27FC236}">
                <a16:creationId xmlns:a16="http://schemas.microsoft.com/office/drawing/2014/main" id="{3B7C28FA-8290-D402-BEEB-DA862B098960}"/>
              </a:ext>
            </a:extLst>
          </p:cNvPr>
          <p:cNvSpPr>
            <a:spLocks noChangeArrowheads="1"/>
          </p:cNvSpPr>
          <p:nvPr/>
        </p:nvSpPr>
        <p:spPr bwMode="auto">
          <a:xfrm>
            <a:off x="6045200" y="5684838"/>
            <a:ext cx="30988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r>
              <a:rPr lang="en-US" altLang="en-CN" sz="2800">
                <a:solidFill>
                  <a:srgbClr val="FF0000"/>
                </a:solidFill>
              </a:rPr>
              <a:t>or</a:t>
            </a:r>
            <a:r>
              <a:rPr lang="en-US" altLang="en-CN" sz="2800">
                <a:latin typeface="Symbol" pitchFamily="2" charset="2"/>
              </a:rPr>
              <a:t> Y </a:t>
            </a:r>
            <a:r>
              <a:rPr lang="en-US" altLang="en-CN" sz="2800"/>
              <a:t>= (n, </a:t>
            </a:r>
            <a:r>
              <a:rPr lang="en-US" altLang="en-CN" sz="2800" i="1"/>
              <a:t>l</a:t>
            </a:r>
            <a:r>
              <a:rPr lang="en-US" altLang="en-CN" sz="2800"/>
              <a:t>, m</a:t>
            </a:r>
            <a:r>
              <a:rPr lang="en-US" altLang="en-CN" sz="2800" i="1" baseline="-25000"/>
              <a:t>l</a:t>
            </a:r>
            <a:r>
              <a:rPr lang="en-US" altLang="en-CN" sz="2800"/>
              <a:t>, -</a:t>
            </a:r>
            <a:r>
              <a:rPr lang="en-US" altLang="en-CN"/>
              <a:t>½</a:t>
            </a:r>
            <a:r>
              <a:rPr lang="en-US" altLang="en-CN" sz="2800"/>
              <a:t>)</a:t>
            </a:r>
          </a:p>
        </p:txBody>
      </p:sp>
      <p:sp>
        <p:nvSpPr>
          <p:cNvPr id="57361" name="Text Box 57360">
            <a:extLst>
              <a:ext uri="{FF2B5EF4-FFF2-40B4-BE49-F238E27FC236}">
                <a16:creationId xmlns:a16="http://schemas.microsoft.com/office/drawing/2014/main" id="{E4824D5D-2706-9B5B-0800-6CEEF1C1C57F}"/>
              </a:ext>
            </a:extLst>
          </p:cNvPr>
          <p:cNvSpPr txBox="1">
            <a:spLocks noChangeArrowheads="1"/>
          </p:cNvSpPr>
          <p:nvPr/>
        </p:nvSpPr>
        <p:spPr bwMode="auto">
          <a:xfrm>
            <a:off x="3457575" y="6324600"/>
            <a:ext cx="42878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r>
              <a:rPr lang="en-US" altLang="en-CN"/>
              <a:t>An orbital can hold 2 electrons</a:t>
            </a:r>
          </a:p>
        </p:txBody>
      </p:sp>
      <p:sp>
        <p:nvSpPr>
          <p:cNvPr id="32781" name="Text Box 57361">
            <a:extLst>
              <a:ext uri="{FF2B5EF4-FFF2-40B4-BE49-F238E27FC236}">
                <a16:creationId xmlns:a16="http://schemas.microsoft.com/office/drawing/2014/main" id="{90ED02B7-BDB2-41AB-D7DD-BAF2989D92F7}"/>
              </a:ext>
            </a:extLst>
          </p:cNvPr>
          <p:cNvSpPr txBox="1">
            <a:spLocks noChangeArrowheads="1"/>
          </p:cNvSpPr>
          <p:nvPr/>
        </p:nvSpPr>
        <p:spPr bwMode="auto">
          <a:xfrm>
            <a:off x="10055226" y="6384926"/>
            <a:ext cx="5365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pPr eaLnBrk="1" hangingPunct="1"/>
            <a:r>
              <a:rPr lang="en-US" altLang="en-CN" sz="2000"/>
              <a:t>7.6</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7352"/>
                                        </p:tgtEl>
                                        <p:attrNameLst>
                                          <p:attrName>style.visibility</p:attrName>
                                        </p:attrNameLst>
                                      </p:cBhvr>
                                      <p:to>
                                        <p:strVal val="visible"/>
                                      </p:to>
                                    </p:set>
                                    <p:anim calcmode="lin" valueType="num">
                                      <p:cBhvr additive="base">
                                        <p:cTn id="7" dur="500" fill="hold"/>
                                        <p:tgtEl>
                                          <p:spTgt spid="57352"/>
                                        </p:tgtEl>
                                        <p:attrNameLst>
                                          <p:attrName>ppt_x</p:attrName>
                                        </p:attrNameLst>
                                      </p:cBhvr>
                                      <p:tavLst>
                                        <p:tav tm="0">
                                          <p:val>
                                            <p:strVal val="0-#ppt_w/2"/>
                                          </p:val>
                                        </p:tav>
                                        <p:tav tm="100000">
                                          <p:val>
                                            <p:strVal val="#ppt_x"/>
                                          </p:val>
                                        </p:tav>
                                      </p:tavLst>
                                    </p:anim>
                                    <p:anim calcmode="lin" valueType="num">
                                      <p:cBhvr additive="base">
                                        <p:cTn id="8" dur="500" fill="hold"/>
                                        <p:tgtEl>
                                          <p:spTgt spid="5735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57353"/>
                                        </p:tgtEl>
                                        <p:attrNameLst>
                                          <p:attrName>style.visibility</p:attrName>
                                        </p:attrNameLst>
                                      </p:cBhvr>
                                      <p:to>
                                        <p:strVal val="visible"/>
                                      </p:to>
                                    </p:set>
                                    <p:anim calcmode="lin" valueType="num">
                                      <p:cBhvr additive="base">
                                        <p:cTn id="13" dur="500" fill="hold"/>
                                        <p:tgtEl>
                                          <p:spTgt spid="57353"/>
                                        </p:tgtEl>
                                        <p:attrNameLst>
                                          <p:attrName>ppt_x</p:attrName>
                                        </p:attrNameLst>
                                      </p:cBhvr>
                                      <p:tavLst>
                                        <p:tav tm="0">
                                          <p:val>
                                            <p:strVal val="0-#ppt_w/2"/>
                                          </p:val>
                                        </p:tav>
                                        <p:tav tm="100000">
                                          <p:val>
                                            <p:strVal val="#ppt_x"/>
                                          </p:val>
                                        </p:tav>
                                      </p:tavLst>
                                    </p:anim>
                                    <p:anim calcmode="lin" valueType="num">
                                      <p:cBhvr additive="base">
                                        <p:cTn id="14" dur="500" fill="hold"/>
                                        <p:tgtEl>
                                          <p:spTgt spid="57353"/>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57354"/>
                                        </p:tgtEl>
                                        <p:attrNameLst>
                                          <p:attrName>style.visibility</p:attrName>
                                        </p:attrNameLst>
                                      </p:cBhvr>
                                      <p:to>
                                        <p:strVal val="visible"/>
                                      </p:to>
                                    </p:set>
                                    <p:anim calcmode="lin" valueType="num">
                                      <p:cBhvr additive="base">
                                        <p:cTn id="19" dur="500" fill="hold"/>
                                        <p:tgtEl>
                                          <p:spTgt spid="57354"/>
                                        </p:tgtEl>
                                        <p:attrNameLst>
                                          <p:attrName>ppt_x</p:attrName>
                                        </p:attrNameLst>
                                      </p:cBhvr>
                                      <p:tavLst>
                                        <p:tav tm="0">
                                          <p:val>
                                            <p:strVal val="0-#ppt_w/2"/>
                                          </p:val>
                                        </p:tav>
                                        <p:tav tm="100000">
                                          <p:val>
                                            <p:strVal val="#ppt_x"/>
                                          </p:val>
                                        </p:tav>
                                      </p:tavLst>
                                    </p:anim>
                                    <p:anim calcmode="lin" valueType="num">
                                      <p:cBhvr additive="base">
                                        <p:cTn id="20" dur="500" fill="hold"/>
                                        <p:tgtEl>
                                          <p:spTgt spid="57354"/>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57357"/>
                                        </p:tgtEl>
                                        <p:attrNameLst>
                                          <p:attrName>style.visibility</p:attrName>
                                        </p:attrNameLst>
                                      </p:cBhvr>
                                      <p:to>
                                        <p:strVal val="visible"/>
                                      </p:to>
                                    </p:set>
                                    <p:anim calcmode="lin" valueType="num">
                                      <p:cBhvr additive="base">
                                        <p:cTn id="25" dur="500" fill="hold"/>
                                        <p:tgtEl>
                                          <p:spTgt spid="57357"/>
                                        </p:tgtEl>
                                        <p:attrNameLst>
                                          <p:attrName>ppt_x</p:attrName>
                                        </p:attrNameLst>
                                      </p:cBhvr>
                                      <p:tavLst>
                                        <p:tav tm="0">
                                          <p:val>
                                            <p:strVal val="0-#ppt_w/2"/>
                                          </p:val>
                                        </p:tav>
                                        <p:tav tm="100000">
                                          <p:val>
                                            <p:strVal val="#ppt_x"/>
                                          </p:val>
                                        </p:tav>
                                      </p:tavLst>
                                    </p:anim>
                                    <p:anim calcmode="lin" valueType="num">
                                      <p:cBhvr additive="base">
                                        <p:cTn id="26" dur="500" fill="hold"/>
                                        <p:tgtEl>
                                          <p:spTgt spid="57357"/>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57358"/>
                                        </p:tgtEl>
                                        <p:attrNameLst>
                                          <p:attrName>style.visibility</p:attrName>
                                        </p:attrNameLst>
                                      </p:cBhvr>
                                      <p:to>
                                        <p:strVal val="visible"/>
                                      </p:to>
                                    </p:set>
                                    <p:anim calcmode="lin" valueType="num">
                                      <p:cBhvr additive="base">
                                        <p:cTn id="31" dur="500" fill="hold"/>
                                        <p:tgtEl>
                                          <p:spTgt spid="57358"/>
                                        </p:tgtEl>
                                        <p:attrNameLst>
                                          <p:attrName>ppt_x</p:attrName>
                                        </p:attrNameLst>
                                      </p:cBhvr>
                                      <p:tavLst>
                                        <p:tav tm="0">
                                          <p:val>
                                            <p:strVal val="0-#ppt_w/2"/>
                                          </p:val>
                                        </p:tav>
                                        <p:tav tm="100000">
                                          <p:val>
                                            <p:strVal val="#ppt_x"/>
                                          </p:val>
                                        </p:tav>
                                      </p:tavLst>
                                    </p:anim>
                                    <p:anim calcmode="lin" valueType="num">
                                      <p:cBhvr additive="base">
                                        <p:cTn id="32" dur="500" fill="hold"/>
                                        <p:tgtEl>
                                          <p:spTgt spid="57358"/>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57359"/>
                                        </p:tgtEl>
                                        <p:attrNameLst>
                                          <p:attrName>style.visibility</p:attrName>
                                        </p:attrNameLst>
                                      </p:cBhvr>
                                      <p:to>
                                        <p:strVal val="visible"/>
                                      </p:to>
                                    </p:set>
                                    <p:anim calcmode="lin" valueType="num">
                                      <p:cBhvr additive="base">
                                        <p:cTn id="37" dur="500" fill="hold"/>
                                        <p:tgtEl>
                                          <p:spTgt spid="57359"/>
                                        </p:tgtEl>
                                        <p:attrNameLst>
                                          <p:attrName>ppt_x</p:attrName>
                                        </p:attrNameLst>
                                      </p:cBhvr>
                                      <p:tavLst>
                                        <p:tav tm="0">
                                          <p:val>
                                            <p:strVal val="0-#ppt_w/2"/>
                                          </p:val>
                                        </p:tav>
                                        <p:tav tm="100000">
                                          <p:val>
                                            <p:strVal val="#ppt_x"/>
                                          </p:val>
                                        </p:tav>
                                      </p:tavLst>
                                    </p:anim>
                                    <p:anim calcmode="lin" valueType="num">
                                      <p:cBhvr additive="base">
                                        <p:cTn id="38" dur="500" fill="hold"/>
                                        <p:tgtEl>
                                          <p:spTgt spid="57359"/>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57360"/>
                                        </p:tgtEl>
                                        <p:attrNameLst>
                                          <p:attrName>style.visibility</p:attrName>
                                        </p:attrNameLst>
                                      </p:cBhvr>
                                      <p:to>
                                        <p:strVal val="visible"/>
                                      </p:to>
                                    </p:set>
                                    <p:anim calcmode="lin" valueType="num">
                                      <p:cBhvr additive="base">
                                        <p:cTn id="43" dur="500" fill="hold"/>
                                        <p:tgtEl>
                                          <p:spTgt spid="57360"/>
                                        </p:tgtEl>
                                        <p:attrNameLst>
                                          <p:attrName>ppt_x</p:attrName>
                                        </p:attrNameLst>
                                      </p:cBhvr>
                                      <p:tavLst>
                                        <p:tav tm="0">
                                          <p:val>
                                            <p:strVal val="1+#ppt_w/2"/>
                                          </p:val>
                                        </p:tav>
                                        <p:tav tm="100000">
                                          <p:val>
                                            <p:strVal val="#ppt_x"/>
                                          </p:val>
                                        </p:tav>
                                      </p:tavLst>
                                    </p:anim>
                                    <p:anim calcmode="lin" valueType="num">
                                      <p:cBhvr additive="base">
                                        <p:cTn id="44" dur="500" fill="hold"/>
                                        <p:tgtEl>
                                          <p:spTgt spid="57360"/>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57361"/>
                                        </p:tgtEl>
                                        <p:attrNameLst>
                                          <p:attrName>style.visibility</p:attrName>
                                        </p:attrNameLst>
                                      </p:cBhvr>
                                      <p:to>
                                        <p:strVal val="visible"/>
                                      </p:to>
                                    </p:set>
                                    <p:anim calcmode="lin" valueType="num">
                                      <p:cBhvr additive="base">
                                        <p:cTn id="49" dur="500" fill="hold"/>
                                        <p:tgtEl>
                                          <p:spTgt spid="57361"/>
                                        </p:tgtEl>
                                        <p:attrNameLst>
                                          <p:attrName>ppt_x</p:attrName>
                                        </p:attrNameLst>
                                      </p:cBhvr>
                                      <p:tavLst>
                                        <p:tav tm="0">
                                          <p:val>
                                            <p:strVal val="0-#ppt_w/2"/>
                                          </p:val>
                                        </p:tav>
                                        <p:tav tm="100000">
                                          <p:val>
                                            <p:strVal val="#ppt_x"/>
                                          </p:val>
                                        </p:tav>
                                      </p:tavLst>
                                    </p:anim>
                                    <p:anim calcmode="lin" valueType="num">
                                      <p:cBhvr additive="base">
                                        <p:cTn id="50" dur="500" fill="hold"/>
                                        <p:tgtEl>
                                          <p:spTgt spid="5736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52" grpId="0"/>
      <p:bldP spid="57353" grpId="0"/>
      <p:bldP spid="57354" grpId="0"/>
      <p:bldP spid="57358" grpId="0"/>
      <p:bldP spid="57359" grpId="0"/>
      <p:bldP spid="57360" grpId="0"/>
      <p:bldP spid="57361"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793" name="Group 24578">
            <a:extLst>
              <a:ext uri="{FF2B5EF4-FFF2-40B4-BE49-F238E27FC236}">
                <a16:creationId xmlns:a16="http://schemas.microsoft.com/office/drawing/2014/main" id="{7F11D0E5-ED56-8846-5211-D438EEA1452D}"/>
              </a:ext>
            </a:extLst>
          </p:cNvPr>
          <p:cNvGrpSpPr>
            <a:grpSpLocks/>
          </p:cNvGrpSpPr>
          <p:nvPr/>
        </p:nvGrpSpPr>
        <p:grpSpPr bwMode="auto">
          <a:xfrm>
            <a:off x="1676400" y="152400"/>
            <a:ext cx="7291388" cy="2438400"/>
            <a:chOff x="336" y="2688"/>
            <a:chExt cx="4593" cy="1536"/>
          </a:xfrm>
        </p:grpSpPr>
        <p:pic>
          <p:nvPicPr>
            <p:cNvPr id="33794" name="Picture 24579" descr="j0078711">
              <a:extLst>
                <a:ext uri="{FF2B5EF4-FFF2-40B4-BE49-F238E27FC236}">
                  <a16:creationId xmlns:a16="http://schemas.microsoft.com/office/drawing/2014/main" id="{7F2A9CE4-5D6E-CB5C-8B22-EC42A53303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6" y="2688"/>
              <a:ext cx="634" cy="15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5" name="Text Box 24580">
              <a:extLst>
                <a:ext uri="{FF2B5EF4-FFF2-40B4-BE49-F238E27FC236}">
                  <a16:creationId xmlns:a16="http://schemas.microsoft.com/office/drawing/2014/main" id="{AA271866-E2A9-8015-6C84-4B9B3F313306}"/>
                </a:ext>
              </a:extLst>
            </p:cNvPr>
            <p:cNvSpPr txBox="1">
              <a:spLocks noChangeArrowheads="1"/>
            </p:cNvSpPr>
            <p:nvPr/>
          </p:nvSpPr>
          <p:spPr bwMode="auto">
            <a:xfrm>
              <a:off x="1086" y="2832"/>
              <a:ext cx="384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r>
                <a:rPr lang="en-US" altLang="en-CN">
                  <a:solidFill>
                    <a:schemeClr val="accent2"/>
                  </a:solidFill>
                </a:rPr>
                <a:t>How many 2p orbitals are there in an atom?</a:t>
              </a:r>
            </a:p>
          </p:txBody>
        </p:sp>
      </p:grpSp>
      <p:sp>
        <p:nvSpPr>
          <p:cNvPr id="24583" name="Text Box 24582">
            <a:extLst>
              <a:ext uri="{FF2B5EF4-FFF2-40B4-BE49-F238E27FC236}">
                <a16:creationId xmlns:a16="http://schemas.microsoft.com/office/drawing/2014/main" id="{06471C8B-6845-E437-517B-1172578BBE9E}"/>
              </a:ext>
            </a:extLst>
          </p:cNvPr>
          <p:cNvSpPr txBox="1">
            <a:spLocks noChangeArrowheads="1"/>
          </p:cNvSpPr>
          <p:nvPr/>
        </p:nvSpPr>
        <p:spPr bwMode="auto">
          <a:xfrm>
            <a:off x="2930526" y="1716088"/>
            <a:ext cx="5238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r>
              <a:rPr lang="en-US" altLang="en-CN"/>
              <a:t>2p</a:t>
            </a:r>
          </a:p>
        </p:txBody>
      </p:sp>
      <p:grpSp>
        <p:nvGrpSpPr>
          <p:cNvPr id="24587" name="Group 24586">
            <a:extLst>
              <a:ext uri="{FF2B5EF4-FFF2-40B4-BE49-F238E27FC236}">
                <a16:creationId xmlns:a16="http://schemas.microsoft.com/office/drawing/2014/main" id="{75F92BAE-679A-BD4F-7B28-26E34474DB40}"/>
              </a:ext>
            </a:extLst>
          </p:cNvPr>
          <p:cNvGrpSpPr>
            <a:grpSpLocks/>
          </p:cNvGrpSpPr>
          <p:nvPr/>
        </p:nvGrpSpPr>
        <p:grpSpPr bwMode="auto">
          <a:xfrm>
            <a:off x="2743201" y="990600"/>
            <a:ext cx="701675" cy="762000"/>
            <a:chOff x="2544" y="576"/>
            <a:chExt cx="442" cy="480"/>
          </a:xfrm>
        </p:grpSpPr>
        <p:sp>
          <p:nvSpPr>
            <p:cNvPr id="33798" name="Text Box 24583">
              <a:extLst>
                <a:ext uri="{FF2B5EF4-FFF2-40B4-BE49-F238E27FC236}">
                  <a16:creationId xmlns:a16="http://schemas.microsoft.com/office/drawing/2014/main" id="{ACD392F8-E4F4-E94A-0E25-9C6BB2380EA5}"/>
                </a:ext>
              </a:extLst>
            </p:cNvPr>
            <p:cNvSpPr txBox="1">
              <a:spLocks noChangeArrowheads="1"/>
            </p:cNvSpPr>
            <p:nvPr/>
          </p:nvSpPr>
          <p:spPr bwMode="auto">
            <a:xfrm>
              <a:off x="2544" y="576"/>
              <a:ext cx="44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r>
                <a:rPr lang="en-US" altLang="en-CN">
                  <a:solidFill>
                    <a:srgbClr val="FF0000"/>
                  </a:solidFill>
                </a:rPr>
                <a:t>n=2</a:t>
              </a:r>
            </a:p>
          </p:txBody>
        </p:sp>
        <p:sp>
          <p:nvSpPr>
            <p:cNvPr id="33799" name="Straight Connector 24585">
              <a:extLst>
                <a:ext uri="{FF2B5EF4-FFF2-40B4-BE49-F238E27FC236}">
                  <a16:creationId xmlns:a16="http://schemas.microsoft.com/office/drawing/2014/main" id="{F593F34E-1C06-5067-D71C-63D44804F451}"/>
                </a:ext>
              </a:extLst>
            </p:cNvPr>
            <p:cNvSpPr>
              <a:spLocks noChangeShapeType="1"/>
            </p:cNvSpPr>
            <p:nvPr/>
          </p:nvSpPr>
          <p:spPr bwMode="auto">
            <a:xfrm>
              <a:off x="2765" y="864"/>
              <a:ext cx="0" cy="192"/>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CN"/>
            </a:p>
          </p:txBody>
        </p:sp>
      </p:grpSp>
      <p:grpSp>
        <p:nvGrpSpPr>
          <p:cNvPr id="24590" name="Group 24589">
            <a:extLst>
              <a:ext uri="{FF2B5EF4-FFF2-40B4-BE49-F238E27FC236}">
                <a16:creationId xmlns:a16="http://schemas.microsoft.com/office/drawing/2014/main" id="{6C75E921-DCF3-7DC5-DA9F-72956B86681E}"/>
              </a:ext>
            </a:extLst>
          </p:cNvPr>
          <p:cNvGrpSpPr>
            <a:grpSpLocks/>
          </p:cNvGrpSpPr>
          <p:nvPr/>
        </p:nvGrpSpPr>
        <p:grpSpPr bwMode="auto">
          <a:xfrm>
            <a:off x="2905125" y="2209800"/>
            <a:ext cx="768350" cy="685800"/>
            <a:chOff x="2614" y="1344"/>
            <a:chExt cx="484" cy="432"/>
          </a:xfrm>
        </p:grpSpPr>
        <p:sp>
          <p:nvSpPr>
            <p:cNvPr id="33801" name="Text Box 24584">
              <a:extLst>
                <a:ext uri="{FF2B5EF4-FFF2-40B4-BE49-F238E27FC236}">
                  <a16:creationId xmlns:a16="http://schemas.microsoft.com/office/drawing/2014/main" id="{4FBAE37C-DE6B-ED7B-4BCD-974ABA18F46F}"/>
                </a:ext>
              </a:extLst>
            </p:cNvPr>
            <p:cNvSpPr txBox="1">
              <a:spLocks noChangeArrowheads="1"/>
            </p:cNvSpPr>
            <p:nvPr/>
          </p:nvSpPr>
          <p:spPr bwMode="auto">
            <a:xfrm>
              <a:off x="2614" y="1488"/>
              <a:ext cx="4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r>
                <a:rPr lang="en-US" altLang="en-CN" i="1">
                  <a:solidFill>
                    <a:srgbClr val="FF0000"/>
                  </a:solidFill>
                </a:rPr>
                <a:t>l</a:t>
              </a:r>
              <a:r>
                <a:rPr lang="en-US" altLang="en-CN">
                  <a:solidFill>
                    <a:srgbClr val="FF0000"/>
                  </a:solidFill>
                </a:rPr>
                <a:t> = 1</a:t>
              </a:r>
            </a:p>
          </p:txBody>
        </p:sp>
        <p:sp>
          <p:nvSpPr>
            <p:cNvPr id="33802" name="Straight Connector 24588">
              <a:extLst>
                <a:ext uri="{FF2B5EF4-FFF2-40B4-BE49-F238E27FC236}">
                  <a16:creationId xmlns:a16="http://schemas.microsoft.com/office/drawing/2014/main" id="{7C593DA8-7F4B-8B5F-EB48-28CD469A5C3E}"/>
                </a:ext>
              </a:extLst>
            </p:cNvPr>
            <p:cNvSpPr>
              <a:spLocks noChangeShapeType="1"/>
            </p:cNvSpPr>
            <p:nvPr/>
          </p:nvSpPr>
          <p:spPr bwMode="auto">
            <a:xfrm flipV="1">
              <a:off x="2856" y="1344"/>
              <a:ext cx="0" cy="192"/>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CN"/>
            </a:p>
          </p:txBody>
        </p:sp>
      </p:grpSp>
      <p:sp>
        <p:nvSpPr>
          <p:cNvPr id="24591" name="Text Box 24590">
            <a:extLst>
              <a:ext uri="{FF2B5EF4-FFF2-40B4-BE49-F238E27FC236}">
                <a16:creationId xmlns:a16="http://schemas.microsoft.com/office/drawing/2014/main" id="{8DD85D66-4CC2-A2ED-72D4-E5E951023335}"/>
              </a:ext>
            </a:extLst>
          </p:cNvPr>
          <p:cNvSpPr txBox="1">
            <a:spLocks noChangeArrowheads="1"/>
          </p:cNvSpPr>
          <p:nvPr/>
        </p:nvSpPr>
        <p:spPr bwMode="auto">
          <a:xfrm>
            <a:off x="3962401" y="1371600"/>
            <a:ext cx="39925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r>
              <a:rPr lang="en-US" altLang="en-CN"/>
              <a:t>If </a:t>
            </a:r>
            <a:r>
              <a:rPr lang="en-US" altLang="en-CN" i="1"/>
              <a:t>l</a:t>
            </a:r>
            <a:r>
              <a:rPr lang="en-US" altLang="en-CN"/>
              <a:t> = 1, then m</a:t>
            </a:r>
            <a:r>
              <a:rPr lang="en-US" altLang="en-CN" i="1" baseline="-25000"/>
              <a:t>l</a:t>
            </a:r>
            <a:r>
              <a:rPr lang="en-US" altLang="en-CN"/>
              <a:t> = -1, 0, or +1</a:t>
            </a:r>
          </a:p>
        </p:txBody>
      </p:sp>
      <p:sp>
        <p:nvSpPr>
          <p:cNvPr id="24592" name="Text Box 24591">
            <a:extLst>
              <a:ext uri="{FF2B5EF4-FFF2-40B4-BE49-F238E27FC236}">
                <a16:creationId xmlns:a16="http://schemas.microsoft.com/office/drawing/2014/main" id="{95C23D9B-7F83-1479-D894-936195F8E093}"/>
              </a:ext>
            </a:extLst>
          </p:cNvPr>
          <p:cNvSpPr txBox="1">
            <a:spLocks noChangeArrowheads="1"/>
          </p:cNvSpPr>
          <p:nvPr/>
        </p:nvSpPr>
        <p:spPr bwMode="auto">
          <a:xfrm>
            <a:off x="3962400" y="1981200"/>
            <a:ext cx="1422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r>
              <a:rPr lang="en-US" altLang="en-CN"/>
              <a:t>3 orbitals</a:t>
            </a:r>
          </a:p>
        </p:txBody>
      </p:sp>
      <p:pic>
        <p:nvPicPr>
          <p:cNvPr id="24593" name="Picture 24592" descr="cha56011_0720">
            <a:extLst>
              <a:ext uri="{FF2B5EF4-FFF2-40B4-BE49-F238E27FC236}">
                <a16:creationId xmlns:a16="http://schemas.microsoft.com/office/drawing/2014/main" id="{810AC106-05A1-DE5C-DEE4-3BA792CB4D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38800" y="1752601"/>
            <a:ext cx="5029200" cy="186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4595" name="Group 24594">
            <a:extLst>
              <a:ext uri="{FF2B5EF4-FFF2-40B4-BE49-F238E27FC236}">
                <a16:creationId xmlns:a16="http://schemas.microsoft.com/office/drawing/2014/main" id="{2E8068FB-2637-3AF4-62CD-2531BE5408D1}"/>
              </a:ext>
            </a:extLst>
          </p:cNvPr>
          <p:cNvGrpSpPr>
            <a:grpSpLocks/>
          </p:cNvGrpSpPr>
          <p:nvPr/>
        </p:nvGrpSpPr>
        <p:grpSpPr bwMode="auto">
          <a:xfrm>
            <a:off x="1981200" y="3886201"/>
            <a:ext cx="7848600" cy="1636713"/>
            <a:chOff x="240" y="144"/>
            <a:chExt cx="4944" cy="1031"/>
          </a:xfrm>
        </p:grpSpPr>
        <p:sp>
          <p:nvSpPr>
            <p:cNvPr id="33807" name="Text Box 24595">
              <a:extLst>
                <a:ext uri="{FF2B5EF4-FFF2-40B4-BE49-F238E27FC236}">
                  <a16:creationId xmlns:a16="http://schemas.microsoft.com/office/drawing/2014/main" id="{2808421F-A0D2-701C-EB7D-B2B1EA8C2A18}"/>
                </a:ext>
              </a:extLst>
            </p:cNvPr>
            <p:cNvSpPr txBox="1">
              <a:spLocks noChangeArrowheads="1"/>
            </p:cNvSpPr>
            <p:nvPr/>
          </p:nvSpPr>
          <p:spPr bwMode="auto">
            <a:xfrm>
              <a:off x="912" y="144"/>
              <a:ext cx="4272"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pPr>
                <a:spcBef>
                  <a:spcPct val="50000"/>
                </a:spcBef>
              </a:pPr>
              <a:r>
                <a:rPr lang="en-US" altLang="en-CN">
                  <a:solidFill>
                    <a:schemeClr val="accent2"/>
                  </a:solidFill>
                </a:rPr>
                <a:t>How many electrons can be placed in the 3d subshell?</a:t>
              </a:r>
            </a:p>
          </p:txBody>
        </p:sp>
        <p:graphicFrame>
          <p:nvGraphicFramePr>
            <p:cNvPr id="33808" name="Object 24596">
              <a:extLst>
                <a:ext uri="{FF2B5EF4-FFF2-40B4-BE49-F238E27FC236}">
                  <a16:creationId xmlns:a16="http://schemas.microsoft.com/office/drawing/2014/main" id="{FD802794-4274-295E-7D2C-221D7F05A963}"/>
                </a:ext>
              </a:extLst>
            </p:cNvPr>
            <p:cNvGraphicFramePr>
              <a:graphicFrameLocks/>
            </p:cNvGraphicFramePr>
            <p:nvPr/>
          </p:nvGraphicFramePr>
          <p:xfrm>
            <a:off x="240" y="144"/>
            <a:ext cx="539" cy="1031"/>
          </p:xfrm>
          <a:graphic>
            <a:graphicData uri="http://schemas.openxmlformats.org/presentationml/2006/ole">
              <mc:AlternateContent xmlns:mc="http://schemas.openxmlformats.org/markup-compatibility/2006">
                <mc:Choice xmlns:v="urn:schemas-microsoft-com:vml" Requires="v">
                  <p:oleObj r:id="rId4" imgW="6705600" imgH="12649200" progId="MS_ClipArt_Gallery.2">
                    <p:embed/>
                  </p:oleObj>
                </mc:Choice>
                <mc:Fallback>
                  <p:oleObj r:id="rId4" imgW="6705600" imgH="12649200" progId="MS_ClipArt_Gallery.2">
                    <p:embed/>
                    <p:pic>
                      <p:nvPicPr>
                        <p:cNvPr id="33808" name="Object 24596">
                          <a:extLst>
                            <a:ext uri="{FF2B5EF4-FFF2-40B4-BE49-F238E27FC236}">
                              <a16:creationId xmlns:a16="http://schemas.microsoft.com/office/drawing/2014/main" id="{FD802794-4274-295E-7D2C-221D7F05A963}"/>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0" y="144"/>
                          <a:ext cx="539" cy="10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
        <p:nvSpPr>
          <p:cNvPr id="24598" name="Text Box 24597">
            <a:extLst>
              <a:ext uri="{FF2B5EF4-FFF2-40B4-BE49-F238E27FC236}">
                <a16:creationId xmlns:a16="http://schemas.microsoft.com/office/drawing/2014/main" id="{CAA37166-17AD-F964-2BD5-FC4E3182E067}"/>
              </a:ext>
            </a:extLst>
          </p:cNvPr>
          <p:cNvSpPr txBox="1">
            <a:spLocks noChangeArrowheads="1"/>
          </p:cNvSpPr>
          <p:nvPr/>
        </p:nvSpPr>
        <p:spPr bwMode="auto">
          <a:xfrm>
            <a:off x="3124201" y="5486400"/>
            <a:ext cx="5238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r>
              <a:rPr lang="en-US" altLang="en-CN"/>
              <a:t>3d</a:t>
            </a:r>
          </a:p>
        </p:txBody>
      </p:sp>
      <p:grpSp>
        <p:nvGrpSpPr>
          <p:cNvPr id="24599" name="Group 24598">
            <a:extLst>
              <a:ext uri="{FF2B5EF4-FFF2-40B4-BE49-F238E27FC236}">
                <a16:creationId xmlns:a16="http://schemas.microsoft.com/office/drawing/2014/main" id="{4DDC9C61-273C-58D9-8B68-EE6226460E87}"/>
              </a:ext>
            </a:extLst>
          </p:cNvPr>
          <p:cNvGrpSpPr>
            <a:grpSpLocks/>
          </p:cNvGrpSpPr>
          <p:nvPr/>
        </p:nvGrpSpPr>
        <p:grpSpPr bwMode="auto">
          <a:xfrm>
            <a:off x="2936876" y="4760913"/>
            <a:ext cx="701675" cy="762000"/>
            <a:chOff x="2544" y="576"/>
            <a:chExt cx="442" cy="480"/>
          </a:xfrm>
        </p:grpSpPr>
        <p:sp>
          <p:nvSpPr>
            <p:cNvPr id="33811" name="Text Box 24599">
              <a:extLst>
                <a:ext uri="{FF2B5EF4-FFF2-40B4-BE49-F238E27FC236}">
                  <a16:creationId xmlns:a16="http://schemas.microsoft.com/office/drawing/2014/main" id="{F9272A18-A3E4-6602-BE1F-6C8075F5B81B}"/>
                </a:ext>
              </a:extLst>
            </p:cNvPr>
            <p:cNvSpPr txBox="1">
              <a:spLocks noChangeArrowheads="1"/>
            </p:cNvSpPr>
            <p:nvPr/>
          </p:nvSpPr>
          <p:spPr bwMode="auto">
            <a:xfrm>
              <a:off x="2544" y="576"/>
              <a:ext cx="44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r>
                <a:rPr lang="en-US" altLang="en-CN">
                  <a:solidFill>
                    <a:srgbClr val="FF0000"/>
                  </a:solidFill>
                </a:rPr>
                <a:t>n=3</a:t>
              </a:r>
            </a:p>
          </p:txBody>
        </p:sp>
        <p:sp>
          <p:nvSpPr>
            <p:cNvPr id="33812" name="Straight Connector 24600">
              <a:extLst>
                <a:ext uri="{FF2B5EF4-FFF2-40B4-BE49-F238E27FC236}">
                  <a16:creationId xmlns:a16="http://schemas.microsoft.com/office/drawing/2014/main" id="{01B19CAB-8074-11D7-07A9-22F733311586}"/>
                </a:ext>
              </a:extLst>
            </p:cNvPr>
            <p:cNvSpPr>
              <a:spLocks noChangeShapeType="1"/>
            </p:cNvSpPr>
            <p:nvPr/>
          </p:nvSpPr>
          <p:spPr bwMode="auto">
            <a:xfrm>
              <a:off x="2765" y="864"/>
              <a:ext cx="0" cy="192"/>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CN"/>
            </a:p>
          </p:txBody>
        </p:sp>
      </p:grpSp>
      <p:grpSp>
        <p:nvGrpSpPr>
          <p:cNvPr id="24602" name="Group 24601">
            <a:extLst>
              <a:ext uri="{FF2B5EF4-FFF2-40B4-BE49-F238E27FC236}">
                <a16:creationId xmlns:a16="http://schemas.microsoft.com/office/drawing/2014/main" id="{8CDD1CBE-40BA-E3B5-1536-F47D4B8AD520}"/>
              </a:ext>
            </a:extLst>
          </p:cNvPr>
          <p:cNvGrpSpPr>
            <a:grpSpLocks/>
          </p:cNvGrpSpPr>
          <p:nvPr/>
        </p:nvGrpSpPr>
        <p:grpSpPr bwMode="auto">
          <a:xfrm>
            <a:off x="3098800" y="5980113"/>
            <a:ext cx="768350" cy="685800"/>
            <a:chOff x="2614" y="1344"/>
            <a:chExt cx="484" cy="432"/>
          </a:xfrm>
        </p:grpSpPr>
        <p:sp>
          <p:nvSpPr>
            <p:cNvPr id="33814" name="Text Box 24602">
              <a:extLst>
                <a:ext uri="{FF2B5EF4-FFF2-40B4-BE49-F238E27FC236}">
                  <a16:creationId xmlns:a16="http://schemas.microsoft.com/office/drawing/2014/main" id="{59E9885A-8650-A017-B584-9D4518799182}"/>
                </a:ext>
              </a:extLst>
            </p:cNvPr>
            <p:cNvSpPr txBox="1">
              <a:spLocks noChangeArrowheads="1"/>
            </p:cNvSpPr>
            <p:nvPr/>
          </p:nvSpPr>
          <p:spPr bwMode="auto">
            <a:xfrm>
              <a:off x="2614" y="1488"/>
              <a:ext cx="4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r>
                <a:rPr lang="en-US" altLang="en-CN" i="1">
                  <a:solidFill>
                    <a:srgbClr val="FF0000"/>
                  </a:solidFill>
                </a:rPr>
                <a:t>l</a:t>
              </a:r>
              <a:r>
                <a:rPr lang="en-US" altLang="en-CN">
                  <a:solidFill>
                    <a:srgbClr val="FF0000"/>
                  </a:solidFill>
                </a:rPr>
                <a:t> = 2</a:t>
              </a:r>
            </a:p>
          </p:txBody>
        </p:sp>
        <p:sp>
          <p:nvSpPr>
            <p:cNvPr id="33815" name="Straight Connector 24603">
              <a:extLst>
                <a:ext uri="{FF2B5EF4-FFF2-40B4-BE49-F238E27FC236}">
                  <a16:creationId xmlns:a16="http://schemas.microsoft.com/office/drawing/2014/main" id="{40904FBD-E710-DCE3-9F3A-B16C83CED466}"/>
                </a:ext>
              </a:extLst>
            </p:cNvPr>
            <p:cNvSpPr>
              <a:spLocks noChangeShapeType="1"/>
            </p:cNvSpPr>
            <p:nvPr/>
          </p:nvSpPr>
          <p:spPr bwMode="auto">
            <a:xfrm flipV="1">
              <a:off x="2856" y="1344"/>
              <a:ext cx="0" cy="192"/>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CN"/>
            </a:p>
          </p:txBody>
        </p:sp>
      </p:grpSp>
      <p:sp>
        <p:nvSpPr>
          <p:cNvPr id="24605" name="Text Box 24604">
            <a:extLst>
              <a:ext uri="{FF2B5EF4-FFF2-40B4-BE49-F238E27FC236}">
                <a16:creationId xmlns:a16="http://schemas.microsoft.com/office/drawing/2014/main" id="{DD296D35-FB37-C7E9-FC41-EFDF06295916}"/>
              </a:ext>
            </a:extLst>
          </p:cNvPr>
          <p:cNvSpPr txBox="1">
            <a:spLocks noChangeArrowheads="1"/>
          </p:cNvSpPr>
          <p:nvPr/>
        </p:nvSpPr>
        <p:spPr bwMode="auto">
          <a:xfrm>
            <a:off x="3962400" y="4876800"/>
            <a:ext cx="49482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r>
              <a:rPr lang="en-US" altLang="en-CN"/>
              <a:t>If </a:t>
            </a:r>
            <a:r>
              <a:rPr lang="en-US" altLang="en-CN" i="1"/>
              <a:t>l</a:t>
            </a:r>
            <a:r>
              <a:rPr lang="en-US" altLang="en-CN"/>
              <a:t> = 2, then m</a:t>
            </a:r>
            <a:r>
              <a:rPr lang="en-US" altLang="en-CN" i="1" baseline="-25000"/>
              <a:t>l</a:t>
            </a:r>
            <a:r>
              <a:rPr lang="en-US" altLang="en-CN"/>
              <a:t> = -2, -1, 0, +1, or +2</a:t>
            </a:r>
          </a:p>
        </p:txBody>
      </p:sp>
      <p:sp>
        <p:nvSpPr>
          <p:cNvPr id="24606" name="Text Box 24605">
            <a:extLst>
              <a:ext uri="{FF2B5EF4-FFF2-40B4-BE49-F238E27FC236}">
                <a16:creationId xmlns:a16="http://schemas.microsoft.com/office/drawing/2014/main" id="{EAD56C12-1FEF-77CF-3B65-1E98BC2B6A2A}"/>
              </a:ext>
            </a:extLst>
          </p:cNvPr>
          <p:cNvSpPr txBox="1">
            <a:spLocks noChangeArrowheads="1"/>
          </p:cNvSpPr>
          <p:nvPr/>
        </p:nvSpPr>
        <p:spPr bwMode="auto">
          <a:xfrm>
            <a:off x="3962400" y="5486400"/>
            <a:ext cx="55245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r>
              <a:rPr lang="en-US" altLang="en-CN"/>
              <a:t>5 orbitals which can hold a total of 10 e</a:t>
            </a:r>
            <a:r>
              <a:rPr lang="en-US" altLang="en-CN" baseline="30000"/>
              <a:t>-</a:t>
            </a:r>
          </a:p>
        </p:txBody>
      </p:sp>
      <p:sp>
        <p:nvSpPr>
          <p:cNvPr id="33818" name="Text Box 24606">
            <a:extLst>
              <a:ext uri="{FF2B5EF4-FFF2-40B4-BE49-F238E27FC236}">
                <a16:creationId xmlns:a16="http://schemas.microsoft.com/office/drawing/2014/main" id="{F8AE67BA-571B-1096-A82B-29C06D1ED9C2}"/>
              </a:ext>
            </a:extLst>
          </p:cNvPr>
          <p:cNvSpPr txBox="1">
            <a:spLocks noChangeArrowheads="1"/>
          </p:cNvSpPr>
          <p:nvPr/>
        </p:nvSpPr>
        <p:spPr bwMode="auto">
          <a:xfrm>
            <a:off x="10055226" y="6384926"/>
            <a:ext cx="5365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pPr eaLnBrk="1" hangingPunct="1"/>
            <a:r>
              <a:rPr lang="en-US" altLang="en-CN" sz="2000"/>
              <a:t>7.6</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4583"/>
                                        </p:tgtEl>
                                        <p:attrNameLst>
                                          <p:attrName>style.visibility</p:attrName>
                                        </p:attrNameLst>
                                      </p:cBhvr>
                                      <p:to>
                                        <p:strVal val="visible"/>
                                      </p:to>
                                    </p:set>
                                    <p:anim calcmode="lin" valueType="num">
                                      <p:cBhvr additive="base">
                                        <p:cTn id="7" dur="500" fill="hold"/>
                                        <p:tgtEl>
                                          <p:spTgt spid="24583"/>
                                        </p:tgtEl>
                                        <p:attrNameLst>
                                          <p:attrName>ppt_x</p:attrName>
                                        </p:attrNameLst>
                                      </p:cBhvr>
                                      <p:tavLst>
                                        <p:tav tm="0">
                                          <p:val>
                                            <p:strVal val="0-#ppt_w/2"/>
                                          </p:val>
                                        </p:tav>
                                        <p:tav tm="100000">
                                          <p:val>
                                            <p:strVal val="#ppt_x"/>
                                          </p:val>
                                        </p:tav>
                                      </p:tavLst>
                                    </p:anim>
                                    <p:anim calcmode="lin" valueType="num">
                                      <p:cBhvr additive="base">
                                        <p:cTn id="8" dur="500" fill="hold"/>
                                        <p:tgtEl>
                                          <p:spTgt spid="24583"/>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499"/>
                                          </p:stCondLst>
                                        </p:cTn>
                                        <p:tgtEl>
                                          <p:spTgt spid="24587"/>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499"/>
                                          </p:stCondLst>
                                        </p:cTn>
                                        <p:tgtEl>
                                          <p:spTgt spid="24590"/>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2" fill="hold" grpId="0" nodeType="clickEffect">
                                  <p:stCondLst>
                                    <p:cond delay="0"/>
                                  </p:stCondLst>
                                  <p:childTnLst>
                                    <p:set>
                                      <p:cBhvr>
                                        <p:cTn id="20" dur="1" fill="hold">
                                          <p:stCondLst>
                                            <p:cond delay="0"/>
                                          </p:stCondLst>
                                        </p:cTn>
                                        <p:tgtEl>
                                          <p:spTgt spid="24591"/>
                                        </p:tgtEl>
                                        <p:attrNameLst>
                                          <p:attrName>style.visibility</p:attrName>
                                        </p:attrNameLst>
                                      </p:cBhvr>
                                      <p:to>
                                        <p:strVal val="visible"/>
                                      </p:to>
                                    </p:set>
                                    <p:anim calcmode="lin" valueType="num">
                                      <p:cBhvr additive="base">
                                        <p:cTn id="21" dur="500" fill="hold"/>
                                        <p:tgtEl>
                                          <p:spTgt spid="24591"/>
                                        </p:tgtEl>
                                        <p:attrNameLst>
                                          <p:attrName>ppt_x</p:attrName>
                                        </p:attrNameLst>
                                      </p:cBhvr>
                                      <p:tavLst>
                                        <p:tav tm="0">
                                          <p:val>
                                            <p:strVal val="1+#ppt_w/2"/>
                                          </p:val>
                                        </p:tav>
                                        <p:tav tm="100000">
                                          <p:val>
                                            <p:strVal val="#ppt_x"/>
                                          </p:val>
                                        </p:tav>
                                      </p:tavLst>
                                    </p:anim>
                                    <p:anim calcmode="lin" valueType="num">
                                      <p:cBhvr additive="base">
                                        <p:cTn id="22" dur="500" fill="hold"/>
                                        <p:tgtEl>
                                          <p:spTgt spid="24591"/>
                                        </p:tgtEl>
                                        <p:attrNameLst>
                                          <p:attrName>ppt_y</p:attrName>
                                        </p:attrNameLst>
                                      </p:cBhvr>
                                      <p:tavLst>
                                        <p:tav tm="0">
                                          <p:val>
                                            <p:strVal val="#ppt_y"/>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2" fill="hold" grpId="0" nodeType="clickEffect">
                                  <p:stCondLst>
                                    <p:cond delay="0"/>
                                  </p:stCondLst>
                                  <p:childTnLst>
                                    <p:set>
                                      <p:cBhvr>
                                        <p:cTn id="26" dur="1" fill="hold">
                                          <p:stCondLst>
                                            <p:cond delay="0"/>
                                          </p:stCondLst>
                                        </p:cTn>
                                        <p:tgtEl>
                                          <p:spTgt spid="24592"/>
                                        </p:tgtEl>
                                        <p:attrNameLst>
                                          <p:attrName>style.visibility</p:attrName>
                                        </p:attrNameLst>
                                      </p:cBhvr>
                                      <p:to>
                                        <p:strVal val="visible"/>
                                      </p:to>
                                    </p:set>
                                    <p:anim calcmode="lin" valueType="num">
                                      <p:cBhvr additive="base">
                                        <p:cTn id="27" dur="500" fill="hold"/>
                                        <p:tgtEl>
                                          <p:spTgt spid="24592"/>
                                        </p:tgtEl>
                                        <p:attrNameLst>
                                          <p:attrName>ppt_x</p:attrName>
                                        </p:attrNameLst>
                                      </p:cBhvr>
                                      <p:tavLst>
                                        <p:tav tm="0">
                                          <p:val>
                                            <p:strVal val="1+#ppt_w/2"/>
                                          </p:val>
                                        </p:tav>
                                        <p:tav tm="100000">
                                          <p:val>
                                            <p:strVal val="#ppt_x"/>
                                          </p:val>
                                        </p:tav>
                                      </p:tavLst>
                                    </p:anim>
                                    <p:anim calcmode="lin" valueType="num">
                                      <p:cBhvr additive="base">
                                        <p:cTn id="28" dur="500" fill="hold"/>
                                        <p:tgtEl>
                                          <p:spTgt spid="24592"/>
                                        </p:tgtEl>
                                        <p:attrNameLst>
                                          <p:attrName>ppt_y</p:attrName>
                                        </p:attrNameLst>
                                      </p:cBhvr>
                                      <p:tavLst>
                                        <p:tav tm="0">
                                          <p:val>
                                            <p:strVal val="#ppt_y"/>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23" presetClass="entr" presetSubtype="16" fill="hold" nodeType="clickEffect">
                                  <p:stCondLst>
                                    <p:cond delay="0"/>
                                  </p:stCondLst>
                                  <p:childTnLst>
                                    <p:set>
                                      <p:cBhvr>
                                        <p:cTn id="32" dur="1" fill="hold">
                                          <p:stCondLst>
                                            <p:cond delay="0"/>
                                          </p:stCondLst>
                                        </p:cTn>
                                        <p:tgtEl>
                                          <p:spTgt spid="24593"/>
                                        </p:tgtEl>
                                        <p:attrNameLst>
                                          <p:attrName>style.visibility</p:attrName>
                                        </p:attrNameLst>
                                      </p:cBhvr>
                                      <p:to>
                                        <p:strVal val="visible"/>
                                      </p:to>
                                    </p:set>
                                    <p:anim calcmode="lin" valueType="num">
                                      <p:cBhvr>
                                        <p:cTn id="33" dur="500" fill="hold"/>
                                        <p:tgtEl>
                                          <p:spTgt spid="24593"/>
                                        </p:tgtEl>
                                        <p:attrNameLst>
                                          <p:attrName>ppt_w</p:attrName>
                                        </p:attrNameLst>
                                      </p:cBhvr>
                                      <p:tavLst>
                                        <p:tav tm="0">
                                          <p:val>
                                            <p:fltVal val="0"/>
                                          </p:val>
                                        </p:tav>
                                        <p:tav tm="100000">
                                          <p:val>
                                            <p:strVal val="#ppt_w"/>
                                          </p:val>
                                        </p:tav>
                                      </p:tavLst>
                                    </p:anim>
                                    <p:anim calcmode="lin" valueType="num">
                                      <p:cBhvr>
                                        <p:cTn id="34" dur="500" fill="hold"/>
                                        <p:tgtEl>
                                          <p:spTgt spid="24593"/>
                                        </p:tgtEl>
                                        <p:attrNameLst>
                                          <p:attrName>ppt_h</p:attrName>
                                        </p:attrNameLst>
                                      </p:cBhvr>
                                      <p:tavLst>
                                        <p:tav tm="0">
                                          <p:val>
                                            <p:fltVal val="0"/>
                                          </p:val>
                                        </p:tav>
                                        <p:tav tm="100000">
                                          <p:val>
                                            <p:strVal val="#ppt_h"/>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2" presetClass="entr" presetSubtype="8" fill="hold" nodeType="clickEffect">
                                  <p:stCondLst>
                                    <p:cond delay="0"/>
                                  </p:stCondLst>
                                  <p:childTnLst>
                                    <p:set>
                                      <p:cBhvr>
                                        <p:cTn id="38" dur="1" fill="hold">
                                          <p:stCondLst>
                                            <p:cond delay="0"/>
                                          </p:stCondLst>
                                        </p:cTn>
                                        <p:tgtEl>
                                          <p:spTgt spid="24595"/>
                                        </p:tgtEl>
                                        <p:attrNameLst>
                                          <p:attrName>style.visibility</p:attrName>
                                        </p:attrNameLst>
                                      </p:cBhvr>
                                      <p:to>
                                        <p:strVal val="visible"/>
                                      </p:to>
                                    </p:set>
                                    <p:anim calcmode="lin" valueType="num">
                                      <p:cBhvr additive="base">
                                        <p:cTn id="39" dur="500" fill="hold"/>
                                        <p:tgtEl>
                                          <p:spTgt spid="24595"/>
                                        </p:tgtEl>
                                        <p:attrNameLst>
                                          <p:attrName>ppt_x</p:attrName>
                                        </p:attrNameLst>
                                      </p:cBhvr>
                                      <p:tavLst>
                                        <p:tav tm="0">
                                          <p:val>
                                            <p:strVal val="0-#ppt_w/2"/>
                                          </p:val>
                                        </p:tav>
                                        <p:tav tm="100000">
                                          <p:val>
                                            <p:strVal val="#ppt_x"/>
                                          </p:val>
                                        </p:tav>
                                      </p:tavLst>
                                    </p:anim>
                                    <p:anim calcmode="lin" valueType="num">
                                      <p:cBhvr additive="base">
                                        <p:cTn id="40" dur="500" fill="hold"/>
                                        <p:tgtEl>
                                          <p:spTgt spid="24595"/>
                                        </p:tgtEl>
                                        <p:attrNameLst>
                                          <p:attrName>ppt_y</p:attrName>
                                        </p:attrNameLst>
                                      </p:cBhvr>
                                      <p:tavLst>
                                        <p:tav tm="0">
                                          <p:val>
                                            <p:strVal val="#ppt_y"/>
                                          </p:val>
                                        </p:tav>
                                        <p:tav tm="100000">
                                          <p:val>
                                            <p:strVal val="#ppt_y"/>
                                          </p:val>
                                        </p:tav>
                                      </p:tavLst>
                                    </p:anim>
                                  </p:childTnLst>
                                </p:cTn>
                              </p:par>
                            </p:childTnLst>
                          </p:cTn>
                        </p:par>
                      </p:childTnLst>
                    </p:cTn>
                  </p:par>
                  <p:par>
                    <p:cTn id="41" fill="hold" nodeType="clickPar">
                      <p:stCondLst>
                        <p:cond delay="indefinite"/>
                      </p:stCondLst>
                      <p:childTnLst>
                        <p:par>
                          <p:cTn id="42" fill="hold" nodeType="withGroup">
                            <p:stCondLst>
                              <p:cond delay="0"/>
                            </p:stCondLst>
                            <p:childTnLst>
                              <p:par>
                                <p:cTn id="43" presetID="2" presetClass="entr" presetSubtype="8" fill="hold" grpId="0" nodeType="clickEffect">
                                  <p:stCondLst>
                                    <p:cond delay="0"/>
                                  </p:stCondLst>
                                  <p:childTnLst>
                                    <p:set>
                                      <p:cBhvr>
                                        <p:cTn id="44" dur="1" fill="hold">
                                          <p:stCondLst>
                                            <p:cond delay="0"/>
                                          </p:stCondLst>
                                        </p:cTn>
                                        <p:tgtEl>
                                          <p:spTgt spid="24598"/>
                                        </p:tgtEl>
                                        <p:attrNameLst>
                                          <p:attrName>style.visibility</p:attrName>
                                        </p:attrNameLst>
                                      </p:cBhvr>
                                      <p:to>
                                        <p:strVal val="visible"/>
                                      </p:to>
                                    </p:set>
                                    <p:anim calcmode="lin" valueType="num">
                                      <p:cBhvr additive="base">
                                        <p:cTn id="45" dur="500" fill="hold"/>
                                        <p:tgtEl>
                                          <p:spTgt spid="24598"/>
                                        </p:tgtEl>
                                        <p:attrNameLst>
                                          <p:attrName>ppt_x</p:attrName>
                                        </p:attrNameLst>
                                      </p:cBhvr>
                                      <p:tavLst>
                                        <p:tav tm="0">
                                          <p:val>
                                            <p:strVal val="0-#ppt_w/2"/>
                                          </p:val>
                                        </p:tav>
                                        <p:tav tm="100000">
                                          <p:val>
                                            <p:strVal val="#ppt_x"/>
                                          </p:val>
                                        </p:tav>
                                      </p:tavLst>
                                    </p:anim>
                                    <p:anim calcmode="lin" valueType="num">
                                      <p:cBhvr additive="base">
                                        <p:cTn id="46" dur="500" fill="hold"/>
                                        <p:tgtEl>
                                          <p:spTgt spid="24598"/>
                                        </p:tgtEl>
                                        <p:attrNameLst>
                                          <p:attrName>ppt_y</p:attrName>
                                        </p:attrNameLst>
                                      </p:cBhvr>
                                      <p:tavLst>
                                        <p:tav tm="0">
                                          <p:val>
                                            <p:strVal val="#ppt_y"/>
                                          </p:val>
                                        </p:tav>
                                        <p:tav tm="100000">
                                          <p:val>
                                            <p:strVal val="#ppt_y"/>
                                          </p:val>
                                        </p:tav>
                                      </p:tavLst>
                                    </p:anim>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nodeType="clickEffect">
                                  <p:stCondLst>
                                    <p:cond delay="0"/>
                                  </p:stCondLst>
                                  <p:childTnLst>
                                    <p:set>
                                      <p:cBhvr>
                                        <p:cTn id="50" dur="1" fill="hold">
                                          <p:stCondLst>
                                            <p:cond delay="499"/>
                                          </p:stCondLst>
                                        </p:cTn>
                                        <p:tgtEl>
                                          <p:spTgt spid="24599"/>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presetSubtype="0" fill="hold" nodeType="clickEffect">
                                  <p:stCondLst>
                                    <p:cond delay="0"/>
                                  </p:stCondLst>
                                  <p:childTnLst>
                                    <p:set>
                                      <p:cBhvr>
                                        <p:cTn id="54" dur="1" fill="hold">
                                          <p:stCondLst>
                                            <p:cond delay="499"/>
                                          </p:stCondLst>
                                        </p:cTn>
                                        <p:tgtEl>
                                          <p:spTgt spid="24602"/>
                                        </p:tgtEl>
                                        <p:attrNameLst>
                                          <p:attrName>style.visibility</p:attrName>
                                        </p:attrNameLst>
                                      </p:cBhvr>
                                      <p:to>
                                        <p:strVal val="visible"/>
                                      </p:to>
                                    </p:set>
                                  </p:childTnLst>
                                </p:cTn>
                              </p:par>
                            </p:childTnLst>
                          </p:cTn>
                        </p:par>
                      </p:childTnLst>
                    </p:cTn>
                  </p:par>
                  <p:par>
                    <p:cTn id="55" fill="hold" nodeType="clickPar">
                      <p:stCondLst>
                        <p:cond delay="indefinite"/>
                      </p:stCondLst>
                      <p:childTnLst>
                        <p:par>
                          <p:cTn id="56" fill="hold" nodeType="withGroup">
                            <p:stCondLst>
                              <p:cond delay="0"/>
                            </p:stCondLst>
                            <p:childTnLst>
                              <p:par>
                                <p:cTn id="57" presetID="2" presetClass="entr" presetSubtype="2" fill="hold" grpId="0" nodeType="clickEffect">
                                  <p:stCondLst>
                                    <p:cond delay="0"/>
                                  </p:stCondLst>
                                  <p:childTnLst>
                                    <p:set>
                                      <p:cBhvr>
                                        <p:cTn id="58" dur="1" fill="hold">
                                          <p:stCondLst>
                                            <p:cond delay="0"/>
                                          </p:stCondLst>
                                        </p:cTn>
                                        <p:tgtEl>
                                          <p:spTgt spid="24605"/>
                                        </p:tgtEl>
                                        <p:attrNameLst>
                                          <p:attrName>style.visibility</p:attrName>
                                        </p:attrNameLst>
                                      </p:cBhvr>
                                      <p:to>
                                        <p:strVal val="visible"/>
                                      </p:to>
                                    </p:set>
                                    <p:anim calcmode="lin" valueType="num">
                                      <p:cBhvr additive="base">
                                        <p:cTn id="59" dur="500" fill="hold"/>
                                        <p:tgtEl>
                                          <p:spTgt spid="24605"/>
                                        </p:tgtEl>
                                        <p:attrNameLst>
                                          <p:attrName>ppt_x</p:attrName>
                                        </p:attrNameLst>
                                      </p:cBhvr>
                                      <p:tavLst>
                                        <p:tav tm="0">
                                          <p:val>
                                            <p:strVal val="1+#ppt_w/2"/>
                                          </p:val>
                                        </p:tav>
                                        <p:tav tm="100000">
                                          <p:val>
                                            <p:strVal val="#ppt_x"/>
                                          </p:val>
                                        </p:tav>
                                      </p:tavLst>
                                    </p:anim>
                                    <p:anim calcmode="lin" valueType="num">
                                      <p:cBhvr additive="base">
                                        <p:cTn id="60" dur="500" fill="hold"/>
                                        <p:tgtEl>
                                          <p:spTgt spid="24605"/>
                                        </p:tgtEl>
                                        <p:attrNameLst>
                                          <p:attrName>ppt_y</p:attrName>
                                        </p:attrNameLst>
                                      </p:cBhvr>
                                      <p:tavLst>
                                        <p:tav tm="0">
                                          <p:val>
                                            <p:strVal val="#ppt_y"/>
                                          </p:val>
                                        </p:tav>
                                        <p:tav tm="100000">
                                          <p:val>
                                            <p:strVal val="#ppt_y"/>
                                          </p:val>
                                        </p:tav>
                                      </p:tavLst>
                                    </p:anim>
                                  </p:childTnLst>
                                </p:cTn>
                              </p:par>
                            </p:childTnLst>
                          </p:cTn>
                        </p:par>
                      </p:childTnLst>
                    </p:cTn>
                  </p:par>
                  <p:par>
                    <p:cTn id="61" fill="hold" nodeType="clickPar">
                      <p:stCondLst>
                        <p:cond delay="indefinite"/>
                      </p:stCondLst>
                      <p:childTnLst>
                        <p:par>
                          <p:cTn id="62" fill="hold" nodeType="withGroup">
                            <p:stCondLst>
                              <p:cond delay="0"/>
                            </p:stCondLst>
                            <p:childTnLst>
                              <p:par>
                                <p:cTn id="63" presetID="2" presetClass="entr" presetSubtype="2" fill="hold" grpId="0" nodeType="clickEffect">
                                  <p:stCondLst>
                                    <p:cond delay="0"/>
                                  </p:stCondLst>
                                  <p:childTnLst>
                                    <p:set>
                                      <p:cBhvr>
                                        <p:cTn id="64" dur="1" fill="hold">
                                          <p:stCondLst>
                                            <p:cond delay="0"/>
                                          </p:stCondLst>
                                        </p:cTn>
                                        <p:tgtEl>
                                          <p:spTgt spid="24606"/>
                                        </p:tgtEl>
                                        <p:attrNameLst>
                                          <p:attrName>style.visibility</p:attrName>
                                        </p:attrNameLst>
                                      </p:cBhvr>
                                      <p:to>
                                        <p:strVal val="visible"/>
                                      </p:to>
                                    </p:set>
                                    <p:anim calcmode="lin" valueType="num">
                                      <p:cBhvr additive="base">
                                        <p:cTn id="65" dur="500" fill="hold"/>
                                        <p:tgtEl>
                                          <p:spTgt spid="24606"/>
                                        </p:tgtEl>
                                        <p:attrNameLst>
                                          <p:attrName>ppt_x</p:attrName>
                                        </p:attrNameLst>
                                      </p:cBhvr>
                                      <p:tavLst>
                                        <p:tav tm="0">
                                          <p:val>
                                            <p:strVal val="1+#ppt_w/2"/>
                                          </p:val>
                                        </p:tav>
                                        <p:tav tm="100000">
                                          <p:val>
                                            <p:strVal val="#ppt_x"/>
                                          </p:val>
                                        </p:tav>
                                      </p:tavLst>
                                    </p:anim>
                                    <p:anim calcmode="lin" valueType="num">
                                      <p:cBhvr additive="base">
                                        <p:cTn id="66" dur="500" fill="hold"/>
                                        <p:tgtEl>
                                          <p:spTgt spid="2460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83" grpId="0"/>
      <p:bldP spid="24591" grpId="0"/>
      <p:bldP spid="24592" grpId="0"/>
      <p:bldP spid="24598" grpId="0"/>
      <p:bldP spid="24605" grpId="0"/>
      <p:bldP spid="2460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7" name="Picture 25624" descr="07_22">
            <a:extLst>
              <a:ext uri="{FF2B5EF4-FFF2-40B4-BE49-F238E27FC236}">
                <a16:creationId xmlns:a16="http://schemas.microsoft.com/office/drawing/2014/main" id="{FA29ACE0-C5E3-6970-D955-3C58C6F131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2661"/>
          <a:stretch>
            <a:fillRect/>
          </a:stretch>
        </p:blipFill>
        <p:spPr bwMode="auto">
          <a:xfrm>
            <a:off x="1828800" y="1196976"/>
            <a:ext cx="8534400" cy="535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18" name="Text Box 25604">
            <a:extLst>
              <a:ext uri="{FF2B5EF4-FFF2-40B4-BE49-F238E27FC236}">
                <a16:creationId xmlns:a16="http://schemas.microsoft.com/office/drawing/2014/main" id="{926847B6-51FD-5305-4030-BB16E07084BF}"/>
              </a:ext>
            </a:extLst>
          </p:cNvPr>
          <p:cNvSpPr txBox="1">
            <a:spLocks noChangeArrowheads="1"/>
          </p:cNvSpPr>
          <p:nvPr/>
        </p:nvSpPr>
        <p:spPr bwMode="auto">
          <a:xfrm>
            <a:off x="2608264" y="-11113"/>
            <a:ext cx="70135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pPr algn="ctr"/>
            <a:r>
              <a:rPr lang="en-US" altLang="en-CN" sz="2800"/>
              <a:t>Energy of orbitals in a </a:t>
            </a:r>
            <a:r>
              <a:rPr lang="en-US" altLang="en-CN" sz="2800" b="1" i="1"/>
              <a:t>single</a:t>
            </a:r>
            <a:r>
              <a:rPr lang="en-US" altLang="en-CN" sz="2800"/>
              <a:t> electron atom</a:t>
            </a:r>
          </a:p>
        </p:txBody>
      </p:sp>
      <p:sp>
        <p:nvSpPr>
          <p:cNvPr id="25606" name="Text Box 25605">
            <a:extLst>
              <a:ext uri="{FF2B5EF4-FFF2-40B4-BE49-F238E27FC236}">
                <a16:creationId xmlns:a16="http://schemas.microsoft.com/office/drawing/2014/main" id="{62EC5F8D-69EA-1F35-1692-4968DC2EEFF8}"/>
              </a:ext>
            </a:extLst>
          </p:cNvPr>
          <p:cNvSpPr txBox="1">
            <a:spLocks noChangeArrowheads="1"/>
          </p:cNvSpPr>
          <p:nvPr/>
        </p:nvSpPr>
        <p:spPr bwMode="auto">
          <a:xfrm>
            <a:off x="2446338" y="649288"/>
            <a:ext cx="73580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pPr algn="ctr"/>
            <a:r>
              <a:rPr lang="en-US" altLang="en-CN"/>
              <a:t>Energy only depends on principal quantum number </a:t>
            </a:r>
            <a:r>
              <a:rPr lang="en-US" altLang="en-CN" b="1" i="1">
                <a:solidFill>
                  <a:srgbClr val="FF0000"/>
                </a:solidFill>
              </a:rPr>
              <a:t>n</a:t>
            </a:r>
            <a:endParaRPr lang="en-US" altLang="en-CN">
              <a:solidFill>
                <a:srgbClr val="FF0000"/>
              </a:solidFill>
            </a:endParaRPr>
          </a:p>
        </p:txBody>
      </p:sp>
      <p:grpSp>
        <p:nvGrpSpPr>
          <p:cNvPr id="25607" name="Group 25606">
            <a:extLst>
              <a:ext uri="{FF2B5EF4-FFF2-40B4-BE49-F238E27FC236}">
                <a16:creationId xmlns:a16="http://schemas.microsoft.com/office/drawing/2014/main" id="{8A356960-889F-0D76-41F0-C6408618AB8F}"/>
              </a:ext>
            </a:extLst>
          </p:cNvPr>
          <p:cNvGrpSpPr>
            <a:grpSpLocks/>
          </p:cNvGrpSpPr>
          <p:nvPr/>
        </p:nvGrpSpPr>
        <p:grpSpPr bwMode="auto">
          <a:xfrm>
            <a:off x="6724650" y="3886201"/>
            <a:ext cx="2495550" cy="962025"/>
            <a:chOff x="624" y="3120"/>
            <a:chExt cx="1572" cy="606"/>
          </a:xfrm>
        </p:grpSpPr>
        <p:sp>
          <p:nvSpPr>
            <p:cNvPr id="34821" name="Text Box 25607">
              <a:extLst>
                <a:ext uri="{FF2B5EF4-FFF2-40B4-BE49-F238E27FC236}">
                  <a16:creationId xmlns:a16="http://schemas.microsoft.com/office/drawing/2014/main" id="{20B85129-1B68-6499-AA6B-E8D9B546045D}"/>
                </a:ext>
              </a:extLst>
            </p:cNvPr>
            <p:cNvSpPr txBox="1">
              <a:spLocks noChangeArrowheads="1"/>
            </p:cNvSpPr>
            <p:nvPr/>
          </p:nvSpPr>
          <p:spPr bwMode="auto">
            <a:xfrm>
              <a:off x="624" y="3260"/>
              <a:ext cx="95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pPr algn="ctr"/>
              <a:r>
                <a:rPr lang="en-US" altLang="en-CN" sz="2800"/>
                <a:t>E</a:t>
              </a:r>
              <a:r>
                <a:rPr lang="en-US" altLang="en-CN" sz="2800" i="1" baseline="-25000"/>
                <a:t>n</a:t>
              </a:r>
              <a:r>
                <a:rPr lang="en-US" altLang="en-CN" sz="2800"/>
                <a:t> = -R</a:t>
              </a:r>
              <a:r>
                <a:rPr lang="en-US" altLang="en-CN" sz="2800" baseline="-25000"/>
                <a:t>H</a:t>
              </a:r>
              <a:endParaRPr lang="en-US" altLang="en-CN" sz="2800"/>
            </a:p>
          </p:txBody>
        </p:sp>
        <p:grpSp>
          <p:nvGrpSpPr>
            <p:cNvPr id="34822" name="Group 25608">
              <a:extLst>
                <a:ext uri="{FF2B5EF4-FFF2-40B4-BE49-F238E27FC236}">
                  <a16:creationId xmlns:a16="http://schemas.microsoft.com/office/drawing/2014/main" id="{2968F019-C31F-52D0-205A-DB21AF890113}"/>
                </a:ext>
              </a:extLst>
            </p:cNvPr>
            <p:cNvGrpSpPr>
              <a:grpSpLocks/>
            </p:cNvGrpSpPr>
            <p:nvPr/>
          </p:nvGrpSpPr>
          <p:grpSpPr bwMode="auto">
            <a:xfrm>
              <a:off x="1488" y="3120"/>
              <a:ext cx="708" cy="606"/>
              <a:chOff x="1880" y="2832"/>
              <a:chExt cx="708" cy="606"/>
            </a:xfrm>
          </p:grpSpPr>
          <p:sp>
            <p:nvSpPr>
              <p:cNvPr id="34823" name="Text Box 25609">
                <a:extLst>
                  <a:ext uri="{FF2B5EF4-FFF2-40B4-BE49-F238E27FC236}">
                    <a16:creationId xmlns:a16="http://schemas.microsoft.com/office/drawing/2014/main" id="{E4A82B50-46C2-D315-8FA0-B60341324781}"/>
                  </a:ext>
                </a:extLst>
              </p:cNvPr>
              <p:cNvSpPr txBox="1">
                <a:spLocks noChangeArrowheads="1"/>
              </p:cNvSpPr>
              <p:nvPr/>
            </p:nvSpPr>
            <p:spPr bwMode="auto">
              <a:xfrm>
                <a:off x="1880" y="2933"/>
                <a:ext cx="708"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pPr algn="ctr"/>
                <a:r>
                  <a:rPr lang="en-US" altLang="en-CN" sz="3600"/>
                  <a:t>(     )</a:t>
                </a:r>
              </a:p>
            </p:txBody>
          </p:sp>
          <p:grpSp>
            <p:nvGrpSpPr>
              <p:cNvPr id="34824" name="Group 25610">
                <a:extLst>
                  <a:ext uri="{FF2B5EF4-FFF2-40B4-BE49-F238E27FC236}">
                    <a16:creationId xmlns:a16="http://schemas.microsoft.com/office/drawing/2014/main" id="{15C3E70A-A652-444B-0A22-0894DC20B36E}"/>
                  </a:ext>
                </a:extLst>
              </p:cNvPr>
              <p:cNvGrpSpPr>
                <a:grpSpLocks/>
              </p:cNvGrpSpPr>
              <p:nvPr/>
            </p:nvGrpSpPr>
            <p:grpSpPr bwMode="auto">
              <a:xfrm>
                <a:off x="2064" y="2832"/>
                <a:ext cx="326" cy="606"/>
                <a:chOff x="2928" y="3417"/>
                <a:chExt cx="326" cy="606"/>
              </a:xfrm>
            </p:grpSpPr>
            <p:sp>
              <p:nvSpPr>
                <p:cNvPr id="34825" name="Text Box 25611">
                  <a:extLst>
                    <a:ext uri="{FF2B5EF4-FFF2-40B4-BE49-F238E27FC236}">
                      <a16:creationId xmlns:a16="http://schemas.microsoft.com/office/drawing/2014/main" id="{7E5928E5-DE57-55B1-638D-0146B58CBF9A}"/>
                    </a:ext>
                  </a:extLst>
                </p:cNvPr>
                <p:cNvSpPr txBox="1">
                  <a:spLocks noChangeArrowheads="1"/>
                </p:cNvSpPr>
                <p:nvPr/>
              </p:nvSpPr>
              <p:spPr bwMode="auto">
                <a:xfrm>
                  <a:off x="2970" y="3417"/>
                  <a:ext cx="24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pPr algn="ctr"/>
                  <a:r>
                    <a:rPr lang="en-US" altLang="en-CN" sz="2800"/>
                    <a:t>1</a:t>
                  </a:r>
                </a:p>
              </p:txBody>
            </p:sp>
            <p:sp>
              <p:nvSpPr>
                <p:cNvPr id="34826" name="Text Box 25612">
                  <a:extLst>
                    <a:ext uri="{FF2B5EF4-FFF2-40B4-BE49-F238E27FC236}">
                      <a16:creationId xmlns:a16="http://schemas.microsoft.com/office/drawing/2014/main" id="{EC7173F7-80CF-2E1B-394F-8925CE4A8637}"/>
                    </a:ext>
                  </a:extLst>
                </p:cNvPr>
                <p:cNvSpPr txBox="1">
                  <a:spLocks noChangeArrowheads="1"/>
                </p:cNvSpPr>
                <p:nvPr/>
              </p:nvSpPr>
              <p:spPr bwMode="auto">
                <a:xfrm>
                  <a:off x="2928" y="3696"/>
                  <a:ext cx="32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pPr algn="ctr"/>
                  <a:r>
                    <a:rPr lang="en-US" altLang="en-CN" sz="2800" i="1"/>
                    <a:t>n</a:t>
                  </a:r>
                  <a:r>
                    <a:rPr lang="en-US" altLang="en-CN" sz="2800" baseline="30000"/>
                    <a:t>2</a:t>
                  </a:r>
                  <a:endParaRPr lang="en-US" altLang="en-CN" sz="2800"/>
                </a:p>
              </p:txBody>
            </p:sp>
            <p:sp>
              <p:nvSpPr>
                <p:cNvPr id="34827" name="Straight Connector 25613">
                  <a:extLst>
                    <a:ext uri="{FF2B5EF4-FFF2-40B4-BE49-F238E27FC236}">
                      <a16:creationId xmlns:a16="http://schemas.microsoft.com/office/drawing/2014/main" id="{68D3FA4C-FCFF-BC05-F477-8920386B6E06}"/>
                    </a:ext>
                  </a:extLst>
                </p:cNvPr>
                <p:cNvSpPr>
                  <a:spLocks noChangeShapeType="1"/>
                </p:cNvSpPr>
                <p:nvPr/>
              </p:nvSpPr>
              <p:spPr bwMode="auto">
                <a:xfrm>
                  <a:off x="2971" y="3712"/>
                  <a:ext cx="24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CN"/>
                </a:p>
              </p:txBody>
            </p:sp>
          </p:grpSp>
        </p:grpSp>
      </p:grpSp>
      <p:grpSp>
        <p:nvGrpSpPr>
          <p:cNvPr id="25615" name="Group 25614">
            <a:extLst>
              <a:ext uri="{FF2B5EF4-FFF2-40B4-BE49-F238E27FC236}">
                <a16:creationId xmlns:a16="http://schemas.microsoft.com/office/drawing/2014/main" id="{FB0FFBAD-3659-E590-0B5E-B1673D0F8A31}"/>
              </a:ext>
            </a:extLst>
          </p:cNvPr>
          <p:cNvGrpSpPr>
            <a:grpSpLocks/>
          </p:cNvGrpSpPr>
          <p:nvPr/>
        </p:nvGrpSpPr>
        <p:grpSpPr bwMode="auto">
          <a:xfrm>
            <a:off x="3733801" y="5715000"/>
            <a:ext cx="1116013" cy="427038"/>
            <a:chOff x="3120" y="3711"/>
            <a:chExt cx="703" cy="269"/>
          </a:xfrm>
        </p:grpSpPr>
        <p:sp>
          <p:nvSpPr>
            <p:cNvPr id="34829" name="Text Box 25615">
              <a:extLst>
                <a:ext uri="{FF2B5EF4-FFF2-40B4-BE49-F238E27FC236}">
                  <a16:creationId xmlns:a16="http://schemas.microsoft.com/office/drawing/2014/main" id="{9B822DCB-9327-D2F9-82EA-05F30E164A0B}"/>
                </a:ext>
              </a:extLst>
            </p:cNvPr>
            <p:cNvSpPr txBox="1">
              <a:spLocks noChangeArrowheads="1"/>
            </p:cNvSpPr>
            <p:nvPr/>
          </p:nvSpPr>
          <p:spPr bwMode="auto">
            <a:xfrm>
              <a:off x="3408" y="3711"/>
              <a:ext cx="415"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r>
                <a:rPr lang="en-US" altLang="en-CN" sz="2200">
                  <a:solidFill>
                    <a:srgbClr val="FF0000"/>
                  </a:solidFill>
                </a:rPr>
                <a:t>n=1</a:t>
              </a:r>
            </a:p>
          </p:txBody>
        </p:sp>
        <p:sp>
          <p:nvSpPr>
            <p:cNvPr id="34830" name="Straight Connector 25616">
              <a:extLst>
                <a:ext uri="{FF2B5EF4-FFF2-40B4-BE49-F238E27FC236}">
                  <a16:creationId xmlns:a16="http://schemas.microsoft.com/office/drawing/2014/main" id="{88BC32A7-DE9C-B318-68D9-4112B3ED8ECC}"/>
                </a:ext>
              </a:extLst>
            </p:cNvPr>
            <p:cNvSpPr>
              <a:spLocks noChangeShapeType="1"/>
            </p:cNvSpPr>
            <p:nvPr/>
          </p:nvSpPr>
          <p:spPr bwMode="auto">
            <a:xfrm flipH="1">
              <a:off x="3120" y="3845"/>
              <a:ext cx="240" cy="0"/>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CN"/>
            </a:p>
          </p:txBody>
        </p:sp>
      </p:grpSp>
      <p:grpSp>
        <p:nvGrpSpPr>
          <p:cNvPr id="25618" name="Group 25617">
            <a:extLst>
              <a:ext uri="{FF2B5EF4-FFF2-40B4-BE49-F238E27FC236}">
                <a16:creationId xmlns:a16="http://schemas.microsoft.com/office/drawing/2014/main" id="{7616928E-C761-608C-2D1D-99694632D3E7}"/>
              </a:ext>
            </a:extLst>
          </p:cNvPr>
          <p:cNvGrpSpPr>
            <a:grpSpLocks/>
          </p:cNvGrpSpPr>
          <p:nvPr/>
        </p:nvGrpSpPr>
        <p:grpSpPr bwMode="auto">
          <a:xfrm>
            <a:off x="5181601" y="3086100"/>
            <a:ext cx="1116013" cy="427038"/>
            <a:chOff x="3120" y="3711"/>
            <a:chExt cx="703" cy="269"/>
          </a:xfrm>
        </p:grpSpPr>
        <p:sp>
          <p:nvSpPr>
            <p:cNvPr id="34832" name="Text Box 25618">
              <a:extLst>
                <a:ext uri="{FF2B5EF4-FFF2-40B4-BE49-F238E27FC236}">
                  <a16:creationId xmlns:a16="http://schemas.microsoft.com/office/drawing/2014/main" id="{C3161B55-0489-3357-8D1F-7C9C29F4DAFF}"/>
                </a:ext>
              </a:extLst>
            </p:cNvPr>
            <p:cNvSpPr txBox="1">
              <a:spLocks noChangeArrowheads="1"/>
            </p:cNvSpPr>
            <p:nvPr/>
          </p:nvSpPr>
          <p:spPr bwMode="auto">
            <a:xfrm>
              <a:off x="3408" y="3711"/>
              <a:ext cx="415"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r>
                <a:rPr lang="en-US" altLang="en-CN" sz="2200">
                  <a:solidFill>
                    <a:srgbClr val="FF0000"/>
                  </a:solidFill>
                </a:rPr>
                <a:t>n=2</a:t>
              </a:r>
            </a:p>
          </p:txBody>
        </p:sp>
        <p:sp>
          <p:nvSpPr>
            <p:cNvPr id="34833" name="Straight Connector 25619">
              <a:extLst>
                <a:ext uri="{FF2B5EF4-FFF2-40B4-BE49-F238E27FC236}">
                  <a16:creationId xmlns:a16="http://schemas.microsoft.com/office/drawing/2014/main" id="{25BEA5D3-454B-4A2D-E7FF-FF5EAB525AA3}"/>
                </a:ext>
              </a:extLst>
            </p:cNvPr>
            <p:cNvSpPr>
              <a:spLocks noChangeShapeType="1"/>
            </p:cNvSpPr>
            <p:nvPr/>
          </p:nvSpPr>
          <p:spPr bwMode="auto">
            <a:xfrm flipH="1">
              <a:off x="3120" y="3845"/>
              <a:ext cx="240" cy="0"/>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CN"/>
            </a:p>
          </p:txBody>
        </p:sp>
      </p:grpSp>
      <p:grpSp>
        <p:nvGrpSpPr>
          <p:cNvPr id="25621" name="Group 25620">
            <a:extLst>
              <a:ext uri="{FF2B5EF4-FFF2-40B4-BE49-F238E27FC236}">
                <a16:creationId xmlns:a16="http://schemas.microsoft.com/office/drawing/2014/main" id="{F7AB3900-2729-C572-2724-E5EBF1604D2F}"/>
              </a:ext>
            </a:extLst>
          </p:cNvPr>
          <p:cNvGrpSpPr>
            <a:grpSpLocks/>
          </p:cNvGrpSpPr>
          <p:nvPr/>
        </p:nvGrpSpPr>
        <p:grpSpPr bwMode="auto">
          <a:xfrm>
            <a:off x="7188201" y="2235200"/>
            <a:ext cx="1116013" cy="427038"/>
            <a:chOff x="3120" y="3711"/>
            <a:chExt cx="703" cy="269"/>
          </a:xfrm>
        </p:grpSpPr>
        <p:sp>
          <p:nvSpPr>
            <p:cNvPr id="34835" name="Text Box 25621">
              <a:extLst>
                <a:ext uri="{FF2B5EF4-FFF2-40B4-BE49-F238E27FC236}">
                  <a16:creationId xmlns:a16="http://schemas.microsoft.com/office/drawing/2014/main" id="{1A5C498C-0E88-C629-F732-2FCCDB2F1916}"/>
                </a:ext>
              </a:extLst>
            </p:cNvPr>
            <p:cNvSpPr txBox="1">
              <a:spLocks noChangeArrowheads="1"/>
            </p:cNvSpPr>
            <p:nvPr/>
          </p:nvSpPr>
          <p:spPr bwMode="auto">
            <a:xfrm>
              <a:off x="3408" y="3711"/>
              <a:ext cx="415"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r>
                <a:rPr lang="en-US" altLang="en-CN" sz="2200">
                  <a:solidFill>
                    <a:srgbClr val="FF0000"/>
                  </a:solidFill>
                </a:rPr>
                <a:t>n=3</a:t>
              </a:r>
            </a:p>
          </p:txBody>
        </p:sp>
        <p:sp>
          <p:nvSpPr>
            <p:cNvPr id="34836" name="Straight Connector 25622">
              <a:extLst>
                <a:ext uri="{FF2B5EF4-FFF2-40B4-BE49-F238E27FC236}">
                  <a16:creationId xmlns:a16="http://schemas.microsoft.com/office/drawing/2014/main" id="{9D6DD0E7-13D3-6E19-8154-ED954DC6F4ED}"/>
                </a:ext>
              </a:extLst>
            </p:cNvPr>
            <p:cNvSpPr>
              <a:spLocks noChangeShapeType="1"/>
            </p:cNvSpPr>
            <p:nvPr/>
          </p:nvSpPr>
          <p:spPr bwMode="auto">
            <a:xfrm flipH="1">
              <a:off x="3120" y="3845"/>
              <a:ext cx="240" cy="0"/>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CN"/>
            </a:p>
          </p:txBody>
        </p:sp>
      </p:grpSp>
      <p:sp>
        <p:nvSpPr>
          <p:cNvPr id="34837" name="Text Box 25623">
            <a:extLst>
              <a:ext uri="{FF2B5EF4-FFF2-40B4-BE49-F238E27FC236}">
                <a16:creationId xmlns:a16="http://schemas.microsoft.com/office/drawing/2014/main" id="{74903314-B9EB-463E-3BFD-715E19B2A708}"/>
              </a:ext>
            </a:extLst>
          </p:cNvPr>
          <p:cNvSpPr txBox="1">
            <a:spLocks noChangeArrowheads="1"/>
          </p:cNvSpPr>
          <p:nvPr/>
        </p:nvSpPr>
        <p:spPr bwMode="auto">
          <a:xfrm>
            <a:off x="10055226" y="6384926"/>
            <a:ext cx="5365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pPr eaLnBrk="1" hangingPunct="1"/>
            <a:r>
              <a:rPr lang="en-US" altLang="en-CN" sz="2000"/>
              <a:t>7.7</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25606"/>
                                        </p:tgtEl>
                                        <p:attrNameLst>
                                          <p:attrName>style.visibility</p:attrName>
                                        </p:attrNameLst>
                                      </p:cBhvr>
                                      <p:to>
                                        <p:strVal val="visible"/>
                                      </p:to>
                                    </p:set>
                                    <p:anim calcmode="lin" valueType="num">
                                      <p:cBhvr>
                                        <p:cTn id="7" dur="500" fill="hold"/>
                                        <p:tgtEl>
                                          <p:spTgt spid="25606"/>
                                        </p:tgtEl>
                                        <p:attrNameLst>
                                          <p:attrName>ppt_w</p:attrName>
                                        </p:attrNameLst>
                                      </p:cBhvr>
                                      <p:tavLst>
                                        <p:tav tm="0">
                                          <p:val>
                                            <p:fltVal val="0"/>
                                          </p:val>
                                        </p:tav>
                                        <p:tav tm="100000">
                                          <p:val>
                                            <p:strVal val="#ppt_w"/>
                                          </p:val>
                                        </p:tav>
                                      </p:tavLst>
                                    </p:anim>
                                    <p:anim calcmode="lin" valueType="num">
                                      <p:cBhvr>
                                        <p:cTn id="8" dur="500" fill="hold"/>
                                        <p:tgtEl>
                                          <p:spTgt spid="25606"/>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nodeType="clickEffect">
                                  <p:stCondLst>
                                    <p:cond delay="0"/>
                                  </p:stCondLst>
                                  <p:childTnLst>
                                    <p:set>
                                      <p:cBhvr>
                                        <p:cTn id="12" dur="1" fill="hold">
                                          <p:stCondLst>
                                            <p:cond delay="0"/>
                                          </p:stCondLst>
                                        </p:cTn>
                                        <p:tgtEl>
                                          <p:spTgt spid="25607"/>
                                        </p:tgtEl>
                                        <p:attrNameLst>
                                          <p:attrName>style.visibility</p:attrName>
                                        </p:attrNameLst>
                                      </p:cBhvr>
                                      <p:to>
                                        <p:strVal val="visible"/>
                                      </p:to>
                                    </p:set>
                                    <p:anim calcmode="lin" valueType="num">
                                      <p:cBhvr additive="base">
                                        <p:cTn id="13" dur="500" fill="hold"/>
                                        <p:tgtEl>
                                          <p:spTgt spid="25607"/>
                                        </p:tgtEl>
                                        <p:attrNameLst>
                                          <p:attrName>ppt_x</p:attrName>
                                        </p:attrNameLst>
                                      </p:cBhvr>
                                      <p:tavLst>
                                        <p:tav tm="0">
                                          <p:val>
                                            <p:strVal val="1+#ppt_w/2"/>
                                          </p:val>
                                        </p:tav>
                                        <p:tav tm="100000">
                                          <p:val>
                                            <p:strVal val="#ppt_x"/>
                                          </p:val>
                                        </p:tav>
                                      </p:tavLst>
                                    </p:anim>
                                    <p:anim calcmode="lin" valueType="num">
                                      <p:cBhvr additive="base">
                                        <p:cTn id="14" dur="500" fill="hold"/>
                                        <p:tgtEl>
                                          <p:spTgt spid="25607"/>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25615"/>
                                        </p:tgtEl>
                                        <p:attrNameLst>
                                          <p:attrName>style.visibility</p:attrName>
                                        </p:attrNameLst>
                                      </p:cBhvr>
                                      <p:to>
                                        <p:strVal val="visible"/>
                                      </p:to>
                                    </p:set>
                                  </p:childTnLst>
                                  <p:subTnLst>
                                    <p:set>
                                      <p:cBhvr override="childStyle">
                                        <p:cTn dur="1" fill="hold" display="0" masterRel="nextClick" afterEffect="1"/>
                                        <p:tgtEl>
                                          <p:spTgt spid="25615"/>
                                        </p:tgtEl>
                                        <p:attrNameLst>
                                          <p:attrName>style.visibility</p:attrName>
                                        </p:attrNameLst>
                                      </p:cBhvr>
                                      <p:to>
                                        <p:strVal val="hidden"/>
                                      </p:to>
                                    </p:set>
                                  </p:sub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25618"/>
                                        </p:tgtEl>
                                        <p:attrNameLst>
                                          <p:attrName>style.visibility</p:attrName>
                                        </p:attrNameLst>
                                      </p:cBhvr>
                                      <p:to>
                                        <p:strVal val="visible"/>
                                      </p:to>
                                    </p:set>
                                  </p:childTnLst>
                                  <p:subTnLst>
                                    <p:set>
                                      <p:cBhvr override="childStyle">
                                        <p:cTn dur="1" fill="hold" display="0" masterRel="nextClick" afterEffect="1"/>
                                        <p:tgtEl>
                                          <p:spTgt spid="25618"/>
                                        </p:tgtEl>
                                        <p:attrNameLst>
                                          <p:attrName>style.visibility</p:attrName>
                                        </p:attrNameLst>
                                      </p:cBhvr>
                                      <p:to>
                                        <p:strVal val="hidden"/>
                                      </p:to>
                                    </p:set>
                                  </p:sub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499"/>
                                          </p:stCondLst>
                                        </p:cTn>
                                        <p:tgtEl>
                                          <p:spTgt spid="25621"/>
                                        </p:tgtEl>
                                        <p:attrNameLst>
                                          <p:attrName>style.visibility</p:attrName>
                                        </p:attrNameLst>
                                      </p:cBhvr>
                                      <p:to>
                                        <p:strVal val="visible"/>
                                      </p:to>
                                    </p:set>
                                  </p:childTnLst>
                                  <p:subTnLst>
                                    <p:set>
                                      <p:cBhvr override="childStyle">
                                        <p:cTn dur="1" fill="hold" display="0" masterRel="nextClick" afterEffect="1"/>
                                        <p:tgtEl>
                                          <p:spTgt spid="25621"/>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1" name="Picture 58401" descr="07_23">
            <a:extLst>
              <a:ext uri="{FF2B5EF4-FFF2-40B4-BE49-F238E27FC236}">
                <a16:creationId xmlns:a16="http://schemas.microsoft.com/office/drawing/2014/main" id="{1193A1FA-6928-CCD6-B34B-739C63630B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2765"/>
          <a:stretch>
            <a:fillRect/>
          </a:stretch>
        </p:blipFill>
        <p:spPr bwMode="auto">
          <a:xfrm>
            <a:off x="2514600" y="1366838"/>
            <a:ext cx="6248400" cy="541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2" name="Text Box 58370">
            <a:extLst>
              <a:ext uri="{FF2B5EF4-FFF2-40B4-BE49-F238E27FC236}">
                <a16:creationId xmlns:a16="http://schemas.microsoft.com/office/drawing/2014/main" id="{65992057-78F2-AF96-042A-7C832FC000DC}"/>
              </a:ext>
            </a:extLst>
          </p:cNvPr>
          <p:cNvSpPr txBox="1">
            <a:spLocks noChangeArrowheads="1"/>
          </p:cNvSpPr>
          <p:nvPr/>
        </p:nvSpPr>
        <p:spPr bwMode="auto">
          <a:xfrm>
            <a:off x="2689226" y="-11113"/>
            <a:ext cx="68548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pPr algn="ctr"/>
            <a:r>
              <a:rPr lang="en-US" altLang="en-CN" sz="2800"/>
              <a:t>Energy of orbitals in a </a:t>
            </a:r>
            <a:r>
              <a:rPr lang="en-US" altLang="en-CN" sz="2800" b="1" i="1"/>
              <a:t>multi</a:t>
            </a:r>
            <a:r>
              <a:rPr lang="en-US" altLang="en-CN" sz="2800"/>
              <a:t>-electron atom</a:t>
            </a:r>
          </a:p>
        </p:txBody>
      </p:sp>
      <p:sp>
        <p:nvSpPr>
          <p:cNvPr id="58372" name="Text Box 58371">
            <a:extLst>
              <a:ext uri="{FF2B5EF4-FFF2-40B4-BE49-F238E27FC236}">
                <a16:creationId xmlns:a16="http://schemas.microsoft.com/office/drawing/2014/main" id="{9CAE81FF-D979-B0C1-9536-9A12A9C7E842}"/>
              </a:ext>
            </a:extLst>
          </p:cNvPr>
          <p:cNvSpPr txBox="1">
            <a:spLocks noChangeArrowheads="1"/>
          </p:cNvSpPr>
          <p:nvPr/>
        </p:nvSpPr>
        <p:spPr bwMode="auto">
          <a:xfrm>
            <a:off x="4038600" y="649288"/>
            <a:ext cx="41100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pPr algn="ctr"/>
            <a:r>
              <a:rPr lang="en-US" altLang="en-CN"/>
              <a:t>Energy depends on </a:t>
            </a:r>
            <a:r>
              <a:rPr lang="en-US" altLang="en-CN" b="1" i="1">
                <a:solidFill>
                  <a:srgbClr val="FF0000"/>
                </a:solidFill>
              </a:rPr>
              <a:t>n</a:t>
            </a:r>
            <a:r>
              <a:rPr lang="en-US" altLang="en-CN"/>
              <a:t> and </a:t>
            </a:r>
            <a:r>
              <a:rPr lang="en-US" altLang="en-CN" b="1" i="1">
                <a:solidFill>
                  <a:srgbClr val="FF0000"/>
                </a:solidFill>
              </a:rPr>
              <a:t>l</a:t>
            </a:r>
            <a:endParaRPr lang="en-US" altLang="en-CN">
              <a:solidFill>
                <a:srgbClr val="FF0000"/>
              </a:solidFill>
            </a:endParaRPr>
          </a:p>
        </p:txBody>
      </p:sp>
      <p:grpSp>
        <p:nvGrpSpPr>
          <p:cNvPr id="58385" name="Group 58384">
            <a:extLst>
              <a:ext uri="{FF2B5EF4-FFF2-40B4-BE49-F238E27FC236}">
                <a16:creationId xmlns:a16="http://schemas.microsoft.com/office/drawing/2014/main" id="{08E36053-AF91-8848-28B6-E63CF3E0E344}"/>
              </a:ext>
            </a:extLst>
          </p:cNvPr>
          <p:cNvGrpSpPr>
            <a:grpSpLocks/>
          </p:cNvGrpSpPr>
          <p:nvPr/>
        </p:nvGrpSpPr>
        <p:grpSpPr bwMode="auto">
          <a:xfrm>
            <a:off x="4505326" y="5910264"/>
            <a:ext cx="1730375" cy="427037"/>
            <a:chOff x="3120" y="3711"/>
            <a:chExt cx="1090" cy="269"/>
          </a:xfrm>
        </p:grpSpPr>
        <p:sp>
          <p:nvSpPr>
            <p:cNvPr id="35845" name="Text Box 58381">
              <a:extLst>
                <a:ext uri="{FF2B5EF4-FFF2-40B4-BE49-F238E27FC236}">
                  <a16:creationId xmlns:a16="http://schemas.microsoft.com/office/drawing/2014/main" id="{A90A46DB-8921-8EB5-2E82-624007286827}"/>
                </a:ext>
              </a:extLst>
            </p:cNvPr>
            <p:cNvSpPr txBox="1">
              <a:spLocks noChangeArrowheads="1"/>
            </p:cNvSpPr>
            <p:nvPr/>
          </p:nvSpPr>
          <p:spPr bwMode="auto">
            <a:xfrm>
              <a:off x="3408" y="3711"/>
              <a:ext cx="802"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r>
                <a:rPr lang="en-US" altLang="en-CN" sz="2200">
                  <a:solidFill>
                    <a:srgbClr val="FF0000"/>
                  </a:solidFill>
                </a:rPr>
                <a:t>n=1 </a:t>
              </a:r>
              <a:r>
                <a:rPr lang="en-US" altLang="en-CN" sz="2200" i="1">
                  <a:solidFill>
                    <a:srgbClr val="FF0000"/>
                  </a:solidFill>
                </a:rPr>
                <a:t>l</a:t>
              </a:r>
              <a:r>
                <a:rPr lang="en-US" altLang="en-CN" sz="2200">
                  <a:solidFill>
                    <a:srgbClr val="FF0000"/>
                  </a:solidFill>
                </a:rPr>
                <a:t> = 0</a:t>
              </a:r>
            </a:p>
          </p:txBody>
        </p:sp>
        <p:sp>
          <p:nvSpPr>
            <p:cNvPr id="35846" name="Straight Connector 58383">
              <a:extLst>
                <a:ext uri="{FF2B5EF4-FFF2-40B4-BE49-F238E27FC236}">
                  <a16:creationId xmlns:a16="http://schemas.microsoft.com/office/drawing/2014/main" id="{5BE0A27A-BF94-78A7-9EA3-B0FA0F0EDCE4}"/>
                </a:ext>
              </a:extLst>
            </p:cNvPr>
            <p:cNvSpPr>
              <a:spLocks noChangeShapeType="1"/>
            </p:cNvSpPr>
            <p:nvPr/>
          </p:nvSpPr>
          <p:spPr bwMode="auto">
            <a:xfrm flipH="1">
              <a:off x="3120" y="3845"/>
              <a:ext cx="240" cy="0"/>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CN"/>
            </a:p>
          </p:txBody>
        </p:sp>
      </p:grpSp>
      <p:grpSp>
        <p:nvGrpSpPr>
          <p:cNvPr id="58386" name="Group 58385">
            <a:extLst>
              <a:ext uri="{FF2B5EF4-FFF2-40B4-BE49-F238E27FC236}">
                <a16:creationId xmlns:a16="http://schemas.microsoft.com/office/drawing/2014/main" id="{9DA8DDC4-0DD6-345E-BF66-277091651A23}"/>
              </a:ext>
            </a:extLst>
          </p:cNvPr>
          <p:cNvGrpSpPr>
            <a:grpSpLocks/>
          </p:cNvGrpSpPr>
          <p:nvPr/>
        </p:nvGrpSpPr>
        <p:grpSpPr bwMode="auto">
          <a:xfrm>
            <a:off x="4492626" y="4254500"/>
            <a:ext cx="1730375" cy="427038"/>
            <a:chOff x="3120" y="3711"/>
            <a:chExt cx="1090" cy="269"/>
          </a:xfrm>
        </p:grpSpPr>
        <p:sp>
          <p:nvSpPr>
            <p:cNvPr id="35848" name="Text Box 58386">
              <a:extLst>
                <a:ext uri="{FF2B5EF4-FFF2-40B4-BE49-F238E27FC236}">
                  <a16:creationId xmlns:a16="http://schemas.microsoft.com/office/drawing/2014/main" id="{65F23954-FCC8-67C1-32AA-B84E01F05971}"/>
                </a:ext>
              </a:extLst>
            </p:cNvPr>
            <p:cNvSpPr txBox="1">
              <a:spLocks noChangeArrowheads="1"/>
            </p:cNvSpPr>
            <p:nvPr/>
          </p:nvSpPr>
          <p:spPr bwMode="auto">
            <a:xfrm>
              <a:off x="3408" y="3711"/>
              <a:ext cx="802"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r>
                <a:rPr lang="en-US" altLang="en-CN" sz="2200">
                  <a:solidFill>
                    <a:srgbClr val="FF0000"/>
                  </a:solidFill>
                </a:rPr>
                <a:t>n=2 </a:t>
              </a:r>
              <a:r>
                <a:rPr lang="en-US" altLang="en-CN" sz="2200" i="1">
                  <a:solidFill>
                    <a:srgbClr val="FF0000"/>
                  </a:solidFill>
                </a:rPr>
                <a:t>l</a:t>
              </a:r>
              <a:r>
                <a:rPr lang="en-US" altLang="en-CN" sz="2200">
                  <a:solidFill>
                    <a:srgbClr val="FF0000"/>
                  </a:solidFill>
                </a:rPr>
                <a:t> = 0</a:t>
              </a:r>
            </a:p>
          </p:txBody>
        </p:sp>
        <p:sp>
          <p:nvSpPr>
            <p:cNvPr id="35849" name="Straight Connector 58387">
              <a:extLst>
                <a:ext uri="{FF2B5EF4-FFF2-40B4-BE49-F238E27FC236}">
                  <a16:creationId xmlns:a16="http://schemas.microsoft.com/office/drawing/2014/main" id="{C3CD9BF6-8250-6799-2F5F-CF4024173DA7}"/>
                </a:ext>
              </a:extLst>
            </p:cNvPr>
            <p:cNvSpPr>
              <a:spLocks noChangeShapeType="1"/>
            </p:cNvSpPr>
            <p:nvPr/>
          </p:nvSpPr>
          <p:spPr bwMode="auto">
            <a:xfrm flipH="1">
              <a:off x="3120" y="3845"/>
              <a:ext cx="240" cy="0"/>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CN"/>
            </a:p>
          </p:txBody>
        </p:sp>
      </p:grpSp>
      <p:grpSp>
        <p:nvGrpSpPr>
          <p:cNvPr id="58389" name="Group 58388">
            <a:extLst>
              <a:ext uri="{FF2B5EF4-FFF2-40B4-BE49-F238E27FC236}">
                <a16:creationId xmlns:a16="http://schemas.microsoft.com/office/drawing/2014/main" id="{529D45D2-6590-1C9D-DFC6-67122139BB5B}"/>
              </a:ext>
            </a:extLst>
          </p:cNvPr>
          <p:cNvGrpSpPr>
            <a:grpSpLocks/>
          </p:cNvGrpSpPr>
          <p:nvPr/>
        </p:nvGrpSpPr>
        <p:grpSpPr bwMode="auto">
          <a:xfrm>
            <a:off x="6057901" y="4068764"/>
            <a:ext cx="1730375" cy="427037"/>
            <a:chOff x="3120" y="3711"/>
            <a:chExt cx="1090" cy="269"/>
          </a:xfrm>
        </p:grpSpPr>
        <p:sp>
          <p:nvSpPr>
            <p:cNvPr id="35851" name="Text Box 58389">
              <a:extLst>
                <a:ext uri="{FF2B5EF4-FFF2-40B4-BE49-F238E27FC236}">
                  <a16:creationId xmlns:a16="http://schemas.microsoft.com/office/drawing/2014/main" id="{50D22117-0EEC-8E4E-B85A-A9AFFE9F4140}"/>
                </a:ext>
              </a:extLst>
            </p:cNvPr>
            <p:cNvSpPr txBox="1">
              <a:spLocks noChangeArrowheads="1"/>
            </p:cNvSpPr>
            <p:nvPr/>
          </p:nvSpPr>
          <p:spPr bwMode="auto">
            <a:xfrm>
              <a:off x="3408" y="3711"/>
              <a:ext cx="802"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r>
                <a:rPr lang="en-US" altLang="en-CN" sz="2200">
                  <a:solidFill>
                    <a:srgbClr val="FF0000"/>
                  </a:solidFill>
                </a:rPr>
                <a:t>n=2 </a:t>
              </a:r>
              <a:r>
                <a:rPr lang="en-US" altLang="en-CN" sz="2200" i="1">
                  <a:solidFill>
                    <a:srgbClr val="FF0000"/>
                  </a:solidFill>
                </a:rPr>
                <a:t>l</a:t>
              </a:r>
              <a:r>
                <a:rPr lang="en-US" altLang="en-CN" sz="2200">
                  <a:solidFill>
                    <a:srgbClr val="FF0000"/>
                  </a:solidFill>
                </a:rPr>
                <a:t> = 1</a:t>
              </a:r>
            </a:p>
          </p:txBody>
        </p:sp>
        <p:sp>
          <p:nvSpPr>
            <p:cNvPr id="35852" name="Straight Connector 58390">
              <a:extLst>
                <a:ext uri="{FF2B5EF4-FFF2-40B4-BE49-F238E27FC236}">
                  <a16:creationId xmlns:a16="http://schemas.microsoft.com/office/drawing/2014/main" id="{F822CE28-BADE-53F8-8B0B-5EE456E7CED1}"/>
                </a:ext>
              </a:extLst>
            </p:cNvPr>
            <p:cNvSpPr>
              <a:spLocks noChangeShapeType="1"/>
            </p:cNvSpPr>
            <p:nvPr/>
          </p:nvSpPr>
          <p:spPr bwMode="auto">
            <a:xfrm flipH="1">
              <a:off x="3120" y="3845"/>
              <a:ext cx="240" cy="0"/>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CN"/>
            </a:p>
          </p:txBody>
        </p:sp>
      </p:grpSp>
      <p:grpSp>
        <p:nvGrpSpPr>
          <p:cNvPr id="58392" name="Group 58391">
            <a:extLst>
              <a:ext uri="{FF2B5EF4-FFF2-40B4-BE49-F238E27FC236}">
                <a16:creationId xmlns:a16="http://schemas.microsoft.com/office/drawing/2014/main" id="{A7DF153B-273C-FDC1-719C-62CF1F59C161}"/>
              </a:ext>
            </a:extLst>
          </p:cNvPr>
          <p:cNvGrpSpPr>
            <a:grpSpLocks/>
          </p:cNvGrpSpPr>
          <p:nvPr/>
        </p:nvGrpSpPr>
        <p:grpSpPr bwMode="auto">
          <a:xfrm>
            <a:off x="4495801" y="3357564"/>
            <a:ext cx="1730375" cy="427037"/>
            <a:chOff x="3120" y="3711"/>
            <a:chExt cx="1090" cy="269"/>
          </a:xfrm>
        </p:grpSpPr>
        <p:sp>
          <p:nvSpPr>
            <p:cNvPr id="35854" name="Text Box 58392">
              <a:extLst>
                <a:ext uri="{FF2B5EF4-FFF2-40B4-BE49-F238E27FC236}">
                  <a16:creationId xmlns:a16="http://schemas.microsoft.com/office/drawing/2014/main" id="{CD3B3F05-B302-610B-B36D-24A1EE663571}"/>
                </a:ext>
              </a:extLst>
            </p:cNvPr>
            <p:cNvSpPr txBox="1">
              <a:spLocks noChangeArrowheads="1"/>
            </p:cNvSpPr>
            <p:nvPr/>
          </p:nvSpPr>
          <p:spPr bwMode="auto">
            <a:xfrm>
              <a:off x="3408" y="3711"/>
              <a:ext cx="802"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r>
                <a:rPr lang="en-US" altLang="en-CN" sz="2200">
                  <a:solidFill>
                    <a:srgbClr val="FF0000"/>
                  </a:solidFill>
                </a:rPr>
                <a:t>n=3 </a:t>
              </a:r>
              <a:r>
                <a:rPr lang="en-US" altLang="en-CN" sz="2200" i="1">
                  <a:solidFill>
                    <a:srgbClr val="FF0000"/>
                  </a:solidFill>
                </a:rPr>
                <a:t>l</a:t>
              </a:r>
              <a:r>
                <a:rPr lang="en-US" altLang="en-CN" sz="2200">
                  <a:solidFill>
                    <a:srgbClr val="FF0000"/>
                  </a:solidFill>
                </a:rPr>
                <a:t> = 0</a:t>
              </a:r>
            </a:p>
          </p:txBody>
        </p:sp>
        <p:sp>
          <p:nvSpPr>
            <p:cNvPr id="35855" name="Straight Connector 58393">
              <a:extLst>
                <a:ext uri="{FF2B5EF4-FFF2-40B4-BE49-F238E27FC236}">
                  <a16:creationId xmlns:a16="http://schemas.microsoft.com/office/drawing/2014/main" id="{999F49C5-95F9-F126-373C-5DC0A4F3B660}"/>
                </a:ext>
              </a:extLst>
            </p:cNvPr>
            <p:cNvSpPr>
              <a:spLocks noChangeShapeType="1"/>
            </p:cNvSpPr>
            <p:nvPr/>
          </p:nvSpPr>
          <p:spPr bwMode="auto">
            <a:xfrm flipH="1">
              <a:off x="3120" y="3845"/>
              <a:ext cx="240" cy="0"/>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CN"/>
            </a:p>
          </p:txBody>
        </p:sp>
      </p:grpSp>
      <p:grpSp>
        <p:nvGrpSpPr>
          <p:cNvPr id="58395" name="Group 58394">
            <a:extLst>
              <a:ext uri="{FF2B5EF4-FFF2-40B4-BE49-F238E27FC236}">
                <a16:creationId xmlns:a16="http://schemas.microsoft.com/office/drawing/2014/main" id="{ED377CCA-DE13-612C-CE76-CA3205BDB87B}"/>
              </a:ext>
            </a:extLst>
          </p:cNvPr>
          <p:cNvGrpSpPr>
            <a:grpSpLocks/>
          </p:cNvGrpSpPr>
          <p:nvPr/>
        </p:nvGrpSpPr>
        <p:grpSpPr bwMode="auto">
          <a:xfrm>
            <a:off x="6057901" y="3111500"/>
            <a:ext cx="1730375" cy="427038"/>
            <a:chOff x="3120" y="3711"/>
            <a:chExt cx="1090" cy="269"/>
          </a:xfrm>
        </p:grpSpPr>
        <p:sp>
          <p:nvSpPr>
            <p:cNvPr id="35857" name="Text Box 58395">
              <a:extLst>
                <a:ext uri="{FF2B5EF4-FFF2-40B4-BE49-F238E27FC236}">
                  <a16:creationId xmlns:a16="http://schemas.microsoft.com/office/drawing/2014/main" id="{4FF0CFC4-FB9E-8B5F-D766-48CD18D130F0}"/>
                </a:ext>
              </a:extLst>
            </p:cNvPr>
            <p:cNvSpPr txBox="1">
              <a:spLocks noChangeArrowheads="1"/>
            </p:cNvSpPr>
            <p:nvPr/>
          </p:nvSpPr>
          <p:spPr bwMode="auto">
            <a:xfrm>
              <a:off x="3408" y="3711"/>
              <a:ext cx="802"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r>
                <a:rPr lang="en-US" altLang="en-CN" sz="2200">
                  <a:solidFill>
                    <a:srgbClr val="FF0000"/>
                  </a:solidFill>
                </a:rPr>
                <a:t>n=3 </a:t>
              </a:r>
              <a:r>
                <a:rPr lang="en-US" altLang="en-CN" sz="2200" i="1">
                  <a:solidFill>
                    <a:srgbClr val="FF0000"/>
                  </a:solidFill>
                </a:rPr>
                <a:t>l</a:t>
              </a:r>
              <a:r>
                <a:rPr lang="en-US" altLang="en-CN" sz="2200">
                  <a:solidFill>
                    <a:srgbClr val="FF0000"/>
                  </a:solidFill>
                </a:rPr>
                <a:t> = 1</a:t>
              </a:r>
            </a:p>
          </p:txBody>
        </p:sp>
        <p:sp>
          <p:nvSpPr>
            <p:cNvPr id="35858" name="Straight Connector 58396">
              <a:extLst>
                <a:ext uri="{FF2B5EF4-FFF2-40B4-BE49-F238E27FC236}">
                  <a16:creationId xmlns:a16="http://schemas.microsoft.com/office/drawing/2014/main" id="{B9DFBFB6-A2C6-81A6-33D6-B312631F183B}"/>
                </a:ext>
              </a:extLst>
            </p:cNvPr>
            <p:cNvSpPr>
              <a:spLocks noChangeShapeType="1"/>
            </p:cNvSpPr>
            <p:nvPr/>
          </p:nvSpPr>
          <p:spPr bwMode="auto">
            <a:xfrm flipH="1">
              <a:off x="3120" y="3845"/>
              <a:ext cx="240" cy="0"/>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CN"/>
            </a:p>
          </p:txBody>
        </p:sp>
      </p:grpSp>
      <p:grpSp>
        <p:nvGrpSpPr>
          <p:cNvPr id="58398" name="Group 58397">
            <a:extLst>
              <a:ext uri="{FF2B5EF4-FFF2-40B4-BE49-F238E27FC236}">
                <a16:creationId xmlns:a16="http://schemas.microsoft.com/office/drawing/2014/main" id="{6DE0DA6F-385E-4AA9-C17F-CC8773CCFE10}"/>
              </a:ext>
            </a:extLst>
          </p:cNvPr>
          <p:cNvGrpSpPr>
            <a:grpSpLocks/>
          </p:cNvGrpSpPr>
          <p:nvPr/>
        </p:nvGrpSpPr>
        <p:grpSpPr bwMode="auto">
          <a:xfrm>
            <a:off x="8404226" y="2451100"/>
            <a:ext cx="1730375" cy="427038"/>
            <a:chOff x="3120" y="3711"/>
            <a:chExt cx="1090" cy="269"/>
          </a:xfrm>
        </p:grpSpPr>
        <p:sp>
          <p:nvSpPr>
            <p:cNvPr id="35860" name="Text Box 58398">
              <a:extLst>
                <a:ext uri="{FF2B5EF4-FFF2-40B4-BE49-F238E27FC236}">
                  <a16:creationId xmlns:a16="http://schemas.microsoft.com/office/drawing/2014/main" id="{4AB27642-CCA3-DA1C-1EB5-258C1960B5F8}"/>
                </a:ext>
              </a:extLst>
            </p:cNvPr>
            <p:cNvSpPr txBox="1">
              <a:spLocks noChangeArrowheads="1"/>
            </p:cNvSpPr>
            <p:nvPr/>
          </p:nvSpPr>
          <p:spPr bwMode="auto">
            <a:xfrm>
              <a:off x="3408" y="3711"/>
              <a:ext cx="802"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r>
                <a:rPr lang="en-US" altLang="en-CN" sz="2200">
                  <a:solidFill>
                    <a:srgbClr val="FF0000"/>
                  </a:solidFill>
                </a:rPr>
                <a:t>n=3 </a:t>
              </a:r>
              <a:r>
                <a:rPr lang="en-US" altLang="en-CN" sz="2200" i="1">
                  <a:solidFill>
                    <a:srgbClr val="FF0000"/>
                  </a:solidFill>
                </a:rPr>
                <a:t>l</a:t>
              </a:r>
              <a:r>
                <a:rPr lang="en-US" altLang="en-CN" sz="2200">
                  <a:solidFill>
                    <a:srgbClr val="FF0000"/>
                  </a:solidFill>
                </a:rPr>
                <a:t> = 2</a:t>
              </a:r>
            </a:p>
          </p:txBody>
        </p:sp>
        <p:sp>
          <p:nvSpPr>
            <p:cNvPr id="35861" name="Straight Connector 58399">
              <a:extLst>
                <a:ext uri="{FF2B5EF4-FFF2-40B4-BE49-F238E27FC236}">
                  <a16:creationId xmlns:a16="http://schemas.microsoft.com/office/drawing/2014/main" id="{12C1C78E-7E6C-2A95-8974-1D9ACE06873F}"/>
                </a:ext>
              </a:extLst>
            </p:cNvPr>
            <p:cNvSpPr>
              <a:spLocks noChangeShapeType="1"/>
            </p:cNvSpPr>
            <p:nvPr/>
          </p:nvSpPr>
          <p:spPr bwMode="auto">
            <a:xfrm flipH="1">
              <a:off x="3120" y="3845"/>
              <a:ext cx="240" cy="0"/>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CN"/>
            </a:p>
          </p:txBody>
        </p:sp>
      </p:grpSp>
      <p:sp>
        <p:nvSpPr>
          <p:cNvPr id="35862" name="Text Box 58400">
            <a:extLst>
              <a:ext uri="{FF2B5EF4-FFF2-40B4-BE49-F238E27FC236}">
                <a16:creationId xmlns:a16="http://schemas.microsoft.com/office/drawing/2014/main" id="{BC6F128E-E49B-5763-982A-8AA9F941C480}"/>
              </a:ext>
            </a:extLst>
          </p:cNvPr>
          <p:cNvSpPr txBox="1">
            <a:spLocks noChangeArrowheads="1"/>
          </p:cNvSpPr>
          <p:nvPr/>
        </p:nvSpPr>
        <p:spPr bwMode="auto">
          <a:xfrm>
            <a:off x="10055226" y="6384926"/>
            <a:ext cx="5365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pPr eaLnBrk="1" hangingPunct="1"/>
            <a:r>
              <a:rPr lang="en-US" altLang="en-CN" sz="2000"/>
              <a:t>7.7</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58372"/>
                                        </p:tgtEl>
                                        <p:attrNameLst>
                                          <p:attrName>style.visibility</p:attrName>
                                        </p:attrNameLst>
                                      </p:cBhvr>
                                      <p:to>
                                        <p:strVal val="visible"/>
                                      </p:to>
                                    </p:set>
                                    <p:anim calcmode="lin" valueType="num">
                                      <p:cBhvr>
                                        <p:cTn id="7" dur="500" fill="hold"/>
                                        <p:tgtEl>
                                          <p:spTgt spid="58372"/>
                                        </p:tgtEl>
                                        <p:attrNameLst>
                                          <p:attrName>ppt_w</p:attrName>
                                        </p:attrNameLst>
                                      </p:cBhvr>
                                      <p:tavLst>
                                        <p:tav tm="0">
                                          <p:val>
                                            <p:fltVal val="0"/>
                                          </p:val>
                                        </p:tav>
                                        <p:tav tm="100000">
                                          <p:val>
                                            <p:strVal val="#ppt_w"/>
                                          </p:val>
                                        </p:tav>
                                      </p:tavLst>
                                    </p:anim>
                                    <p:anim calcmode="lin" valueType="num">
                                      <p:cBhvr>
                                        <p:cTn id="8" dur="500" fill="hold"/>
                                        <p:tgtEl>
                                          <p:spTgt spid="58372"/>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499"/>
                                          </p:stCondLst>
                                        </p:cTn>
                                        <p:tgtEl>
                                          <p:spTgt spid="58385"/>
                                        </p:tgtEl>
                                        <p:attrNameLst>
                                          <p:attrName>style.visibility</p:attrName>
                                        </p:attrNameLst>
                                      </p:cBhvr>
                                      <p:to>
                                        <p:strVal val="visible"/>
                                      </p:to>
                                    </p:set>
                                  </p:childTnLst>
                                  <p:subTnLst>
                                    <p:set>
                                      <p:cBhvr override="childStyle">
                                        <p:cTn dur="1" fill="hold" display="0" masterRel="nextClick" afterEffect="1"/>
                                        <p:tgtEl>
                                          <p:spTgt spid="58385"/>
                                        </p:tgtEl>
                                        <p:attrNameLst>
                                          <p:attrName>style.visibility</p:attrName>
                                        </p:attrNameLst>
                                      </p:cBhvr>
                                      <p:to>
                                        <p:strVal val="hidden"/>
                                      </p:to>
                                    </p:set>
                                  </p:sub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499"/>
                                          </p:stCondLst>
                                        </p:cTn>
                                        <p:tgtEl>
                                          <p:spTgt spid="58386"/>
                                        </p:tgtEl>
                                        <p:attrNameLst>
                                          <p:attrName>style.visibility</p:attrName>
                                        </p:attrNameLst>
                                      </p:cBhvr>
                                      <p:to>
                                        <p:strVal val="visible"/>
                                      </p:to>
                                    </p:set>
                                  </p:childTnLst>
                                  <p:subTnLst>
                                    <p:set>
                                      <p:cBhvr override="childStyle">
                                        <p:cTn dur="1" fill="hold" display="0" masterRel="nextClick" afterEffect="1"/>
                                        <p:tgtEl>
                                          <p:spTgt spid="58386"/>
                                        </p:tgtEl>
                                        <p:attrNameLst>
                                          <p:attrName>style.visibility</p:attrName>
                                        </p:attrNameLst>
                                      </p:cBhvr>
                                      <p:to>
                                        <p:strVal val="hidden"/>
                                      </p:to>
                                    </p:set>
                                  </p:sub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499"/>
                                          </p:stCondLst>
                                        </p:cTn>
                                        <p:tgtEl>
                                          <p:spTgt spid="58389"/>
                                        </p:tgtEl>
                                        <p:attrNameLst>
                                          <p:attrName>style.visibility</p:attrName>
                                        </p:attrNameLst>
                                      </p:cBhvr>
                                      <p:to>
                                        <p:strVal val="visible"/>
                                      </p:to>
                                    </p:set>
                                  </p:childTnLst>
                                  <p:subTnLst>
                                    <p:set>
                                      <p:cBhvr override="childStyle">
                                        <p:cTn dur="1" fill="hold" display="0" masterRel="nextClick" afterEffect="1"/>
                                        <p:tgtEl>
                                          <p:spTgt spid="58389"/>
                                        </p:tgtEl>
                                        <p:attrNameLst>
                                          <p:attrName>style.visibility</p:attrName>
                                        </p:attrNameLst>
                                      </p:cBhvr>
                                      <p:to>
                                        <p:strVal val="hidden"/>
                                      </p:to>
                                    </p:set>
                                  </p:sub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499"/>
                                          </p:stCondLst>
                                        </p:cTn>
                                        <p:tgtEl>
                                          <p:spTgt spid="58392"/>
                                        </p:tgtEl>
                                        <p:attrNameLst>
                                          <p:attrName>style.visibility</p:attrName>
                                        </p:attrNameLst>
                                      </p:cBhvr>
                                      <p:to>
                                        <p:strVal val="visible"/>
                                      </p:to>
                                    </p:set>
                                  </p:childTnLst>
                                  <p:subTnLst>
                                    <p:set>
                                      <p:cBhvr override="childStyle">
                                        <p:cTn dur="1" fill="hold" display="0" masterRel="nextClick" afterEffect="1"/>
                                        <p:tgtEl>
                                          <p:spTgt spid="58392"/>
                                        </p:tgtEl>
                                        <p:attrNameLst>
                                          <p:attrName>style.visibility</p:attrName>
                                        </p:attrNameLst>
                                      </p:cBhvr>
                                      <p:to>
                                        <p:strVal val="hidden"/>
                                      </p:to>
                                    </p:set>
                                  </p:sub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nodeType="clickEffect">
                                  <p:stCondLst>
                                    <p:cond delay="0"/>
                                  </p:stCondLst>
                                  <p:childTnLst>
                                    <p:set>
                                      <p:cBhvr>
                                        <p:cTn id="28" dur="1" fill="hold">
                                          <p:stCondLst>
                                            <p:cond delay="499"/>
                                          </p:stCondLst>
                                        </p:cTn>
                                        <p:tgtEl>
                                          <p:spTgt spid="58395"/>
                                        </p:tgtEl>
                                        <p:attrNameLst>
                                          <p:attrName>style.visibility</p:attrName>
                                        </p:attrNameLst>
                                      </p:cBhvr>
                                      <p:to>
                                        <p:strVal val="visible"/>
                                      </p:to>
                                    </p:set>
                                  </p:childTnLst>
                                  <p:subTnLst>
                                    <p:set>
                                      <p:cBhvr override="childStyle">
                                        <p:cTn dur="1" fill="hold" display="0" masterRel="nextClick" afterEffect="1"/>
                                        <p:tgtEl>
                                          <p:spTgt spid="58395"/>
                                        </p:tgtEl>
                                        <p:attrNameLst>
                                          <p:attrName>style.visibility</p:attrName>
                                        </p:attrNameLst>
                                      </p:cBhvr>
                                      <p:to>
                                        <p:strVal val="hidden"/>
                                      </p:to>
                                    </p:set>
                                  </p:sub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nodeType="clickEffect">
                                  <p:stCondLst>
                                    <p:cond delay="0"/>
                                  </p:stCondLst>
                                  <p:childTnLst>
                                    <p:set>
                                      <p:cBhvr>
                                        <p:cTn id="32" dur="1" fill="hold">
                                          <p:stCondLst>
                                            <p:cond delay="499"/>
                                          </p:stCondLst>
                                        </p:cTn>
                                        <p:tgtEl>
                                          <p:spTgt spid="58398"/>
                                        </p:tgtEl>
                                        <p:attrNameLst>
                                          <p:attrName>style.visibility</p:attrName>
                                        </p:attrNameLst>
                                      </p:cBhvr>
                                      <p:to>
                                        <p:strVal val="visible"/>
                                      </p:to>
                                    </p:set>
                                  </p:childTnLst>
                                  <p:subTnLst>
                                    <p:set>
                                      <p:cBhvr override="childStyle">
                                        <p:cTn dur="1" fill="hold" display="0" masterRel="nextClick" afterEffect="1"/>
                                        <p:tgtEl>
                                          <p:spTgt spid="58398"/>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ext Box 59393">
            <a:extLst>
              <a:ext uri="{FF2B5EF4-FFF2-40B4-BE49-F238E27FC236}">
                <a16:creationId xmlns:a16="http://schemas.microsoft.com/office/drawing/2014/main" id="{3F2A8DA7-95FD-9CA7-8B6D-1D7CACADE1D5}"/>
              </a:ext>
            </a:extLst>
          </p:cNvPr>
          <p:cNvSpPr txBox="1">
            <a:spLocks noChangeArrowheads="1"/>
          </p:cNvSpPr>
          <p:nvPr/>
        </p:nvSpPr>
        <p:spPr bwMode="auto">
          <a:xfrm>
            <a:off x="1854201" y="39688"/>
            <a:ext cx="85709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pPr algn="ctr"/>
            <a:r>
              <a:rPr lang="en-US" altLang="en-CN"/>
              <a:t>“Fill up” electrons in lowest energy orbitals (</a:t>
            </a:r>
            <a:r>
              <a:rPr lang="en-US" altLang="en-CN" b="1" i="1"/>
              <a:t>Aufbau principle</a:t>
            </a:r>
            <a:r>
              <a:rPr lang="en-US" altLang="en-CN"/>
              <a:t>)</a:t>
            </a:r>
          </a:p>
        </p:txBody>
      </p:sp>
      <p:pic>
        <p:nvPicPr>
          <p:cNvPr id="36866" name="Picture 59395" descr="cha56011_0723">
            <a:extLst>
              <a:ext uri="{FF2B5EF4-FFF2-40B4-BE49-F238E27FC236}">
                <a16:creationId xmlns:a16="http://schemas.microsoft.com/office/drawing/2014/main" id="{72A87A6A-A81D-FE35-14AB-C8B5B8A2AA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6667" b="5890"/>
          <a:stretch>
            <a:fillRect/>
          </a:stretch>
        </p:blipFill>
        <p:spPr bwMode="auto">
          <a:xfrm>
            <a:off x="1905000" y="762001"/>
            <a:ext cx="6827838" cy="5845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415" name="Straight Connector 59414">
            <a:extLst>
              <a:ext uri="{FF2B5EF4-FFF2-40B4-BE49-F238E27FC236}">
                <a16:creationId xmlns:a16="http://schemas.microsoft.com/office/drawing/2014/main" id="{93DCAA54-1E48-2F05-F928-D8CC481D00BD}"/>
              </a:ext>
            </a:extLst>
          </p:cNvPr>
          <p:cNvSpPr>
            <a:spLocks noChangeShapeType="1"/>
          </p:cNvSpPr>
          <p:nvPr/>
        </p:nvSpPr>
        <p:spPr bwMode="auto">
          <a:xfrm flipV="1">
            <a:off x="3911600" y="5892800"/>
            <a:ext cx="0" cy="45720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N"/>
          </a:p>
        </p:txBody>
      </p:sp>
      <p:sp>
        <p:nvSpPr>
          <p:cNvPr id="59416" name="Straight Connector 59415">
            <a:extLst>
              <a:ext uri="{FF2B5EF4-FFF2-40B4-BE49-F238E27FC236}">
                <a16:creationId xmlns:a16="http://schemas.microsoft.com/office/drawing/2014/main" id="{D360C652-13DF-FD5A-CB65-3EF82BB68992}"/>
              </a:ext>
            </a:extLst>
          </p:cNvPr>
          <p:cNvSpPr>
            <a:spLocks noChangeShapeType="1"/>
          </p:cNvSpPr>
          <p:nvPr/>
        </p:nvSpPr>
        <p:spPr bwMode="auto">
          <a:xfrm>
            <a:off x="4064000" y="5892800"/>
            <a:ext cx="0" cy="45720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N"/>
          </a:p>
        </p:txBody>
      </p:sp>
      <p:sp>
        <p:nvSpPr>
          <p:cNvPr id="59421" name="Straight Connector 59420">
            <a:extLst>
              <a:ext uri="{FF2B5EF4-FFF2-40B4-BE49-F238E27FC236}">
                <a16:creationId xmlns:a16="http://schemas.microsoft.com/office/drawing/2014/main" id="{60FAE99D-8619-E559-0FBE-DD1A5D1DF569}"/>
              </a:ext>
            </a:extLst>
          </p:cNvPr>
          <p:cNvSpPr>
            <a:spLocks noChangeShapeType="1"/>
          </p:cNvSpPr>
          <p:nvPr/>
        </p:nvSpPr>
        <p:spPr bwMode="auto">
          <a:xfrm flipV="1">
            <a:off x="3898900" y="3987800"/>
            <a:ext cx="0" cy="45720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N"/>
          </a:p>
        </p:txBody>
      </p:sp>
      <p:sp>
        <p:nvSpPr>
          <p:cNvPr id="59424" name="Straight Connector 59423">
            <a:extLst>
              <a:ext uri="{FF2B5EF4-FFF2-40B4-BE49-F238E27FC236}">
                <a16:creationId xmlns:a16="http://schemas.microsoft.com/office/drawing/2014/main" id="{C3598657-E8BE-316E-7C8C-2591B595A847}"/>
              </a:ext>
            </a:extLst>
          </p:cNvPr>
          <p:cNvSpPr>
            <a:spLocks noChangeShapeType="1"/>
          </p:cNvSpPr>
          <p:nvPr/>
        </p:nvSpPr>
        <p:spPr bwMode="auto">
          <a:xfrm>
            <a:off x="4051300" y="3975100"/>
            <a:ext cx="0" cy="45720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N"/>
          </a:p>
        </p:txBody>
      </p:sp>
      <p:sp>
        <p:nvSpPr>
          <p:cNvPr id="59428" name="Straight Connector 59427">
            <a:extLst>
              <a:ext uri="{FF2B5EF4-FFF2-40B4-BE49-F238E27FC236}">
                <a16:creationId xmlns:a16="http://schemas.microsoft.com/office/drawing/2014/main" id="{DD489F34-149A-D1AD-3627-5BFEA87D5299}"/>
              </a:ext>
            </a:extLst>
          </p:cNvPr>
          <p:cNvSpPr>
            <a:spLocks noChangeShapeType="1"/>
          </p:cNvSpPr>
          <p:nvPr/>
        </p:nvSpPr>
        <p:spPr bwMode="auto">
          <a:xfrm flipV="1">
            <a:off x="4876800" y="3733800"/>
            <a:ext cx="0" cy="45720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N"/>
          </a:p>
        </p:txBody>
      </p:sp>
      <p:grpSp>
        <p:nvGrpSpPr>
          <p:cNvPr id="59433" name="Group 59432">
            <a:extLst>
              <a:ext uri="{FF2B5EF4-FFF2-40B4-BE49-F238E27FC236}">
                <a16:creationId xmlns:a16="http://schemas.microsoft.com/office/drawing/2014/main" id="{7C97B516-686A-3C9E-D073-1BB8E5351635}"/>
              </a:ext>
            </a:extLst>
          </p:cNvPr>
          <p:cNvGrpSpPr>
            <a:grpSpLocks/>
          </p:cNvGrpSpPr>
          <p:nvPr/>
        </p:nvGrpSpPr>
        <p:grpSpPr bwMode="auto">
          <a:xfrm>
            <a:off x="4826001" y="3213100"/>
            <a:ext cx="354013" cy="977900"/>
            <a:chOff x="2080" y="2024"/>
            <a:chExt cx="223" cy="616"/>
          </a:xfrm>
        </p:grpSpPr>
        <p:sp>
          <p:nvSpPr>
            <p:cNvPr id="36884" name="Straight Connector 59430">
              <a:extLst>
                <a:ext uri="{FF2B5EF4-FFF2-40B4-BE49-F238E27FC236}">
                  <a16:creationId xmlns:a16="http://schemas.microsoft.com/office/drawing/2014/main" id="{2B0DF3CE-6243-AA0A-72E2-00ABA747BCCB}"/>
                </a:ext>
              </a:extLst>
            </p:cNvPr>
            <p:cNvSpPr>
              <a:spLocks noChangeShapeType="1"/>
            </p:cNvSpPr>
            <p:nvPr/>
          </p:nvSpPr>
          <p:spPr bwMode="auto">
            <a:xfrm>
              <a:off x="2192" y="2352"/>
              <a:ext cx="0" cy="288"/>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N"/>
            </a:p>
          </p:txBody>
        </p:sp>
        <p:sp>
          <p:nvSpPr>
            <p:cNvPr id="36885" name="Text Box 59431">
              <a:extLst>
                <a:ext uri="{FF2B5EF4-FFF2-40B4-BE49-F238E27FC236}">
                  <a16:creationId xmlns:a16="http://schemas.microsoft.com/office/drawing/2014/main" id="{5D0EF850-3895-C8BA-BFA1-F499AA9F3228}"/>
                </a:ext>
              </a:extLst>
            </p:cNvPr>
            <p:cNvSpPr txBox="1">
              <a:spLocks noChangeArrowheads="1"/>
            </p:cNvSpPr>
            <p:nvPr/>
          </p:nvSpPr>
          <p:spPr bwMode="auto">
            <a:xfrm>
              <a:off x="2080" y="2024"/>
              <a:ext cx="22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r>
                <a:rPr lang="en-US" altLang="en-CN"/>
                <a:t>?</a:t>
              </a:r>
            </a:p>
          </p:txBody>
        </p:sp>
      </p:grpSp>
      <p:grpSp>
        <p:nvGrpSpPr>
          <p:cNvPr id="59439" name="Group 59438">
            <a:extLst>
              <a:ext uri="{FF2B5EF4-FFF2-40B4-BE49-F238E27FC236}">
                <a16:creationId xmlns:a16="http://schemas.microsoft.com/office/drawing/2014/main" id="{66F61973-1F82-FEFF-B0DD-6B8D77FB39C7}"/>
              </a:ext>
            </a:extLst>
          </p:cNvPr>
          <p:cNvGrpSpPr>
            <a:grpSpLocks/>
          </p:cNvGrpSpPr>
          <p:nvPr/>
        </p:nvGrpSpPr>
        <p:grpSpPr bwMode="auto">
          <a:xfrm>
            <a:off x="5094288" y="3213100"/>
            <a:ext cx="354012" cy="977900"/>
            <a:chOff x="2249" y="2024"/>
            <a:chExt cx="223" cy="616"/>
          </a:xfrm>
        </p:grpSpPr>
        <p:sp>
          <p:nvSpPr>
            <p:cNvPr id="36887" name="Straight Connector 59436">
              <a:extLst>
                <a:ext uri="{FF2B5EF4-FFF2-40B4-BE49-F238E27FC236}">
                  <a16:creationId xmlns:a16="http://schemas.microsoft.com/office/drawing/2014/main" id="{665F62DE-2C35-2D8C-5AEB-D505BC57A206}"/>
                </a:ext>
              </a:extLst>
            </p:cNvPr>
            <p:cNvSpPr>
              <a:spLocks noChangeShapeType="1"/>
            </p:cNvSpPr>
            <p:nvPr/>
          </p:nvSpPr>
          <p:spPr bwMode="auto">
            <a:xfrm flipV="1">
              <a:off x="2360" y="2352"/>
              <a:ext cx="0" cy="288"/>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N"/>
            </a:p>
          </p:txBody>
        </p:sp>
        <p:sp>
          <p:nvSpPr>
            <p:cNvPr id="36888" name="Text Box 59437">
              <a:extLst>
                <a:ext uri="{FF2B5EF4-FFF2-40B4-BE49-F238E27FC236}">
                  <a16:creationId xmlns:a16="http://schemas.microsoft.com/office/drawing/2014/main" id="{2738EFF6-89E3-DDC7-C747-42A30C617C75}"/>
                </a:ext>
              </a:extLst>
            </p:cNvPr>
            <p:cNvSpPr txBox="1">
              <a:spLocks noChangeArrowheads="1"/>
            </p:cNvSpPr>
            <p:nvPr/>
          </p:nvSpPr>
          <p:spPr bwMode="auto">
            <a:xfrm>
              <a:off x="2249" y="2024"/>
              <a:ext cx="22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r>
                <a:rPr lang="en-US" altLang="en-CN"/>
                <a:t>?</a:t>
              </a:r>
            </a:p>
          </p:txBody>
        </p:sp>
      </p:grpSp>
      <p:sp>
        <p:nvSpPr>
          <p:cNvPr id="36889" name="Text Box 59439">
            <a:extLst>
              <a:ext uri="{FF2B5EF4-FFF2-40B4-BE49-F238E27FC236}">
                <a16:creationId xmlns:a16="http://schemas.microsoft.com/office/drawing/2014/main" id="{8C76374A-A7AE-45A2-4DA8-EE474D0D72BF}"/>
              </a:ext>
            </a:extLst>
          </p:cNvPr>
          <p:cNvSpPr txBox="1">
            <a:spLocks noChangeArrowheads="1"/>
          </p:cNvSpPr>
          <p:nvPr/>
        </p:nvSpPr>
        <p:spPr bwMode="auto">
          <a:xfrm>
            <a:off x="10055226" y="6384926"/>
            <a:ext cx="5365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pPr eaLnBrk="1" hangingPunct="1"/>
            <a:r>
              <a:rPr lang="en-US" altLang="en-CN" sz="2000"/>
              <a:t>7.9</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5941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5941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59421"/>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59424"/>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59428"/>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499"/>
                                          </p:stCondLst>
                                        </p:cTn>
                                        <p:tgtEl>
                                          <p:spTgt spid="59433"/>
                                        </p:tgtEl>
                                        <p:attrNameLst>
                                          <p:attrName>style.visibility</p:attrName>
                                        </p:attrNameLst>
                                      </p:cBhvr>
                                      <p:to>
                                        <p:strVal val="visible"/>
                                      </p:to>
                                    </p:set>
                                  </p:childTnLst>
                                  <p:subTnLst>
                                    <p:set>
                                      <p:cBhvr override="childStyle">
                                        <p:cTn dur="1" fill="hold" display="0" masterRel="nextClick" afterEffect="1"/>
                                        <p:tgtEl>
                                          <p:spTgt spid="59433"/>
                                        </p:tgtEl>
                                        <p:attrNameLst>
                                          <p:attrName>style.visibility</p:attrName>
                                        </p:attrNameLst>
                                      </p:cBhvr>
                                      <p:to>
                                        <p:strVal val="hidden"/>
                                      </p:to>
                                    </p:set>
                                  </p:sub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499"/>
                                          </p:stCondLst>
                                        </p:cTn>
                                        <p:tgtEl>
                                          <p:spTgt spid="594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89" name="Picture 60418" descr="cha56011_0723">
            <a:extLst>
              <a:ext uri="{FF2B5EF4-FFF2-40B4-BE49-F238E27FC236}">
                <a16:creationId xmlns:a16="http://schemas.microsoft.com/office/drawing/2014/main" id="{DBA9815B-1BE0-246D-CC0B-23792148C2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22578" r="6667" b="5890"/>
          <a:stretch>
            <a:fillRect/>
          </a:stretch>
        </p:blipFill>
        <p:spPr bwMode="auto">
          <a:xfrm>
            <a:off x="1905000" y="2165351"/>
            <a:ext cx="6827838" cy="444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0" name="Straight Connector 60419">
            <a:extLst>
              <a:ext uri="{FF2B5EF4-FFF2-40B4-BE49-F238E27FC236}">
                <a16:creationId xmlns:a16="http://schemas.microsoft.com/office/drawing/2014/main" id="{57443401-8635-EF70-E1EB-CE806CFC8CFD}"/>
              </a:ext>
            </a:extLst>
          </p:cNvPr>
          <p:cNvSpPr>
            <a:spLocks noChangeShapeType="1"/>
          </p:cNvSpPr>
          <p:nvPr/>
        </p:nvSpPr>
        <p:spPr bwMode="auto">
          <a:xfrm flipV="1">
            <a:off x="3911600" y="5892800"/>
            <a:ext cx="0" cy="45720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N"/>
          </a:p>
        </p:txBody>
      </p:sp>
      <p:sp>
        <p:nvSpPr>
          <p:cNvPr id="37891" name="Straight Connector 60420">
            <a:extLst>
              <a:ext uri="{FF2B5EF4-FFF2-40B4-BE49-F238E27FC236}">
                <a16:creationId xmlns:a16="http://schemas.microsoft.com/office/drawing/2014/main" id="{03BDBDE6-FBB0-84DD-BF97-CDC50C1C2473}"/>
              </a:ext>
            </a:extLst>
          </p:cNvPr>
          <p:cNvSpPr>
            <a:spLocks noChangeShapeType="1"/>
          </p:cNvSpPr>
          <p:nvPr/>
        </p:nvSpPr>
        <p:spPr bwMode="auto">
          <a:xfrm>
            <a:off x="4064000" y="5892800"/>
            <a:ext cx="0" cy="45720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N"/>
          </a:p>
        </p:txBody>
      </p:sp>
      <p:sp>
        <p:nvSpPr>
          <p:cNvPr id="37892" name="Straight Connector 60425">
            <a:extLst>
              <a:ext uri="{FF2B5EF4-FFF2-40B4-BE49-F238E27FC236}">
                <a16:creationId xmlns:a16="http://schemas.microsoft.com/office/drawing/2014/main" id="{7F7815C6-5D36-A2D7-4EB6-CAF77A11986B}"/>
              </a:ext>
            </a:extLst>
          </p:cNvPr>
          <p:cNvSpPr>
            <a:spLocks noChangeShapeType="1"/>
          </p:cNvSpPr>
          <p:nvPr/>
        </p:nvSpPr>
        <p:spPr bwMode="auto">
          <a:xfrm flipV="1">
            <a:off x="3898900" y="3987800"/>
            <a:ext cx="0" cy="45720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N"/>
          </a:p>
        </p:txBody>
      </p:sp>
      <p:sp>
        <p:nvSpPr>
          <p:cNvPr id="37893" name="Straight Connector 60428">
            <a:extLst>
              <a:ext uri="{FF2B5EF4-FFF2-40B4-BE49-F238E27FC236}">
                <a16:creationId xmlns:a16="http://schemas.microsoft.com/office/drawing/2014/main" id="{94980B45-C816-4A8E-6600-D33754FDBF64}"/>
              </a:ext>
            </a:extLst>
          </p:cNvPr>
          <p:cNvSpPr>
            <a:spLocks noChangeShapeType="1"/>
          </p:cNvSpPr>
          <p:nvPr/>
        </p:nvSpPr>
        <p:spPr bwMode="auto">
          <a:xfrm>
            <a:off x="4051300" y="3975100"/>
            <a:ext cx="0" cy="45720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N"/>
          </a:p>
        </p:txBody>
      </p:sp>
      <p:sp>
        <p:nvSpPr>
          <p:cNvPr id="37894" name="Straight Connector 60432">
            <a:extLst>
              <a:ext uri="{FF2B5EF4-FFF2-40B4-BE49-F238E27FC236}">
                <a16:creationId xmlns:a16="http://schemas.microsoft.com/office/drawing/2014/main" id="{C0C221F2-B2E3-6950-6C05-DAFFB315A3CE}"/>
              </a:ext>
            </a:extLst>
          </p:cNvPr>
          <p:cNvSpPr>
            <a:spLocks noChangeShapeType="1"/>
          </p:cNvSpPr>
          <p:nvPr/>
        </p:nvSpPr>
        <p:spPr bwMode="auto">
          <a:xfrm flipV="1">
            <a:off x="4876800" y="3733800"/>
            <a:ext cx="0" cy="45720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N"/>
          </a:p>
        </p:txBody>
      </p:sp>
      <p:grpSp>
        <p:nvGrpSpPr>
          <p:cNvPr id="37896" name="Group 60441">
            <a:extLst>
              <a:ext uri="{FF2B5EF4-FFF2-40B4-BE49-F238E27FC236}">
                <a16:creationId xmlns:a16="http://schemas.microsoft.com/office/drawing/2014/main" id="{C61E0A0D-E478-D353-4402-36DCD25F3EA0}"/>
              </a:ext>
            </a:extLst>
          </p:cNvPr>
          <p:cNvGrpSpPr>
            <a:grpSpLocks/>
          </p:cNvGrpSpPr>
          <p:nvPr/>
        </p:nvGrpSpPr>
        <p:grpSpPr bwMode="auto">
          <a:xfrm>
            <a:off x="1841500" y="152400"/>
            <a:ext cx="8509000" cy="1747838"/>
            <a:chOff x="240" y="384"/>
            <a:chExt cx="5360" cy="1101"/>
          </a:xfrm>
        </p:grpSpPr>
        <p:sp>
          <p:nvSpPr>
            <p:cNvPr id="37897" name="Text Box 60442">
              <a:extLst>
                <a:ext uri="{FF2B5EF4-FFF2-40B4-BE49-F238E27FC236}">
                  <a16:creationId xmlns:a16="http://schemas.microsoft.com/office/drawing/2014/main" id="{7DB296D6-1A77-7032-8872-FDAD256F049C}"/>
                </a:ext>
              </a:extLst>
            </p:cNvPr>
            <p:cNvSpPr txBox="1">
              <a:spLocks noChangeArrowheads="1"/>
            </p:cNvSpPr>
            <p:nvPr/>
          </p:nvSpPr>
          <p:spPr bwMode="auto">
            <a:xfrm>
              <a:off x="1200" y="528"/>
              <a:ext cx="4400" cy="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r>
                <a:rPr lang="en-US" altLang="en-CN" sz="2800"/>
                <a:t>The most stable arrangement of electrons in subshells is the one with the greatest number of parallel spins (</a:t>
              </a:r>
              <a:r>
                <a:rPr lang="en-US" altLang="en-CN" sz="2800" b="1" i="1"/>
                <a:t>Hund’s rule</a:t>
              </a:r>
              <a:r>
                <a:rPr lang="en-US" altLang="en-CN" sz="2800"/>
                <a:t>)</a:t>
              </a:r>
              <a:r>
                <a:rPr lang="en-US" altLang="en-CN" sz="2800" b="1" i="1"/>
                <a:t>.</a:t>
              </a:r>
            </a:p>
          </p:txBody>
        </p:sp>
        <p:pic>
          <p:nvPicPr>
            <p:cNvPr id="37898" name="Picture 60443" descr="BD06098_">
              <a:extLst>
                <a:ext uri="{FF2B5EF4-FFF2-40B4-BE49-F238E27FC236}">
                  <a16:creationId xmlns:a16="http://schemas.microsoft.com/office/drawing/2014/main" id="{0C0E00A3-530B-F83D-E4BE-FEF9D3130F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0" y="384"/>
              <a:ext cx="873" cy="1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60445" name="Straight Connector 60444">
            <a:extLst>
              <a:ext uri="{FF2B5EF4-FFF2-40B4-BE49-F238E27FC236}">
                <a16:creationId xmlns:a16="http://schemas.microsoft.com/office/drawing/2014/main" id="{C388F917-61AC-7B7C-2564-69CA7A594B44}"/>
              </a:ext>
            </a:extLst>
          </p:cNvPr>
          <p:cNvSpPr>
            <a:spLocks noChangeShapeType="1"/>
          </p:cNvSpPr>
          <p:nvPr/>
        </p:nvSpPr>
        <p:spPr bwMode="auto">
          <a:xfrm flipV="1">
            <a:off x="5270500" y="3733800"/>
            <a:ext cx="0" cy="45720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N"/>
          </a:p>
        </p:txBody>
      </p:sp>
      <p:sp>
        <p:nvSpPr>
          <p:cNvPr id="60448" name="Straight Connector 60447">
            <a:extLst>
              <a:ext uri="{FF2B5EF4-FFF2-40B4-BE49-F238E27FC236}">
                <a16:creationId xmlns:a16="http://schemas.microsoft.com/office/drawing/2014/main" id="{252489DA-AF05-73AE-8A15-D8983B45E3DD}"/>
              </a:ext>
            </a:extLst>
          </p:cNvPr>
          <p:cNvSpPr>
            <a:spLocks noChangeShapeType="1"/>
          </p:cNvSpPr>
          <p:nvPr/>
        </p:nvSpPr>
        <p:spPr bwMode="auto">
          <a:xfrm flipV="1">
            <a:off x="5702300" y="3733800"/>
            <a:ext cx="0" cy="45720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N"/>
          </a:p>
        </p:txBody>
      </p:sp>
      <p:sp>
        <p:nvSpPr>
          <p:cNvPr id="60452" name="Straight Connector 60451">
            <a:extLst>
              <a:ext uri="{FF2B5EF4-FFF2-40B4-BE49-F238E27FC236}">
                <a16:creationId xmlns:a16="http://schemas.microsoft.com/office/drawing/2014/main" id="{912AF93C-31A0-34BD-3CE6-A22D11C2061E}"/>
              </a:ext>
            </a:extLst>
          </p:cNvPr>
          <p:cNvSpPr>
            <a:spLocks noChangeShapeType="1"/>
          </p:cNvSpPr>
          <p:nvPr/>
        </p:nvSpPr>
        <p:spPr bwMode="auto">
          <a:xfrm>
            <a:off x="5016500" y="3733800"/>
            <a:ext cx="0" cy="45720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N"/>
          </a:p>
        </p:txBody>
      </p:sp>
      <p:sp>
        <p:nvSpPr>
          <p:cNvPr id="60453" name="Straight Connector 60452">
            <a:extLst>
              <a:ext uri="{FF2B5EF4-FFF2-40B4-BE49-F238E27FC236}">
                <a16:creationId xmlns:a16="http://schemas.microsoft.com/office/drawing/2014/main" id="{308A2674-32A9-0015-CABF-D45402B6E115}"/>
              </a:ext>
            </a:extLst>
          </p:cNvPr>
          <p:cNvSpPr>
            <a:spLocks noChangeShapeType="1"/>
          </p:cNvSpPr>
          <p:nvPr/>
        </p:nvSpPr>
        <p:spPr bwMode="auto">
          <a:xfrm>
            <a:off x="5410200" y="3733800"/>
            <a:ext cx="0" cy="45720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N"/>
          </a:p>
        </p:txBody>
      </p:sp>
      <p:sp>
        <p:nvSpPr>
          <p:cNvPr id="60456" name="Straight Connector 60455">
            <a:extLst>
              <a:ext uri="{FF2B5EF4-FFF2-40B4-BE49-F238E27FC236}">
                <a16:creationId xmlns:a16="http://schemas.microsoft.com/office/drawing/2014/main" id="{DB61D9B6-DD5A-10E6-CCCB-C9EA68326318}"/>
              </a:ext>
            </a:extLst>
          </p:cNvPr>
          <p:cNvSpPr>
            <a:spLocks noChangeShapeType="1"/>
          </p:cNvSpPr>
          <p:nvPr/>
        </p:nvSpPr>
        <p:spPr bwMode="auto">
          <a:xfrm>
            <a:off x="5842000" y="3733800"/>
            <a:ext cx="0" cy="45720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N"/>
          </a:p>
        </p:txBody>
      </p:sp>
      <p:sp>
        <p:nvSpPr>
          <p:cNvPr id="37913" name="Text Box 60458">
            <a:extLst>
              <a:ext uri="{FF2B5EF4-FFF2-40B4-BE49-F238E27FC236}">
                <a16:creationId xmlns:a16="http://schemas.microsoft.com/office/drawing/2014/main" id="{3A432B96-8DCB-D44B-95D6-D36BF4D5A585}"/>
              </a:ext>
            </a:extLst>
          </p:cNvPr>
          <p:cNvSpPr txBox="1">
            <a:spLocks noChangeArrowheads="1"/>
          </p:cNvSpPr>
          <p:nvPr/>
        </p:nvSpPr>
        <p:spPr bwMode="auto">
          <a:xfrm>
            <a:off x="10055226" y="6384926"/>
            <a:ext cx="5365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pPr eaLnBrk="1" hangingPunct="1"/>
            <a:r>
              <a:rPr lang="en-US" altLang="en-CN" sz="2000"/>
              <a:t>7.7</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6044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60448"/>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60452"/>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60453"/>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604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Text Box 52238">
            <a:extLst>
              <a:ext uri="{FF2B5EF4-FFF2-40B4-BE49-F238E27FC236}">
                <a16:creationId xmlns:a16="http://schemas.microsoft.com/office/drawing/2014/main" id="{0A3A573B-4EE2-6C29-247A-158D92637B34}"/>
              </a:ext>
            </a:extLst>
          </p:cNvPr>
          <p:cNvSpPr txBox="1">
            <a:spLocks noChangeArrowheads="1"/>
          </p:cNvSpPr>
          <p:nvPr/>
        </p:nvSpPr>
        <p:spPr bwMode="auto">
          <a:xfrm>
            <a:off x="2403475" y="52388"/>
            <a:ext cx="73929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pPr algn="ctr"/>
            <a:r>
              <a:rPr lang="en-US" altLang="en-CN" sz="2800"/>
              <a:t>Order of orbitals (filling) in multi-electron atom</a:t>
            </a:r>
          </a:p>
        </p:txBody>
      </p:sp>
      <p:sp>
        <p:nvSpPr>
          <p:cNvPr id="52240" name="Text Box 52239">
            <a:extLst>
              <a:ext uri="{FF2B5EF4-FFF2-40B4-BE49-F238E27FC236}">
                <a16:creationId xmlns:a16="http://schemas.microsoft.com/office/drawing/2014/main" id="{2179AC5A-BDB1-B82B-0D90-65CB1FEDF471}"/>
              </a:ext>
            </a:extLst>
          </p:cNvPr>
          <p:cNvSpPr txBox="1">
            <a:spLocks noChangeArrowheads="1"/>
          </p:cNvSpPr>
          <p:nvPr/>
        </p:nvSpPr>
        <p:spPr bwMode="auto">
          <a:xfrm>
            <a:off x="2133600" y="6019800"/>
            <a:ext cx="79629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pPr algn="ctr"/>
            <a:r>
              <a:rPr lang="en-US" altLang="en-CN"/>
              <a:t>1s &lt; 2s &lt; 2p &lt; 3s &lt; 3p &lt; 4s &lt; 3d &lt; 4p &lt; 5s &lt; 4d &lt; 5p &lt; 6s</a:t>
            </a:r>
          </a:p>
        </p:txBody>
      </p:sp>
      <p:sp>
        <p:nvSpPr>
          <p:cNvPr id="38915" name="Text Box 52240">
            <a:extLst>
              <a:ext uri="{FF2B5EF4-FFF2-40B4-BE49-F238E27FC236}">
                <a16:creationId xmlns:a16="http://schemas.microsoft.com/office/drawing/2014/main" id="{44686A30-4823-7B57-99C0-5763E6564B07}"/>
              </a:ext>
            </a:extLst>
          </p:cNvPr>
          <p:cNvSpPr txBox="1">
            <a:spLocks noChangeArrowheads="1"/>
          </p:cNvSpPr>
          <p:nvPr/>
        </p:nvSpPr>
        <p:spPr bwMode="auto">
          <a:xfrm>
            <a:off x="10055226" y="6384926"/>
            <a:ext cx="5365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pPr eaLnBrk="1" hangingPunct="1"/>
            <a:r>
              <a:rPr lang="en-US" altLang="en-CN" sz="2000"/>
              <a:t>7.7</a:t>
            </a:r>
          </a:p>
        </p:txBody>
      </p:sp>
      <p:pic>
        <p:nvPicPr>
          <p:cNvPr id="38916" name="Picture 52241" descr="07_24">
            <a:extLst>
              <a:ext uri="{FF2B5EF4-FFF2-40B4-BE49-F238E27FC236}">
                <a16:creationId xmlns:a16="http://schemas.microsoft.com/office/drawing/2014/main" id="{96F28284-0594-B425-FE0E-81B6AAAF6D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2777"/>
          <a:stretch>
            <a:fillRect/>
          </a:stretch>
        </p:blipFill>
        <p:spPr bwMode="auto">
          <a:xfrm>
            <a:off x="3503613" y="609600"/>
            <a:ext cx="5181600" cy="533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52240"/>
                                        </p:tgtEl>
                                        <p:attrNameLst>
                                          <p:attrName>style.visibility</p:attrName>
                                        </p:attrNameLst>
                                      </p:cBhvr>
                                      <p:to>
                                        <p:strVal val="visible"/>
                                      </p:to>
                                    </p:set>
                                    <p:anim calcmode="lin" valueType="num">
                                      <p:cBhvr>
                                        <p:cTn id="7" dur="500" fill="hold"/>
                                        <p:tgtEl>
                                          <p:spTgt spid="52240"/>
                                        </p:tgtEl>
                                        <p:attrNameLst>
                                          <p:attrName>ppt_w</p:attrName>
                                        </p:attrNameLst>
                                      </p:cBhvr>
                                      <p:tavLst>
                                        <p:tav tm="0">
                                          <p:val>
                                            <p:fltVal val="0"/>
                                          </p:val>
                                        </p:tav>
                                        <p:tav tm="100000">
                                          <p:val>
                                            <p:strVal val="#ppt_w"/>
                                          </p:val>
                                        </p:tav>
                                      </p:tavLst>
                                    </p:anim>
                                    <p:anim calcmode="lin" valueType="num">
                                      <p:cBhvr>
                                        <p:cTn id="8" dur="500" fill="hold"/>
                                        <p:tgtEl>
                                          <p:spTgt spid="52240"/>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40"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Text Box 63489">
            <a:extLst>
              <a:ext uri="{FF2B5EF4-FFF2-40B4-BE49-F238E27FC236}">
                <a16:creationId xmlns:a16="http://schemas.microsoft.com/office/drawing/2014/main" id="{14EA9EC1-A845-5F0A-AAEF-5B8B069C94C7}"/>
              </a:ext>
            </a:extLst>
          </p:cNvPr>
          <p:cNvSpPr txBox="1">
            <a:spLocks noChangeArrowheads="1"/>
          </p:cNvSpPr>
          <p:nvPr/>
        </p:nvSpPr>
        <p:spPr bwMode="auto">
          <a:xfrm>
            <a:off x="1600200" y="304800"/>
            <a:ext cx="8991600"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pPr>
              <a:spcBef>
                <a:spcPct val="50000"/>
              </a:spcBef>
            </a:pPr>
            <a:r>
              <a:rPr lang="en-US" altLang="en-CN" sz="2800" b="1" i="1"/>
              <a:t>Electron configuration</a:t>
            </a:r>
            <a:r>
              <a:rPr lang="en-US" altLang="en-CN" sz="2800"/>
              <a:t> is how the electrons are distributed among the various atomic orbitals in an atom.</a:t>
            </a:r>
            <a:endParaRPr lang="en-US" altLang="en-CN" sz="2800" b="1" i="1"/>
          </a:p>
        </p:txBody>
      </p:sp>
      <p:sp>
        <p:nvSpPr>
          <p:cNvPr id="63491" name="Text Box 63490">
            <a:extLst>
              <a:ext uri="{FF2B5EF4-FFF2-40B4-BE49-F238E27FC236}">
                <a16:creationId xmlns:a16="http://schemas.microsoft.com/office/drawing/2014/main" id="{480420C2-9622-B967-471A-BB72CBB3C8FB}"/>
              </a:ext>
            </a:extLst>
          </p:cNvPr>
          <p:cNvSpPr txBox="1">
            <a:spLocks noChangeArrowheads="1"/>
          </p:cNvSpPr>
          <p:nvPr/>
        </p:nvSpPr>
        <p:spPr bwMode="auto">
          <a:xfrm>
            <a:off x="5711914" y="2309814"/>
            <a:ext cx="76976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pPr algn="ctr"/>
            <a:r>
              <a:rPr lang="en-US" altLang="en-CN" sz="3200"/>
              <a:t>1s</a:t>
            </a:r>
            <a:r>
              <a:rPr lang="en-US" altLang="en-CN" sz="3200" baseline="30000"/>
              <a:t>1</a:t>
            </a:r>
            <a:endParaRPr lang="en-US" altLang="en-CN" sz="3200"/>
          </a:p>
        </p:txBody>
      </p:sp>
      <p:grpSp>
        <p:nvGrpSpPr>
          <p:cNvPr id="63498" name="Group 63497">
            <a:extLst>
              <a:ext uri="{FF2B5EF4-FFF2-40B4-BE49-F238E27FC236}">
                <a16:creationId xmlns:a16="http://schemas.microsoft.com/office/drawing/2014/main" id="{6E1B8E1C-88F2-8949-9918-9CD7C1C9E782}"/>
              </a:ext>
            </a:extLst>
          </p:cNvPr>
          <p:cNvGrpSpPr>
            <a:grpSpLocks/>
          </p:cNvGrpSpPr>
          <p:nvPr/>
        </p:nvGrpSpPr>
        <p:grpSpPr bwMode="auto">
          <a:xfrm>
            <a:off x="2917826" y="2674938"/>
            <a:ext cx="2949575" cy="1066799"/>
            <a:chOff x="878" y="1536"/>
            <a:chExt cx="1858" cy="672"/>
          </a:xfrm>
        </p:grpSpPr>
        <p:sp>
          <p:nvSpPr>
            <p:cNvPr id="39940" name="Text Box 63491">
              <a:extLst>
                <a:ext uri="{FF2B5EF4-FFF2-40B4-BE49-F238E27FC236}">
                  <a16:creationId xmlns:a16="http://schemas.microsoft.com/office/drawing/2014/main" id="{2BE93E40-8A78-1E1A-5B61-94239E275989}"/>
                </a:ext>
              </a:extLst>
            </p:cNvPr>
            <p:cNvSpPr txBox="1">
              <a:spLocks noChangeArrowheads="1"/>
            </p:cNvSpPr>
            <p:nvPr/>
          </p:nvSpPr>
          <p:spPr bwMode="auto">
            <a:xfrm>
              <a:off x="878" y="1685"/>
              <a:ext cx="1649"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pPr algn="ctr"/>
              <a:r>
                <a:rPr lang="en-US" altLang="en-CN"/>
                <a:t>principal quantum</a:t>
              </a:r>
            </a:p>
            <a:p>
              <a:pPr algn="ctr"/>
              <a:r>
                <a:rPr lang="en-US" altLang="en-CN"/>
                <a:t>number </a:t>
              </a:r>
              <a:r>
                <a:rPr lang="en-US" altLang="en-CN" b="1" i="1"/>
                <a:t>n</a:t>
              </a:r>
              <a:endParaRPr lang="en-US" altLang="en-CN" b="1"/>
            </a:p>
          </p:txBody>
        </p:sp>
        <p:sp>
          <p:nvSpPr>
            <p:cNvPr id="39941" name="Straight Connector 63494">
              <a:extLst>
                <a:ext uri="{FF2B5EF4-FFF2-40B4-BE49-F238E27FC236}">
                  <a16:creationId xmlns:a16="http://schemas.microsoft.com/office/drawing/2014/main" id="{8CA5CB37-D760-36E5-C022-8C8290BE0CFA}"/>
                </a:ext>
              </a:extLst>
            </p:cNvPr>
            <p:cNvSpPr>
              <a:spLocks noChangeShapeType="1"/>
            </p:cNvSpPr>
            <p:nvPr/>
          </p:nvSpPr>
          <p:spPr bwMode="auto">
            <a:xfrm flipV="1">
              <a:off x="2496" y="1536"/>
              <a:ext cx="240" cy="192"/>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N"/>
            </a:p>
          </p:txBody>
        </p:sp>
      </p:grpSp>
      <p:grpSp>
        <p:nvGrpSpPr>
          <p:cNvPr id="63499" name="Group 63498">
            <a:extLst>
              <a:ext uri="{FF2B5EF4-FFF2-40B4-BE49-F238E27FC236}">
                <a16:creationId xmlns:a16="http://schemas.microsoft.com/office/drawing/2014/main" id="{ECF9B85F-B0FE-6907-84C4-97D765360C39}"/>
              </a:ext>
            </a:extLst>
          </p:cNvPr>
          <p:cNvGrpSpPr>
            <a:grpSpLocks/>
          </p:cNvGrpSpPr>
          <p:nvPr/>
        </p:nvGrpSpPr>
        <p:grpSpPr bwMode="auto">
          <a:xfrm>
            <a:off x="6248400" y="2751138"/>
            <a:ext cx="3206750" cy="990599"/>
            <a:chOff x="2976" y="1584"/>
            <a:chExt cx="2020" cy="624"/>
          </a:xfrm>
        </p:grpSpPr>
        <p:sp>
          <p:nvSpPr>
            <p:cNvPr id="39943" name="Text Box 63492">
              <a:extLst>
                <a:ext uri="{FF2B5EF4-FFF2-40B4-BE49-F238E27FC236}">
                  <a16:creationId xmlns:a16="http://schemas.microsoft.com/office/drawing/2014/main" id="{62358CE6-35C3-5E79-37D0-9D23B557F1E5}"/>
                </a:ext>
              </a:extLst>
            </p:cNvPr>
            <p:cNvSpPr txBox="1">
              <a:spLocks noChangeArrowheads="1"/>
            </p:cNvSpPr>
            <p:nvPr/>
          </p:nvSpPr>
          <p:spPr bwMode="auto">
            <a:xfrm>
              <a:off x="3208" y="1685"/>
              <a:ext cx="1788"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pPr algn="ctr"/>
              <a:r>
                <a:rPr lang="en-US" altLang="en-CN"/>
                <a:t>angular momentum</a:t>
              </a:r>
            </a:p>
            <a:p>
              <a:pPr algn="ctr"/>
              <a:r>
                <a:rPr lang="en-US" altLang="en-CN"/>
                <a:t>quantum number </a:t>
              </a:r>
              <a:r>
                <a:rPr lang="en-US" altLang="en-CN" b="1" i="1"/>
                <a:t>l</a:t>
              </a:r>
              <a:endParaRPr lang="en-US" altLang="en-CN" b="1"/>
            </a:p>
          </p:txBody>
        </p:sp>
        <p:sp>
          <p:nvSpPr>
            <p:cNvPr id="39944" name="Straight Connector 63495">
              <a:extLst>
                <a:ext uri="{FF2B5EF4-FFF2-40B4-BE49-F238E27FC236}">
                  <a16:creationId xmlns:a16="http://schemas.microsoft.com/office/drawing/2014/main" id="{908A8227-98B0-15CC-2E9D-D8CA1EB050D2}"/>
                </a:ext>
              </a:extLst>
            </p:cNvPr>
            <p:cNvSpPr>
              <a:spLocks noChangeShapeType="1"/>
            </p:cNvSpPr>
            <p:nvPr/>
          </p:nvSpPr>
          <p:spPr bwMode="auto">
            <a:xfrm flipH="1" flipV="1">
              <a:off x="2976" y="1584"/>
              <a:ext cx="240" cy="192"/>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N"/>
            </a:p>
          </p:txBody>
        </p:sp>
      </p:grpSp>
      <p:grpSp>
        <p:nvGrpSpPr>
          <p:cNvPr id="63500" name="Group 63499">
            <a:extLst>
              <a:ext uri="{FF2B5EF4-FFF2-40B4-BE49-F238E27FC236}">
                <a16:creationId xmlns:a16="http://schemas.microsoft.com/office/drawing/2014/main" id="{01E58965-D9CE-5C2B-FA9F-47DDE1CA2896}"/>
              </a:ext>
            </a:extLst>
          </p:cNvPr>
          <p:cNvGrpSpPr>
            <a:grpSpLocks/>
          </p:cNvGrpSpPr>
          <p:nvPr/>
        </p:nvGrpSpPr>
        <p:grpSpPr bwMode="auto">
          <a:xfrm>
            <a:off x="6400800" y="1608140"/>
            <a:ext cx="3651250" cy="830263"/>
            <a:chOff x="3072" y="864"/>
            <a:chExt cx="2300" cy="523"/>
          </a:xfrm>
        </p:grpSpPr>
        <p:sp>
          <p:nvSpPr>
            <p:cNvPr id="39946" name="Text Box 63493">
              <a:extLst>
                <a:ext uri="{FF2B5EF4-FFF2-40B4-BE49-F238E27FC236}">
                  <a16:creationId xmlns:a16="http://schemas.microsoft.com/office/drawing/2014/main" id="{B2283269-E144-EABB-A328-BC3D6FD14142}"/>
                </a:ext>
              </a:extLst>
            </p:cNvPr>
            <p:cNvSpPr txBox="1">
              <a:spLocks noChangeArrowheads="1"/>
            </p:cNvSpPr>
            <p:nvPr/>
          </p:nvSpPr>
          <p:spPr bwMode="auto">
            <a:xfrm>
              <a:off x="3206" y="864"/>
              <a:ext cx="2166"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pPr algn="ctr"/>
              <a:r>
                <a:rPr lang="en-US" altLang="en-CN"/>
                <a:t>number of electrons</a:t>
              </a:r>
            </a:p>
            <a:p>
              <a:pPr algn="ctr"/>
              <a:r>
                <a:rPr lang="en-US" altLang="en-CN"/>
                <a:t>in the orbital or subshell</a:t>
              </a:r>
            </a:p>
          </p:txBody>
        </p:sp>
        <p:sp>
          <p:nvSpPr>
            <p:cNvPr id="39947" name="Straight Connector 63496">
              <a:extLst>
                <a:ext uri="{FF2B5EF4-FFF2-40B4-BE49-F238E27FC236}">
                  <a16:creationId xmlns:a16="http://schemas.microsoft.com/office/drawing/2014/main" id="{BD812710-7BD7-4C98-753E-8096F73D9A00}"/>
                </a:ext>
              </a:extLst>
            </p:cNvPr>
            <p:cNvSpPr>
              <a:spLocks noChangeShapeType="1"/>
            </p:cNvSpPr>
            <p:nvPr/>
          </p:nvSpPr>
          <p:spPr bwMode="auto">
            <a:xfrm flipH="1">
              <a:off x="3072" y="1056"/>
              <a:ext cx="240" cy="288"/>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N"/>
            </a:p>
          </p:txBody>
        </p:sp>
      </p:grpSp>
      <p:sp>
        <p:nvSpPr>
          <p:cNvPr id="63501" name="Text Box 63500">
            <a:extLst>
              <a:ext uri="{FF2B5EF4-FFF2-40B4-BE49-F238E27FC236}">
                <a16:creationId xmlns:a16="http://schemas.microsoft.com/office/drawing/2014/main" id="{665502D8-0264-7485-DDC5-5A162CDC3B95}"/>
              </a:ext>
            </a:extLst>
          </p:cNvPr>
          <p:cNvSpPr txBox="1">
            <a:spLocks noChangeArrowheads="1"/>
          </p:cNvSpPr>
          <p:nvPr/>
        </p:nvSpPr>
        <p:spPr bwMode="auto">
          <a:xfrm>
            <a:off x="4689475" y="4433888"/>
            <a:ext cx="28130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r>
              <a:rPr lang="en-US" altLang="en-CN" sz="2800" b="1" i="1"/>
              <a:t>Orbital diagram</a:t>
            </a:r>
          </a:p>
        </p:txBody>
      </p:sp>
      <p:sp>
        <p:nvSpPr>
          <p:cNvPr id="63502" name="Text Box 63501">
            <a:extLst>
              <a:ext uri="{FF2B5EF4-FFF2-40B4-BE49-F238E27FC236}">
                <a16:creationId xmlns:a16="http://schemas.microsoft.com/office/drawing/2014/main" id="{3E828131-860C-38B7-9397-3FCBAD2ED8CF}"/>
              </a:ext>
            </a:extLst>
          </p:cNvPr>
          <p:cNvSpPr txBox="1">
            <a:spLocks noChangeArrowheads="1"/>
          </p:cNvSpPr>
          <p:nvPr/>
        </p:nvSpPr>
        <p:spPr bwMode="auto">
          <a:xfrm>
            <a:off x="5181601" y="5435600"/>
            <a:ext cx="404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r>
              <a:rPr lang="en-US" altLang="en-CN"/>
              <a:t>H</a:t>
            </a:r>
          </a:p>
        </p:txBody>
      </p:sp>
      <p:grpSp>
        <p:nvGrpSpPr>
          <p:cNvPr id="63507" name="Group 63506">
            <a:extLst>
              <a:ext uri="{FF2B5EF4-FFF2-40B4-BE49-F238E27FC236}">
                <a16:creationId xmlns:a16="http://schemas.microsoft.com/office/drawing/2014/main" id="{89CFA671-51D4-3489-264C-CCE8579276F2}"/>
              </a:ext>
            </a:extLst>
          </p:cNvPr>
          <p:cNvGrpSpPr>
            <a:grpSpLocks/>
          </p:cNvGrpSpPr>
          <p:nvPr/>
        </p:nvGrpSpPr>
        <p:grpSpPr bwMode="auto">
          <a:xfrm>
            <a:off x="6629401" y="5370514"/>
            <a:ext cx="619125" cy="1030287"/>
            <a:chOff x="3398" y="3312"/>
            <a:chExt cx="390" cy="649"/>
          </a:xfrm>
        </p:grpSpPr>
        <p:sp>
          <p:nvSpPr>
            <p:cNvPr id="39951" name="Text Box 63502">
              <a:extLst>
                <a:ext uri="{FF2B5EF4-FFF2-40B4-BE49-F238E27FC236}">
                  <a16:creationId xmlns:a16="http://schemas.microsoft.com/office/drawing/2014/main" id="{C48564AF-1D2F-5711-726B-B83EEF0F9DFB}"/>
                </a:ext>
              </a:extLst>
            </p:cNvPr>
            <p:cNvSpPr txBox="1">
              <a:spLocks noChangeArrowheads="1"/>
            </p:cNvSpPr>
            <p:nvPr/>
          </p:nvSpPr>
          <p:spPr bwMode="auto">
            <a:xfrm>
              <a:off x="3398" y="3673"/>
              <a:ext cx="39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r>
                <a:rPr lang="en-US" altLang="en-CN"/>
                <a:t>1s</a:t>
              </a:r>
              <a:r>
                <a:rPr lang="en-US" altLang="en-CN" baseline="30000"/>
                <a:t>1</a:t>
              </a:r>
            </a:p>
          </p:txBody>
        </p:sp>
        <p:grpSp>
          <p:nvGrpSpPr>
            <p:cNvPr id="39952" name="Group 63505">
              <a:extLst>
                <a:ext uri="{FF2B5EF4-FFF2-40B4-BE49-F238E27FC236}">
                  <a16:creationId xmlns:a16="http://schemas.microsoft.com/office/drawing/2014/main" id="{69082C53-E481-9C42-0B99-DC3B660D6539}"/>
                </a:ext>
              </a:extLst>
            </p:cNvPr>
            <p:cNvGrpSpPr>
              <a:grpSpLocks/>
            </p:cNvGrpSpPr>
            <p:nvPr/>
          </p:nvGrpSpPr>
          <p:grpSpPr bwMode="auto">
            <a:xfrm>
              <a:off x="3425" y="3312"/>
              <a:ext cx="336" cy="384"/>
              <a:chOff x="3408" y="3312"/>
              <a:chExt cx="336" cy="384"/>
            </a:xfrm>
          </p:grpSpPr>
          <p:sp>
            <p:nvSpPr>
              <p:cNvPr id="39953" name="Rectangle 63503">
                <a:extLst>
                  <a:ext uri="{FF2B5EF4-FFF2-40B4-BE49-F238E27FC236}">
                    <a16:creationId xmlns:a16="http://schemas.microsoft.com/office/drawing/2014/main" id="{9658C041-EA1B-E36F-A041-3C61ECF3AB64}"/>
                  </a:ext>
                </a:extLst>
              </p:cNvPr>
              <p:cNvSpPr>
                <a:spLocks noChangeArrowheads="1"/>
              </p:cNvSpPr>
              <p:nvPr/>
            </p:nvSpPr>
            <p:spPr bwMode="auto">
              <a:xfrm>
                <a:off x="3408" y="3312"/>
                <a:ext cx="336" cy="384"/>
              </a:xfrm>
              <a:prstGeom prst="rect">
                <a:avLst/>
              </a:prstGeom>
              <a:solidFill>
                <a:schemeClr val="bg1"/>
              </a:solidFill>
              <a:ln w="19050">
                <a:solidFill>
                  <a:schemeClr val="tx1"/>
                </a:solidFill>
                <a:miter lim="800000"/>
                <a:headEnd/>
                <a:tailEnd/>
              </a:ln>
            </p:spPr>
            <p:txBody>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endParaRPr lang="en-US" altLang="zh-CN">
                  <a:ea typeface="SimSun" panose="02010600030101010101" pitchFamily="2" charset="-122"/>
                </a:endParaRPr>
              </a:p>
            </p:txBody>
          </p:sp>
          <p:sp>
            <p:nvSpPr>
              <p:cNvPr id="39954" name="Straight Connector 63504">
                <a:extLst>
                  <a:ext uri="{FF2B5EF4-FFF2-40B4-BE49-F238E27FC236}">
                    <a16:creationId xmlns:a16="http://schemas.microsoft.com/office/drawing/2014/main" id="{90E09D90-4EBE-A331-1BAD-09EA409DB9C4}"/>
                  </a:ext>
                </a:extLst>
              </p:cNvPr>
              <p:cNvSpPr>
                <a:spLocks noChangeShapeType="1"/>
              </p:cNvSpPr>
              <p:nvPr/>
            </p:nvSpPr>
            <p:spPr bwMode="auto">
              <a:xfrm flipV="1">
                <a:off x="3552" y="3360"/>
                <a:ext cx="0" cy="288"/>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N"/>
              </a:p>
            </p:txBody>
          </p:sp>
        </p:grpSp>
      </p:grpSp>
      <p:sp>
        <p:nvSpPr>
          <p:cNvPr id="39955" name="Text Box 63507">
            <a:extLst>
              <a:ext uri="{FF2B5EF4-FFF2-40B4-BE49-F238E27FC236}">
                <a16:creationId xmlns:a16="http://schemas.microsoft.com/office/drawing/2014/main" id="{59E91917-077E-72DF-A5F5-F3C8303D0E04}"/>
              </a:ext>
            </a:extLst>
          </p:cNvPr>
          <p:cNvSpPr txBox="1">
            <a:spLocks noChangeArrowheads="1"/>
          </p:cNvSpPr>
          <p:nvPr/>
        </p:nvSpPr>
        <p:spPr bwMode="auto">
          <a:xfrm>
            <a:off x="10055226" y="6384926"/>
            <a:ext cx="5365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pPr eaLnBrk="1" hangingPunct="1"/>
            <a:r>
              <a:rPr lang="en-US" altLang="en-CN" sz="2000"/>
              <a:t>7.8</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63491"/>
                                        </p:tgtEl>
                                        <p:attrNameLst>
                                          <p:attrName>style.visibility</p:attrName>
                                        </p:attrNameLst>
                                      </p:cBhvr>
                                      <p:to>
                                        <p:strVal val="visible"/>
                                      </p:to>
                                    </p:set>
                                    <p:anim calcmode="lin" valueType="num">
                                      <p:cBhvr>
                                        <p:cTn id="7" dur="500" fill="hold"/>
                                        <p:tgtEl>
                                          <p:spTgt spid="63491"/>
                                        </p:tgtEl>
                                        <p:attrNameLst>
                                          <p:attrName>ppt_w</p:attrName>
                                        </p:attrNameLst>
                                      </p:cBhvr>
                                      <p:tavLst>
                                        <p:tav tm="0">
                                          <p:val>
                                            <p:fltVal val="0"/>
                                          </p:val>
                                        </p:tav>
                                        <p:tav tm="100000">
                                          <p:val>
                                            <p:strVal val="#ppt_w"/>
                                          </p:val>
                                        </p:tav>
                                      </p:tavLst>
                                    </p:anim>
                                    <p:anim calcmode="lin" valueType="num">
                                      <p:cBhvr>
                                        <p:cTn id="8" dur="500" fill="hold"/>
                                        <p:tgtEl>
                                          <p:spTgt spid="63491"/>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63498"/>
                                        </p:tgtEl>
                                        <p:attrNameLst>
                                          <p:attrName>style.visibility</p:attrName>
                                        </p:attrNameLst>
                                      </p:cBhvr>
                                      <p:to>
                                        <p:strVal val="visible"/>
                                      </p:to>
                                    </p:set>
                                    <p:anim calcmode="lin" valueType="num">
                                      <p:cBhvr additive="base">
                                        <p:cTn id="13" dur="500" fill="hold"/>
                                        <p:tgtEl>
                                          <p:spTgt spid="63498"/>
                                        </p:tgtEl>
                                        <p:attrNameLst>
                                          <p:attrName>ppt_x</p:attrName>
                                        </p:attrNameLst>
                                      </p:cBhvr>
                                      <p:tavLst>
                                        <p:tav tm="0">
                                          <p:val>
                                            <p:strVal val="0-#ppt_w/2"/>
                                          </p:val>
                                        </p:tav>
                                        <p:tav tm="100000">
                                          <p:val>
                                            <p:strVal val="#ppt_x"/>
                                          </p:val>
                                        </p:tav>
                                      </p:tavLst>
                                    </p:anim>
                                    <p:anim calcmode="lin" valueType="num">
                                      <p:cBhvr additive="base">
                                        <p:cTn id="14" dur="500" fill="hold"/>
                                        <p:tgtEl>
                                          <p:spTgt spid="63498"/>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nodeType="clickEffect">
                                  <p:stCondLst>
                                    <p:cond delay="0"/>
                                  </p:stCondLst>
                                  <p:childTnLst>
                                    <p:set>
                                      <p:cBhvr>
                                        <p:cTn id="18" dur="1" fill="hold">
                                          <p:stCondLst>
                                            <p:cond delay="0"/>
                                          </p:stCondLst>
                                        </p:cTn>
                                        <p:tgtEl>
                                          <p:spTgt spid="63499"/>
                                        </p:tgtEl>
                                        <p:attrNameLst>
                                          <p:attrName>style.visibility</p:attrName>
                                        </p:attrNameLst>
                                      </p:cBhvr>
                                      <p:to>
                                        <p:strVal val="visible"/>
                                      </p:to>
                                    </p:set>
                                    <p:anim calcmode="lin" valueType="num">
                                      <p:cBhvr additive="base">
                                        <p:cTn id="19" dur="500" fill="hold"/>
                                        <p:tgtEl>
                                          <p:spTgt spid="63499"/>
                                        </p:tgtEl>
                                        <p:attrNameLst>
                                          <p:attrName>ppt_x</p:attrName>
                                        </p:attrNameLst>
                                      </p:cBhvr>
                                      <p:tavLst>
                                        <p:tav tm="0">
                                          <p:val>
                                            <p:strVal val="1+#ppt_w/2"/>
                                          </p:val>
                                        </p:tav>
                                        <p:tav tm="100000">
                                          <p:val>
                                            <p:strVal val="#ppt_x"/>
                                          </p:val>
                                        </p:tav>
                                      </p:tavLst>
                                    </p:anim>
                                    <p:anim calcmode="lin" valueType="num">
                                      <p:cBhvr additive="base">
                                        <p:cTn id="20" dur="500" fill="hold"/>
                                        <p:tgtEl>
                                          <p:spTgt spid="63499"/>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nodeType="clickEffect">
                                  <p:stCondLst>
                                    <p:cond delay="0"/>
                                  </p:stCondLst>
                                  <p:childTnLst>
                                    <p:set>
                                      <p:cBhvr>
                                        <p:cTn id="24" dur="1" fill="hold">
                                          <p:stCondLst>
                                            <p:cond delay="0"/>
                                          </p:stCondLst>
                                        </p:cTn>
                                        <p:tgtEl>
                                          <p:spTgt spid="63500"/>
                                        </p:tgtEl>
                                        <p:attrNameLst>
                                          <p:attrName>style.visibility</p:attrName>
                                        </p:attrNameLst>
                                      </p:cBhvr>
                                      <p:to>
                                        <p:strVal val="visible"/>
                                      </p:to>
                                    </p:set>
                                    <p:anim calcmode="lin" valueType="num">
                                      <p:cBhvr additive="base">
                                        <p:cTn id="25" dur="500" fill="hold"/>
                                        <p:tgtEl>
                                          <p:spTgt spid="63500"/>
                                        </p:tgtEl>
                                        <p:attrNameLst>
                                          <p:attrName>ppt_x</p:attrName>
                                        </p:attrNameLst>
                                      </p:cBhvr>
                                      <p:tavLst>
                                        <p:tav tm="0">
                                          <p:val>
                                            <p:strVal val="1+#ppt_w/2"/>
                                          </p:val>
                                        </p:tav>
                                        <p:tav tm="100000">
                                          <p:val>
                                            <p:strVal val="#ppt_x"/>
                                          </p:val>
                                        </p:tav>
                                      </p:tavLst>
                                    </p:anim>
                                    <p:anim calcmode="lin" valueType="num">
                                      <p:cBhvr additive="base">
                                        <p:cTn id="26" dur="500" fill="hold"/>
                                        <p:tgtEl>
                                          <p:spTgt spid="63500"/>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63501"/>
                                        </p:tgtEl>
                                        <p:attrNameLst>
                                          <p:attrName>style.visibility</p:attrName>
                                        </p:attrNameLst>
                                      </p:cBhvr>
                                      <p:to>
                                        <p:strVal val="visible"/>
                                      </p:to>
                                    </p:set>
                                    <p:anim calcmode="lin" valueType="num">
                                      <p:cBhvr additive="base">
                                        <p:cTn id="31" dur="500" fill="hold"/>
                                        <p:tgtEl>
                                          <p:spTgt spid="63501"/>
                                        </p:tgtEl>
                                        <p:attrNameLst>
                                          <p:attrName>ppt_x</p:attrName>
                                        </p:attrNameLst>
                                      </p:cBhvr>
                                      <p:tavLst>
                                        <p:tav tm="0">
                                          <p:val>
                                            <p:strVal val="0-#ppt_w/2"/>
                                          </p:val>
                                        </p:tav>
                                        <p:tav tm="100000">
                                          <p:val>
                                            <p:strVal val="#ppt_x"/>
                                          </p:val>
                                        </p:tav>
                                      </p:tavLst>
                                    </p:anim>
                                    <p:anim calcmode="lin" valueType="num">
                                      <p:cBhvr additive="base">
                                        <p:cTn id="32" dur="500" fill="hold"/>
                                        <p:tgtEl>
                                          <p:spTgt spid="63501"/>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63502"/>
                                        </p:tgtEl>
                                        <p:attrNameLst>
                                          <p:attrName>style.visibility</p:attrName>
                                        </p:attrNameLst>
                                      </p:cBhvr>
                                      <p:to>
                                        <p:strVal val="visible"/>
                                      </p:to>
                                    </p:set>
                                    <p:anim calcmode="lin" valueType="num">
                                      <p:cBhvr additive="base">
                                        <p:cTn id="37" dur="500" fill="hold"/>
                                        <p:tgtEl>
                                          <p:spTgt spid="63502"/>
                                        </p:tgtEl>
                                        <p:attrNameLst>
                                          <p:attrName>ppt_x</p:attrName>
                                        </p:attrNameLst>
                                      </p:cBhvr>
                                      <p:tavLst>
                                        <p:tav tm="0">
                                          <p:val>
                                            <p:strVal val="0-#ppt_w/2"/>
                                          </p:val>
                                        </p:tav>
                                        <p:tav tm="100000">
                                          <p:val>
                                            <p:strVal val="#ppt_x"/>
                                          </p:val>
                                        </p:tav>
                                      </p:tavLst>
                                    </p:anim>
                                    <p:anim calcmode="lin" valueType="num">
                                      <p:cBhvr additive="base">
                                        <p:cTn id="38" dur="500" fill="hold"/>
                                        <p:tgtEl>
                                          <p:spTgt spid="63502"/>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2" fill="hold" nodeType="clickEffect">
                                  <p:stCondLst>
                                    <p:cond delay="0"/>
                                  </p:stCondLst>
                                  <p:childTnLst>
                                    <p:set>
                                      <p:cBhvr>
                                        <p:cTn id="42" dur="1" fill="hold">
                                          <p:stCondLst>
                                            <p:cond delay="0"/>
                                          </p:stCondLst>
                                        </p:cTn>
                                        <p:tgtEl>
                                          <p:spTgt spid="63507"/>
                                        </p:tgtEl>
                                        <p:attrNameLst>
                                          <p:attrName>style.visibility</p:attrName>
                                        </p:attrNameLst>
                                      </p:cBhvr>
                                      <p:to>
                                        <p:strVal val="visible"/>
                                      </p:to>
                                    </p:set>
                                    <p:anim calcmode="lin" valueType="num">
                                      <p:cBhvr additive="base">
                                        <p:cTn id="43" dur="500" fill="hold"/>
                                        <p:tgtEl>
                                          <p:spTgt spid="63507"/>
                                        </p:tgtEl>
                                        <p:attrNameLst>
                                          <p:attrName>ppt_x</p:attrName>
                                        </p:attrNameLst>
                                      </p:cBhvr>
                                      <p:tavLst>
                                        <p:tav tm="0">
                                          <p:val>
                                            <p:strVal val="1+#ppt_w/2"/>
                                          </p:val>
                                        </p:tav>
                                        <p:tav tm="100000">
                                          <p:val>
                                            <p:strVal val="#ppt_x"/>
                                          </p:val>
                                        </p:tav>
                                      </p:tavLst>
                                    </p:anim>
                                    <p:anim calcmode="lin" valueType="num">
                                      <p:cBhvr additive="base">
                                        <p:cTn id="44" dur="500" fill="hold"/>
                                        <p:tgtEl>
                                          <p:spTgt spid="6350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1" grpId="0"/>
      <p:bldP spid="63501" grpId="0"/>
      <p:bldP spid="6350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961" name="Group 61441">
            <a:extLst>
              <a:ext uri="{FF2B5EF4-FFF2-40B4-BE49-F238E27FC236}">
                <a16:creationId xmlns:a16="http://schemas.microsoft.com/office/drawing/2014/main" id="{37570DC9-4986-F01A-6067-878E63A27E9C}"/>
              </a:ext>
            </a:extLst>
          </p:cNvPr>
          <p:cNvGrpSpPr>
            <a:grpSpLocks/>
          </p:cNvGrpSpPr>
          <p:nvPr/>
        </p:nvGrpSpPr>
        <p:grpSpPr bwMode="auto">
          <a:xfrm>
            <a:off x="1981200" y="304801"/>
            <a:ext cx="7848600" cy="1636713"/>
            <a:chOff x="240" y="144"/>
            <a:chExt cx="4944" cy="1031"/>
          </a:xfrm>
        </p:grpSpPr>
        <p:sp>
          <p:nvSpPr>
            <p:cNvPr id="40962" name="Text Box 61442">
              <a:extLst>
                <a:ext uri="{FF2B5EF4-FFF2-40B4-BE49-F238E27FC236}">
                  <a16:creationId xmlns:a16="http://schemas.microsoft.com/office/drawing/2014/main" id="{A8EF0B3E-94F2-B625-9D2F-17B87B1A8622}"/>
                </a:ext>
              </a:extLst>
            </p:cNvPr>
            <p:cNvSpPr txBox="1">
              <a:spLocks noChangeArrowheads="1"/>
            </p:cNvSpPr>
            <p:nvPr/>
          </p:nvSpPr>
          <p:spPr bwMode="auto">
            <a:xfrm>
              <a:off x="912" y="144"/>
              <a:ext cx="42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pPr>
                <a:spcBef>
                  <a:spcPct val="50000"/>
                </a:spcBef>
              </a:pPr>
              <a:r>
                <a:rPr lang="en-US" altLang="en-CN">
                  <a:solidFill>
                    <a:schemeClr val="accent2"/>
                  </a:solidFill>
                </a:rPr>
                <a:t>What is the electron configuration of Mg?</a:t>
              </a:r>
            </a:p>
          </p:txBody>
        </p:sp>
        <p:graphicFrame>
          <p:nvGraphicFramePr>
            <p:cNvPr id="40963" name="Object 61443">
              <a:extLst>
                <a:ext uri="{FF2B5EF4-FFF2-40B4-BE49-F238E27FC236}">
                  <a16:creationId xmlns:a16="http://schemas.microsoft.com/office/drawing/2014/main" id="{5A807469-8318-81EC-8DB7-FAB058101EC8}"/>
                </a:ext>
              </a:extLst>
            </p:cNvPr>
            <p:cNvGraphicFramePr>
              <a:graphicFrameLocks/>
            </p:cNvGraphicFramePr>
            <p:nvPr/>
          </p:nvGraphicFramePr>
          <p:xfrm>
            <a:off x="240" y="144"/>
            <a:ext cx="539" cy="1031"/>
          </p:xfrm>
          <a:graphic>
            <a:graphicData uri="http://schemas.openxmlformats.org/presentationml/2006/ole">
              <mc:AlternateContent xmlns:mc="http://schemas.openxmlformats.org/markup-compatibility/2006">
                <mc:Choice xmlns:v="urn:schemas-microsoft-com:vml" Requires="v">
                  <p:oleObj r:id="rId2" imgW="6705600" imgH="12649200" progId="MS_ClipArt_Gallery.2">
                    <p:embed/>
                  </p:oleObj>
                </mc:Choice>
                <mc:Fallback>
                  <p:oleObj r:id="rId2" imgW="6705600" imgH="12649200" progId="MS_ClipArt_Gallery.2">
                    <p:embed/>
                    <p:pic>
                      <p:nvPicPr>
                        <p:cNvPr id="40963" name="Object 61443">
                          <a:extLst>
                            <a:ext uri="{FF2B5EF4-FFF2-40B4-BE49-F238E27FC236}">
                              <a16:creationId xmlns:a16="http://schemas.microsoft.com/office/drawing/2014/main" id="{5A807469-8318-81EC-8DB7-FAB058101EC8}"/>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0" y="144"/>
                          <a:ext cx="539" cy="10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
        <p:nvSpPr>
          <p:cNvPr id="61445" name="Text Box 61444">
            <a:extLst>
              <a:ext uri="{FF2B5EF4-FFF2-40B4-BE49-F238E27FC236}">
                <a16:creationId xmlns:a16="http://schemas.microsoft.com/office/drawing/2014/main" id="{54F28E99-7C34-BADD-0B58-09310582D006}"/>
              </a:ext>
            </a:extLst>
          </p:cNvPr>
          <p:cNvSpPr txBox="1">
            <a:spLocks noChangeArrowheads="1"/>
          </p:cNvSpPr>
          <p:nvPr/>
        </p:nvSpPr>
        <p:spPr bwMode="auto">
          <a:xfrm>
            <a:off x="3489325" y="801688"/>
            <a:ext cx="2438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r>
              <a:rPr lang="en-US" altLang="en-CN"/>
              <a:t>Mg  12 electrons</a:t>
            </a:r>
          </a:p>
        </p:txBody>
      </p:sp>
      <p:sp>
        <p:nvSpPr>
          <p:cNvPr id="61446" name="Text Box 61445">
            <a:extLst>
              <a:ext uri="{FF2B5EF4-FFF2-40B4-BE49-F238E27FC236}">
                <a16:creationId xmlns:a16="http://schemas.microsoft.com/office/drawing/2014/main" id="{C472DC2C-877A-1932-B038-666C462859B7}"/>
              </a:ext>
            </a:extLst>
          </p:cNvPr>
          <p:cNvSpPr txBox="1">
            <a:spLocks noChangeArrowheads="1"/>
          </p:cNvSpPr>
          <p:nvPr/>
        </p:nvSpPr>
        <p:spPr bwMode="auto">
          <a:xfrm>
            <a:off x="3489326" y="1335088"/>
            <a:ext cx="39671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pPr algn="ctr"/>
            <a:r>
              <a:rPr lang="en-US" altLang="en-CN"/>
              <a:t>1s &lt; 2s &lt; 2p &lt; 3s &lt; 3p &lt; 4s </a:t>
            </a:r>
          </a:p>
        </p:txBody>
      </p:sp>
      <p:sp>
        <p:nvSpPr>
          <p:cNvPr id="61447" name="Text Box 61446">
            <a:extLst>
              <a:ext uri="{FF2B5EF4-FFF2-40B4-BE49-F238E27FC236}">
                <a16:creationId xmlns:a16="http://schemas.microsoft.com/office/drawing/2014/main" id="{3102281D-64F4-212C-C7E3-BB5A99185EF2}"/>
              </a:ext>
            </a:extLst>
          </p:cNvPr>
          <p:cNvSpPr txBox="1">
            <a:spLocks noChangeArrowheads="1"/>
          </p:cNvSpPr>
          <p:nvPr/>
        </p:nvSpPr>
        <p:spPr bwMode="auto">
          <a:xfrm>
            <a:off x="3489326" y="1868488"/>
            <a:ext cx="19415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r>
              <a:rPr lang="en-US" altLang="en-CN"/>
              <a:t>1s</a:t>
            </a:r>
            <a:r>
              <a:rPr lang="en-US" altLang="en-CN" baseline="30000"/>
              <a:t>2</a:t>
            </a:r>
            <a:r>
              <a:rPr lang="en-US" altLang="en-CN"/>
              <a:t>2s</a:t>
            </a:r>
            <a:r>
              <a:rPr lang="en-US" altLang="en-CN" baseline="30000"/>
              <a:t>2</a:t>
            </a:r>
            <a:r>
              <a:rPr lang="en-US" altLang="en-CN"/>
              <a:t>2p</a:t>
            </a:r>
            <a:r>
              <a:rPr lang="en-US" altLang="en-CN" baseline="30000"/>
              <a:t>6</a:t>
            </a:r>
            <a:r>
              <a:rPr lang="en-US" altLang="en-CN"/>
              <a:t>3s</a:t>
            </a:r>
            <a:r>
              <a:rPr lang="en-US" altLang="en-CN" baseline="30000"/>
              <a:t>2</a:t>
            </a:r>
          </a:p>
        </p:txBody>
      </p:sp>
      <p:sp>
        <p:nvSpPr>
          <p:cNvPr id="61448" name="Text Box 61447">
            <a:extLst>
              <a:ext uri="{FF2B5EF4-FFF2-40B4-BE49-F238E27FC236}">
                <a16:creationId xmlns:a16="http://schemas.microsoft.com/office/drawing/2014/main" id="{0E3701AD-051A-AFBF-6967-EE2ADBA43C5C}"/>
              </a:ext>
            </a:extLst>
          </p:cNvPr>
          <p:cNvSpPr txBox="1">
            <a:spLocks noChangeArrowheads="1"/>
          </p:cNvSpPr>
          <p:nvPr/>
        </p:nvSpPr>
        <p:spPr bwMode="auto">
          <a:xfrm>
            <a:off x="5699126" y="1868488"/>
            <a:ext cx="39100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r>
              <a:rPr lang="en-US" altLang="en-CN"/>
              <a:t>2 + 2 + 6 + 2 = 12 electrons</a:t>
            </a:r>
          </a:p>
        </p:txBody>
      </p:sp>
      <p:sp>
        <p:nvSpPr>
          <p:cNvPr id="40968" name="Text Box 61448">
            <a:extLst>
              <a:ext uri="{FF2B5EF4-FFF2-40B4-BE49-F238E27FC236}">
                <a16:creationId xmlns:a16="http://schemas.microsoft.com/office/drawing/2014/main" id="{CCA089BE-F578-B3F8-30D9-781807180633}"/>
              </a:ext>
            </a:extLst>
          </p:cNvPr>
          <p:cNvSpPr txBox="1">
            <a:spLocks noChangeArrowheads="1"/>
          </p:cNvSpPr>
          <p:nvPr/>
        </p:nvSpPr>
        <p:spPr bwMode="auto">
          <a:xfrm>
            <a:off x="10055226" y="6384926"/>
            <a:ext cx="5365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pPr eaLnBrk="1" hangingPunct="1"/>
            <a:r>
              <a:rPr lang="en-US" altLang="en-CN" sz="2000"/>
              <a:t>7.8</a:t>
            </a:r>
          </a:p>
        </p:txBody>
      </p:sp>
      <p:sp>
        <p:nvSpPr>
          <p:cNvPr id="61450" name="Text Box 61449">
            <a:extLst>
              <a:ext uri="{FF2B5EF4-FFF2-40B4-BE49-F238E27FC236}">
                <a16:creationId xmlns:a16="http://schemas.microsoft.com/office/drawing/2014/main" id="{22C1B482-E2BF-03BA-F233-41D1EE188E83}"/>
              </a:ext>
            </a:extLst>
          </p:cNvPr>
          <p:cNvSpPr txBox="1">
            <a:spLocks noChangeArrowheads="1"/>
          </p:cNvSpPr>
          <p:nvPr/>
        </p:nvSpPr>
        <p:spPr bwMode="auto">
          <a:xfrm>
            <a:off x="3505200" y="2438400"/>
            <a:ext cx="32972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r>
              <a:rPr lang="en-US" altLang="en-CN"/>
              <a:t>Abbreviated as [Ne]3s</a:t>
            </a:r>
            <a:r>
              <a:rPr lang="en-US" altLang="en-CN" baseline="30000"/>
              <a:t>2</a:t>
            </a:r>
          </a:p>
        </p:txBody>
      </p:sp>
      <p:sp>
        <p:nvSpPr>
          <p:cNvPr id="61451" name="Text Box 61450">
            <a:extLst>
              <a:ext uri="{FF2B5EF4-FFF2-40B4-BE49-F238E27FC236}">
                <a16:creationId xmlns:a16="http://schemas.microsoft.com/office/drawing/2014/main" id="{9D17D5E7-3436-65B1-C8B8-0D88B453FF97}"/>
              </a:ext>
            </a:extLst>
          </p:cNvPr>
          <p:cNvSpPr txBox="1">
            <a:spLocks noChangeArrowheads="1"/>
          </p:cNvSpPr>
          <p:nvPr/>
        </p:nvSpPr>
        <p:spPr bwMode="auto">
          <a:xfrm>
            <a:off x="6994526" y="2438400"/>
            <a:ext cx="2149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r>
              <a:rPr lang="en-US" altLang="en-CN"/>
              <a:t>[Ne] 1s</a:t>
            </a:r>
            <a:r>
              <a:rPr lang="en-US" altLang="en-CN" baseline="30000"/>
              <a:t>2</a:t>
            </a:r>
            <a:r>
              <a:rPr lang="en-US" altLang="en-CN"/>
              <a:t>2s</a:t>
            </a:r>
            <a:r>
              <a:rPr lang="en-US" altLang="en-CN" baseline="30000"/>
              <a:t>2</a:t>
            </a:r>
            <a:r>
              <a:rPr lang="en-US" altLang="en-CN"/>
              <a:t>2p</a:t>
            </a:r>
            <a:r>
              <a:rPr lang="en-US" altLang="en-CN" baseline="30000"/>
              <a:t>6</a:t>
            </a:r>
          </a:p>
        </p:txBody>
      </p:sp>
      <p:grpSp>
        <p:nvGrpSpPr>
          <p:cNvPr id="40971" name="Group 61451">
            <a:extLst>
              <a:ext uri="{FF2B5EF4-FFF2-40B4-BE49-F238E27FC236}">
                <a16:creationId xmlns:a16="http://schemas.microsoft.com/office/drawing/2014/main" id="{EFD68018-8BCF-A19D-90B6-C2FAE451F794}"/>
              </a:ext>
            </a:extLst>
          </p:cNvPr>
          <p:cNvGrpSpPr>
            <a:grpSpLocks/>
          </p:cNvGrpSpPr>
          <p:nvPr/>
        </p:nvGrpSpPr>
        <p:grpSpPr bwMode="auto">
          <a:xfrm>
            <a:off x="1981200" y="3621088"/>
            <a:ext cx="7848600" cy="1636712"/>
            <a:chOff x="240" y="144"/>
            <a:chExt cx="4944" cy="1031"/>
          </a:xfrm>
        </p:grpSpPr>
        <p:sp>
          <p:nvSpPr>
            <p:cNvPr id="40972" name="Text Box 61452">
              <a:extLst>
                <a:ext uri="{FF2B5EF4-FFF2-40B4-BE49-F238E27FC236}">
                  <a16:creationId xmlns:a16="http://schemas.microsoft.com/office/drawing/2014/main" id="{7672D89D-18C6-5BF0-7FC2-7C301344B898}"/>
                </a:ext>
              </a:extLst>
            </p:cNvPr>
            <p:cNvSpPr txBox="1">
              <a:spLocks noChangeArrowheads="1"/>
            </p:cNvSpPr>
            <p:nvPr/>
          </p:nvSpPr>
          <p:spPr bwMode="auto">
            <a:xfrm>
              <a:off x="912" y="144"/>
              <a:ext cx="4272"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pPr>
                <a:spcBef>
                  <a:spcPct val="50000"/>
                </a:spcBef>
              </a:pPr>
              <a:r>
                <a:rPr lang="en-US" altLang="en-CN">
                  <a:solidFill>
                    <a:schemeClr val="accent2"/>
                  </a:solidFill>
                </a:rPr>
                <a:t>What are the possible quantum numbers for the last (outermost) electron in Cl?</a:t>
              </a:r>
            </a:p>
          </p:txBody>
        </p:sp>
        <p:graphicFrame>
          <p:nvGraphicFramePr>
            <p:cNvPr id="40973" name="Object 61453">
              <a:extLst>
                <a:ext uri="{FF2B5EF4-FFF2-40B4-BE49-F238E27FC236}">
                  <a16:creationId xmlns:a16="http://schemas.microsoft.com/office/drawing/2014/main" id="{94D70AB3-8454-207F-0CF6-575110DFAF1C}"/>
                </a:ext>
              </a:extLst>
            </p:cNvPr>
            <p:cNvGraphicFramePr>
              <a:graphicFrameLocks/>
            </p:cNvGraphicFramePr>
            <p:nvPr/>
          </p:nvGraphicFramePr>
          <p:xfrm>
            <a:off x="240" y="144"/>
            <a:ext cx="539" cy="1031"/>
          </p:xfrm>
          <a:graphic>
            <a:graphicData uri="http://schemas.openxmlformats.org/presentationml/2006/ole">
              <mc:AlternateContent xmlns:mc="http://schemas.openxmlformats.org/markup-compatibility/2006">
                <mc:Choice xmlns:v="urn:schemas-microsoft-com:vml" Requires="v">
                  <p:oleObj r:id="rId4" imgW="6705600" imgH="12649200" progId="MS_ClipArt_Gallery.2">
                    <p:embed/>
                  </p:oleObj>
                </mc:Choice>
                <mc:Fallback>
                  <p:oleObj r:id="rId4" imgW="6705600" imgH="12649200" progId="MS_ClipArt_Gallery.2">
                    <p:embed/>
                    <p:pic>
                      <p:nvPicPr>
                        <p:cNvPr id="40973" name="Object 61453">
                          <a:extLst>
                            <a:ext uri="{FF2B5EF4-FFF2-40B4-BE49-F238E27FC236}">
                              <a16:creationId xmlns:a16="http://schemas.microsoft.com/office/drawing/2014/main" id="{94D70AB3-8454-207F-0CF6-575110DFAF1C}"/>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0" y="144"/>
                          <a:ext cx="539" cy="10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
        <p:nvSpPr>
          <p:cNvPr id="61455" name="Text Box 61454">
            <a:extLst>
              <a:ext uri="{FF2B5EF4-FFF2-40B4-BE49-F238E27FC236}">
                <a16:creationId xmlns:a16="http://schemas.microsoft.com/office/drawing/2014/main" id="{8D76443D-BDC5-B2C8-5186-29CE53CE4307}"/>
              </a:ext>
            </a:extLst>
          </p:cNvPr>
          <p:cNvSpPr txBox="1">
            <a:spLocks noChangeArrowheads="1"/>
          </p:cNvSpPr>
          <p:nvPr/>
        </p:nvSpPr>
        <p:spPr bwMode="auto">
          <a:xfrm>
            <a:off x="3200401" y="4495800"/>
            <a:ext cx="23034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r>
              <a:rPr lang="en-US" altLang="en-CN"/>
              <a:t>Cl  17 electrons</a:t>
            </a:r>
          </a:p>
        </p:txBody>
      </p:sp>
      <p:sp>
        <p:nvSpPr>
          <p:cNvPr id="61456" name="Text Box 61455">
            <a:extLst>
              <a:ext uri="{FF2B5EF4-FFF2-40B4-BE49-F238E27FC236}">
                <a16:creationId xmlns:a16="http://schemas.microsoft.com/office/drawing/2014/main" id="{CAA24DA5-87F3-905F-3300-13E69ECF9D2C}"/>
              </a:ext>
            </a:extLst>
          </p:cNvPr>
          <p:cNvSpPr txBox="1">
            <a:spLocks noChangeArrowheads="1"/>
          </p:cNvSpPr>
          <p:nvPr/>
        </p:nvSpPr>
        <p:spPr bwMode="auto">
          <a:xfrm>
            <a:off x="5715001" y="4495800"/>
            <a:ext cx="39671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pPr algn="ctr"/>
            <a:r>
              <a:rPr lang="en-US" altLang="en-CN"/>
              <a:t>1s &lt; 2s &lt; 2p &lt; 3s &lt; 3p &lt; 4s </a:t>
            </a:r>
          </a:p>
        </p:txBody>
      </p:sp>
      <p:sp>
        <p:nvSpPr>
          <p:cNvPr id="61457" name="Text Box 61456">
            <a:extLst>
              <a:ext uri="{FF2B5EF4-FFF2-40B4-BE49-F238E27FC236}">
                <a16:creationId xmlns:a16="http://schemas.microsoft.com/office/drawing/2014/main" id="{C6CED4BD-44C3-10A0-6471-C68290FC8AC9}"/>
              </a:ext>
            </a:extLst>
          </p:cNvPr>
          <p:cNvSpPr txBox="1">
            <a:spLocks noChangeArrowheads="1"/>
          </p:cNvSpPr>
          <p:nvPr/>
        </p:nvSpPr>
        <p:spPr bwMode="auto">
          <a:xfrm>
            <a:off x="3200400" y="5029200"/>
            <a:ext cx="2393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r>
              <a:rPr lang="en-US" altLang="en-CN"/>
              <a:t>1s</a:t>
            </a:r>
            <a:r>
              <a:rPr lang="en-US" altLang="en-CN" baseline="30000"/>
              <a:t>2</a:t>
            </a:r>
            <a:r>
              <a:rPr lang="en-US" altLang="en-CN"/>
              <a:t>2s</a:t>
            </a:r>
            <a:r>
              <a:rPr lang="en-US" altLang="en-CN" baseline="30000"/>
              <a:t>2</a:t>
            </a:r>
            <a:r>
              <a:rPr lang="en-US" altLang="en-CN"/>
              <a:t>2p</a:t>
            </a:r>
            <a:r>
              <a:rPr lang="en-US" altLang="en-CN" baseline="30000"/>
              <a:t>6</a:t>
            </a:r>
            <a:r>
              <a:rPr lang="en-US" altLang="en-CN"/>
              <a:t>3s</a:t>
            </a:r>
            <a:r>
              <a:rPr lang="en-US" altLang="en-CN" baseline="30000"/>
              <a:t>2</a:t>
            </a:r>
            <a:r>
              <a:rPr lang="en-US" altLang="en-CN"/>
              <a:t>3p</a:t>
            </a:r>
            <a:r>
              <a:rPr lang="en-US" altLang="en-CN" baseline="30000"/>
              <a:t>5</a:t>
            </a:r>
          </a:p>
        </p:txBody>
      </p:sp>
      <p:sp>
        <p:nvSpPr>
          <p:cNvPr id="61458" name="Text Box 61457">
            <a:extLst>
              <a:ext uri="{FF2B5EF4-FFF2-40B4-BE49-F238E27FC236}">
                <a16:creationId xmlns:a16="http://schemas.microsoft.com/office/drawing/2014/main" id="{BD4879EB-8A50-7F01-9DB4-6DF180279739}"/>
              </a:ext>
            </a:extLst>
          </p:cNvPr>
          <p:cNvSpPr txBox="1">
            <a:spLocks noChangeArrowheads="1"/>
          </p:cNvSpPr>
          <p:nvPr/>
        </p:nvSpPr>
        <p:spPr bwMode="auto">
          <a:xfrm>
            <a:off x="5867400" y="5029200"/>
            <a:ext cx="4425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r>
              <a:rPr lang="en-US" altLang="en-CN"/>
              <a:t>2 + 2 + 6 + 2 + 5 = 17 electrons</a:t>
            </a:r>
          </a:p>
        </p:txBody>
      </p:sp>
      <p:sp>
        <p:nvSpPr>
          <p:cNvPr id="61459" name="Text Box 61458">
            <a:extLst>
              <a:ext uri="{FF2B5EF4-FFF2-40B4-BE49-F238E27FC236}">
                <a16:creationId xmlns:a16="http://schemas.microsoft.com/office/drawing/2014/main" id="{7328D439-C090-8D3C-FD95-C43675E3A219}"/>
              </a:ext>
            </a:extLst>
          </p:cNvPr>
          <p:cNvSpPr txBox="1">
            <a:spLocks noChangeArrowheads="1"/>
          </p:cNvSpPr>
          <p:nvPr/>
        </p:nvSpPr>
        <p:spPr bwMode="auto">
          <a:xfrm>
            <a:off x="3200400" y="5526088"/>
            <a:ext cx="45418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r>
              <a:rPr lang="en-US" altLang="en-CN"/>
              <a:t>Last electron added to 3p orbital</a:t>
            </a:r>
          </a:p>
        </p:txBody>
      </p:sp>
      <p:sp>
        <p:nvSpPr>
          <p:cNvPr id="61460" name="Text Box 61459">
            <a:extLst>
              <a:ext uri="{FF2B5EF4-FFF2-40B4-BE49-F238E27FC236}">
                <a16:creationId xmlns:a16="http://schemas.microsoft.com/office/drawing/2014/main" id="{6AF16E88-29E0-BCB2-EB35-9CECC8CB6749}"/>
              </a:ext>
            </a:extLst>
          </p:cNvPr>
          <p:cNvSpPr txBox="1">
            <a:spLocks noChangeArrowheads="1"/>
          </p:cNvSpPr>
          <p:nvPr/>
        </p:nvSpPr>
        <p:spPr bwMode="auto">
          <a:xfrm>
            <a:off x="3200400" y="6135688"/>
            <a:ext cx="869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r>
              <a:rPr lang="en-US" altLang="en-CN"/>
              <a:t>n = 3</a:t>
            </a:r>
          </a:p>
        </p:txBody>
      </p:sp>
      <p:sp>
        <p:nvSpPr>
          <p:cNvPr id="61461" name="Text Box 61460">
            <a:extLst>
              <a:ext uri="{FF2B5EF4-FFF2-40B4-BE49-F238E27FC236}">
                <a16:creationId xmlns:a16="http://schemas.microsoft.com/office/drawing/2014/main" id="{B9DDDDE4-7CFB-FCF8-6735-B673D2231E1F}"/>
              </a:ext>
            </a:extLst>
          </p:cNvPr>
          <p:cNvSpPr txBox="1">
            <a:spLocks noChangeArrowheads="1"/>
          </p:cNvSpPr>
          <p:nvPr/>
        </p:nvSpPr>
        <p:spPr bwMode="auto">
          <a:xfrm>
            <a:off x="4286250" y="6135688"/>
            <a:ext cx="768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r>
              <a:rPr lang="en-US" altLang="en-CN" i="1"/>
              <a:t>l</a:t>
            </a:r>
            <a:r>
              <a:rPr lang="en-US" altLang="en-CN"/>
              <a:t> = 1</a:t>
            </a:r>
          </a:p>
        </p:txBody>
      </p:sp>
      <p:sp>
        <p:nvSpPr>
          <p:cNvPr id="61462" name="Text Box 61461">
            <a:extLst>
              <a:ext uri="{FF2B5EF4-FFF2-40B4-BE49-F238E27FC236}">
                <a16:creationId xmlns:a16="http://schemas.microsoft.com/office/drawing/2014/main" id="{66169E35-5A63-0A09-D22C-DFF7E141F641}"/>
              </a:ext>
            </a:extLst>
          </p:cNvPr>
          <p:cNvSpPr txBox="1">
            <a:spLocks noChangeArrowheads="1"/>
          </p:cNvSpPr>
          <p:nvPr/>
        </p:nvSpPr>
        <p:spPr bwMode="auto">
          <a:xfrm>
            <a:off x="5272089" y="6135688"/>
            <a:ext cx="2282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r>
              <a:rPr lang="en-US" altLang="en-CN"/>
              <a:t>m</a:t>
            </a:r>
            <a:r>
              <a:rPr lang="en-US" altLang="en-CN" i="1" baseline="-25000"/>
              <a:t>l</a:t>
            </a:r>
            <a:r>
              <a:rPr lang="en-US" altLang="en-CN" baseline="-25000"/>
              <a:t> </a:t>
            </a:r>
            <a:r>
              <a:rPr lang="en-US" altLang="en-CN"/>
              <a:t>= -1, 0, or +1</a:t>
            </a:r>
          </a:p>
        </p:txBody>
      </p:sp>
      <p:sp>
        <p:nvSpPr>
          <p:cNvPr id="61463" name="Text Box 61462">
            <a:extLst>
              <a:ext uri="{FF2B5EF4-FFF2-40B4-BE49-F238E27FC236}">
                <a16:creationId xmlns:a16="http://schemas.microsoft.com/office/drawing/2014/main" id="{208D1222-817B-5C83-031D-F4C529659AD8}"/>
              </a:ext>
            </a:extLst>
          </p:cNvPr>
          <p:cNvSpPr txBox="1">
            <a:spLocks noChangeArrowheads="1"/>
          </p:cNvSpPr>
          <p:nvPr/>
        </p:nvSpPr>
        <p:spPr bwMode="auto">
          <a:xfrm>
            <a:off x="7772401" y="6135688"/>
            <a:ext cx="19351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defRPr>
            </a:lvl1pPr>
            <a:lvl2pPr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defRPr>
            </a:lvl9pPr>
          </a:lstStyle>
          <a:p>
            <a:r>
              <a:rPr lang="en-US" altLang="en-CN"/>
              <a:t>m</a:t>
            </a:r>
            <a:r>
              <a:rPr lang="en-US" altLang="en-CN" baseline="-25000"/>
              <a:t>s</a:t>
            </a:r>
            <a:r>
              <a:rPr lang="en-US" altLang="en-CN"/>
              <a:t> = ½ or -½</a:t>
            </a:r>
            <a:endParaRPr lang="en-US" altLang="en-CN">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1445"/>
                                        </p:tgtEl>
                                        <p:attrNameLst>
                                          <p:attrName>style.visibility</p:attrName>
                                        </p:attrNameLst>
                                      </p:cBhvr>
                                      <p:to>
                                        <p:strVal val="visible"/>
                                      </p:to>
                                    </p:set>
                                    <p:anim calcmode="lin" valueType="num">
                                      <p:cBhvr additive="base">
                                        <p:cTn id="7" dur="500" fill="hold"/>
                                        <p:tgtEl>
                                          <p:spTgt spid="61445"/>
                                        </p:tgtEl>
                                        <p:attrNameLst>
                                          <p:attrName>ppt_x</p:attrName>
                                        </p:attrNameLst>
                                      </p:cBhvr>
                                      <p:tavLst>
                                        <p:tav tm="0">
                                          <p:val>
                                            <p:strVal val="0-#ppt_w/2"/>
                                          </p:val>
                                        </p:tav>
                                        <p:tav tm="100000">
                                          <p:val>
                                            <p:strVal val="#ppt_x"/>
                                          </p:val>
                                        </p:tav>
                                      </p:tavLst>
                                    </p:anim>
                                    <p:anim calcmode="lin" valueType="num">
                                      <p:cBhvr additive="base">
                                        <p:cTn id="8" dur="500" fill="hold"/>
                                        <p:tgtEl>
                                          <p:spTgt spid="61445"/>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1446"/>
                                        </p:tgtEl>
                                        <p:attrNameLst>
                                          <p:attrName>style.visibility</p:attrName>
                                        </p:attrNameLst>
                                      </p:cBhvr>
                                      <p:to>
                                        <p:strVal val="visible"/>
                                      </p:to>
                                    </p:set>
                                    <p:anim calcmode="lin" valueType="num">
                                      <p:cBhvr additive="base">
                                        <p:cTn id="13" dur="500" fill="hold"/>
                                        <p:tgtEl>
                                          <p:spTgt spid="61446"/>
                                        </p:tgtEl>
                                        <p:attrNameLst>
                                          <p:attrName>ppt_x</p:attrName>
                                        </p:attrNameLst>
                                      </p:cBhvr>
                                      <p:tavLst>
                                        <p:tav tm="0">
                                          <p:val>
                                            <p:strVal val="0-#ppt_w/2"/>
                                          </p:val>
                                        </p:tav>
                                        <p:tav tm="100000">
                                          <p:val>
                                            <p:strVal val="#ppt_x"/>
                                          </p:val>
                                        </p:tav>
                                      </p:tavLst>
                                    </p:anim>
                                    <p:anim calcmode="lin" valueType="num">
                                      <p:cBhvr additive="base">
                                        <p:cTn id="14" dur="500" fill="hold"/>
                                        <p:tgtEl>
                                          <p:spTgt spid="61446"/>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61447"/>
                                        </p:tgtEl>
                                        <p:attrNameLst>
                                          <p:attrName>style.visibility</p:attrName>
                                        </p:attrNameLst>
                                      </p:cBhvr>
                                      <p:to>
                                        <p:strVal val="visible"/>
                                      </p:to>
                                    </p:set>
                                    <p:anim calcmode="lin" valueType="num">
                                      <p:cBhvr additive="base">
                                        <p:cTn id="19" dur="500" fill="hold"/>
                                        <p:tgtEl>
                                          <p:spTgt spid="61447"/>
                                        </p:tgtEl>
                                        <p:attrNameLst>
                                          <p:attrName>ppt_x</p:attrName>
                                        </p:attrNameLst>
                                      </p:cBhvr>
                                      <p:tavLst>
                                        <p:tav tm="0">
                                          <p:val>
                                            <p:strVal val="0-#ppt_w/2"/>
                                          </p:val>
                                        </p:tav>
                                        <p:tav tm="100000">
                                          <p:val>
                                            <p:strVal val="#ppt_x"/>
                                          </p:val>
                                        </p:tav>
                                      </p:tavLst>
                                    </p:anim>
                                    <p:anim calcmode="lin" valueType="num">
                                      <p:cBhvr additive="base">
                                        <p:cTn id="20" dur="500" fill="hold"/>
                                        <p:tgtEl>
                                          <p:spTgt spid="61447"/>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61448"/>
                                        </p:tgtEl>
                                        <p:attrNameLst>
                                          <p:attrName>style.visibility</p:attrName>
                                        </p:attrNameLst>
                                      </p:cBhvr>
                                      <p:to>
                                        <p:strVal val="visible"/>
                                      </p:to>
                                    </p:set>
                                    <p:anim calcmode="lin" valueType="num">
                                      <p:cBhvr additive="base">
                                        <p:cTn id="25" dur="500" fill="hold"/>
                                        <p:tgtEl>
                                          <p:spTgt spid="61448"/>
                                        </p:tgtEl>
                                        <p:attrNameLst>
                                          <p:attrName>ppt_x</p:attrName>
                                        </p:attrNameLst>
                                      </p:cBhvr>
                                      <p:tavLst>
                                        <p:tav tm="0">
                                          <p:val>
                                            <p:strVal val="1+#ppt_w/2"/>
                                          </p:val>
                                        </p:tav>
                                        <p:tav tm="100000">
                                          <p:val>
                                            <p:strVal val="#ppt_x"/>
                                          </p:val>
                                        </p:tav>
                                      </p:tavLst>
                                    </p:anim>
                                    <p:anim calcmode="lin" valueType="num">
                                      <p:cBhvr additive="base">
                                        <p:cTn id="26" dur="500" fill="hold"/>
                                        <p:tgtEl>
                                          <p:spTgt spid="61448"/>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61450"/>
                                        </p:tgtEl>
                                        <p:attrNameLst>
                                          <p:attrName>style.visibility</p:attrName>
                                        </p:attrNameLst>
                                      </p:cBhvr>
                                      <p:to>
                                        <p:strVal val="visible"/>
                                      </p:to>
                                    </p:set>
                                    <p:anim calcmode="lin" valueType="num">
                                      <p:cBhvr additive="base">
                                        <p:cTn id="31" dur="500" fill="hold"/>
                                        <p:tgtEl>
                                          <p:spTgt spid="61450"/>
                                        </p:tgtEl>
                                        <p:attrNameLst>
                                          <p:attrName>ppt_x</p:attrName>
                                        </p:attrNameLst>
                                      </p:cBhvr>
                                      <p:tavLst>
                                        <p:tav tm="0">
                                          <p:val>
                                            <p:strVal val="0-#ppt_w/2"/>
                                          </p:val>
                                        </p:tav>
                                        <p:tav tm="100000">
                                          <p:val>
                                            <p:strVal val="#ppt_x"/>
                                          </p:val>
                                        </p:tav>
                                      </p:tavLst>
                                    </p:anim>
                                    <p:anim calcmode="lin" valueType="num">
                                      <p:cBhvr additive="base">
                                        <p:cTn id="32" dur="500" fill="hold"/>
                                        <p:tgtEl>
                                          <p:spTgt spid="61450"/>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61451"/>
                                        </p:tgtEl>
                                        <p:attrNameLst>
                                          <p:attrName>style.visibility</p:attrName>
                                        </p:attrNameLst>
                                      </p:cBhvr>
                                      <p:to>
                                        <p:strVal val="visible"/>
                                      </p:to>
                                    </p:set>
                                    <p:anim calcmode="lin" valueType="num">
                                      <p:cBhvr additive="base">
                                        <p:cTn id="37" dur="500" fill="hold"/>
                                        <p:tgtEl>
                                          <p:spTgt spid="61451"/>
                                        </p:tgtEl>
                                        <p:attrNameLst>
                                          <p:attrName>ppt_x</p:attrName>
                                        </p:attrNameLst>
                                      </p:cBhvr>
                                      <p:tavLst>
                                        <p:tav tm="0">
                                          <p:val>
                                            <p:strVal val="1+#ppt_w/2"/>
                                          </p:val>
                                        </p:tav>
                                        <p:tav tm="100000">
                                          <p:val>
                                            <p:strVal val="#ppt_x"/>
                                          </p:val>
                                        </p:tav>
                                      </p:tavLst>
                                    </p:anim>
                                    <p:anim calcmode="lin" valueType="num">
                                      <p:cBhvr additive="base">
                                        <p:cTn id="38" dur="500" fill="hold"/>
                                        <p:tgtEl>
                                          <p:spTgt spid="61451"/>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61455"/>
                                        </p:tgtEl>
                                        <p:attrNameLst>
                                          <p:attrName>style.visibility</p:attrName>
                                        </p:attrNameLst>
                                      </p:cBhvr>
                                      <p:to>
                                        <p:strVal val="visible"/>
                                      </p:to>
                                    </p:set>
                                    <p:anim calcmode="lin" valueType="num">
                                      <p:cBhvr additive="base">
                                        <p:cTn id="43" dur="500" fill="hold"/>
                                        <p:tgtEl>
                                          <p:spTgt spid="61455"/>
                                        </p:tgtEl>
                                        <p:attrNameLst>
                                          <p:attrName>ppt_x</p:attrName>
                                        </p:attrNameLst>
                                      </p:cBhvr>
                                      <p:tavLst>
                                        <p:tav tm="0">
                                          <p:val>
                                            <p:strVal val="0-#ppt_w/2"/>
                                          </p:val>
                                        </p:tav>
                                        <p:tav tm="100000">
                                          <p:val>
                                            <p:strVal val="#ppt_x"/>
                                          </p:val>
                                        </p:tav>
                                      </p:tavLst>
                                    </p:anim>
                                    <p:anim calcmode="lin" valueType="num">
                                      <p:cBhvr additive="base">
                                        <p:cTn id="44" dur="500" fill="hold"/>
                                        <p:tgtEl>
                                          <p:spTgt spid="61455"/>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2" fill="hold" grpId="0" nodeType="clickEffect">
                                  <p:stCondLst>
                                    <p:cond delay="0"/>
                                  </p:stCondLst>
                                  <p:childTnLst>
                                    <p:set>
                                      <p:cBhvr>
                                        <p:cTn id="48" dur="1" fill="hold">
                                          <p:stCondLst>
                                            <p:cond delay="0"/>
                                          </p:stCondLst>
                                        </p:cTn>
                                        <p:tgtEl>
                                          <p:spTgt spid="61456"/>
                                        </p:tgtEl>
                                        <p:attrNameLst>
                                          <p:attrName>style.visibility</p:attrName>
                                        </p:attrNameLst>
                                      </p:cBhvr>
                                      <p:to>
                                        <p:strVal val="visible"/>
                                      </p:to>
                                    </p:set>
                                    <p:anim calcmode="lin" valueType="num">
                                      <p:cBhvr additive="base">
                                        <p:cTn id="49" dur="500" fill="hold"/>
                                        <p:tgtEl>
                                          <p:spTgt spid="61456"/>
                                        </p:tgtEl>
                                        <p:attrNameLst>
                                          <p:attrName>ppt_x</p:attrName>
                                        </p:attrNameLst>
                                      </p:cBhvr>
                                      <p:tavLst>
                                        <p:tav tm="0">
                                          <p:val>
                                            <p:strVal val="1+#ppt_w/2"/>
                                          </p:val>
                                        </p:tav>
                                        <p:tav tm="100000">
                                          <p:val>
                                            <p:strVal val="#ppt_x"/>
                                          </p:val>
                                        </p:tav>
                                      </p:tavLst>
                                    </p:anim>
                                    <p:anim calcmode="lin" valueType="num">
                                      <p:cBhvr additive="base">
                                        <p:cTn id="50" dur="500" fill="hold"/>
                                        <p:tgtEl>
                                          <p:spTgt spid="61456"/>
                                        </p:tgtEl>
                                        <p:attrNameLst>
                                          <p:attrName>ppt_y</p:attrName>
                                        </p:attrNameLst>
                                      </p:cBhvr>
                                      <p:tavLst>
                                        <p:tav tm="0">
                                          <p:val>
                                            <p:strVal val="#ppt_y"/>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61457"/>
                                        </p:tgtEl>
                                        <p:attrNameLst>
                                          <p:attrName>style.visibility</p:attrName>
                                        </p:attrNameLst>
                                      </p:cBhvr>
                                      <p:to>
                                        <p:strVal val="visible"/>
                                      </p:to>
                                    </p:set>
                                    <p:anim calcmode="lin" valueType="num">
                                      <p:cBhvr additive="base">
                                        <p:cTn id="55" dur="500" fill="hold"/>
                                        <p:tgtEl>
                                          <p:spTgt spid="61457"/>
                                        </p:tgtEl>
                                        <p:attrNameLst>
                                          <p:attrName>ppt_x</p:attrName>
                                        </p:attrNameLst>
                                      </p:cBhvr>
                                      <p:tavLst>
                                        <p:tav tm="0">
                                          <p:val>
                                            <p:strVal val="0-#ppt_w/2"/>
                                          </p:val>
                                        </p:tav>
                                        <p:tav tm="100000">
                                          <p:val>
                                            <p:strVal val="#ppt_x"/>
                                          </p:val>
                                        </p:tav>
                                      </p:tavLst>
                                    </p:anim>
                                    <p:anim calcmode="lin" valueType="num">
                                      <p:cBhvr additive="base">
                                        <p:cTn id="56" dur="500" fill="hold"/>
                                        <p:tgtEl>
                                          <p:spTgt spid="61457"/>
                                        </p:tgtEl>
                                        <p:attrNameLst>
                                          <p:attrName>ppt_y</p:attrName>
                                        </p:attrNameLst>
                                      </p:cBhvr>
                                      <p:tavLst>
                                        <p:tav tm="0">
                                          <p:val>
                                            <p:strVal val="#ppt_y"/>
                                          </p:val>
                                        </p:tav>
                                        <p:tav tm="100000">
                                          <p:val>
                                            <p:strVal val="#ppt_y"/>
                                          </p:val>
                                        </p:tav>
                                      </p:tavLst>
                                    </p:anim>
                                  </p:childTnLst>
                                </p:cTn>
                              </p:par>
                            </p:childTnLst>
                          </p:cTn>
                        </p:par>
                      </p:childTnLst>
                    </p:cTn>
                  </p:par>
                  <p:par>
                    <p:cTn id="57" fill="hold" nodeType="clickPar">
                      <p:stCondLst>
                        <p:cond delay="indefinite"/>
                      </p:stCondLst>
                      <p:childTnLst>
                        <p:par>
                          <p:cTn id="58" fill="hold" nodeType="withGroup">
                            <p:stCondLst>
                              <p:cond delay="0"/>
                            </p:stCondLst>
                            <p:childTnLst>
                              <p:par>
                                <p:cTn id="59" presetID="2" presetClass="entr" presetSubtype="2" fill="hold" grpId="0" nodeType="clickEffect">
                                  <p:stCondLst>
                                    <p:cond delay="0"/>
                                  </p:stCondLst>
                                  <p:childTnLst>
                                    <p:set>
                                      <p:cBhvr>
                                        <p:cTn id="60" dur="1" fill="hold">
                                          <p:stCondLst>
                                            <p:cond delay="0"/>
                                          </p:stCondLst>
                                        </p:cTn>
                                        <p:tgtEl>
                                          <p:spTgt spid="61458"/>
                                        </p:tgtEl>
                                        <p:attrNameLst>
                                          <p:attrName>style.visibility</p:attrName>
                                        </p:attrNameLst>
                                      </p:cBhvr>
                                      <p:to>
                                        <p:strVal val="visible"/>
                                      </p:to>
                                    </p:set>
                                    <p:anim calcmode="lin" valueType="num">
                                      <p:cBhvr additive="base">
                                        <p:cTn id="61" dur="500" fill="hold"/>
                                        <p:tgtEl>
                                          <p:spTgt spid="61458"/>
                                        </p:tgtEl>
                                        <p:attrNameLst>
                                          <p:attrName>ppt_x</p:attrName>
                                        </p:attrNameLst>
                                      </p:cBhvr>
                                      <p:tavLst>
                                        <p:tav tm="0">
                                          <p:val>
                                            <p:strVal val="1+#ppt_w/2"/>
                                          </p:val>
                                        </p:tav>
                                        <p:tav tm="100000">
                                          <p:val>
                                            <p:strVal val="#ppt_x"/>
                                          </p:val>
                                        </p:tav>
                                      </p:tavLst>
                                    </p:anim>
                                    <p:anim calcmode="lin" valueType="num">
                                      <p:cBhvr additive="base">
                                        <p:cTn id="62" dur="500" fill="hold"/>
                                        <p:tgtEl>
                                          <p:spTgt spid="61458"/>
                                        </p:tgtEl>
                                        <p:attrNameLst>
                                          <p:attrName>ppt_y</p:attrName>
                                        </p:attrNameLst>
                                      </p:cBhvr>
                                      <p:tavLst>
                                        <p:tav tm="0">
                                          <p:val>
                                            <p:strVal val="#ppt_y"/>
                                          </p:val>
                                        </p:tav>
                                        <p:tav tm="100000">
                                          <p:val>
                                            <p:strVal val="#ppt_y"/>
                                          </p:val>
                                        </p:tav>
                                      </p:tavLst>
                                    </p:anim>
                                  </p:childTnLst>
                                </p:cTn>
                              </p:par>
                            </p:childTnLst>
                          </p:cTn>
                        </p:par>
                      </p:childTnLst>
                    </p:cTn>
                  </p:par>
                  <p:par>
                    <p:cTn id="63" fill="hold" nodeType="clickPar">
                      <p:stCondLst>
                        <p:cond delay="indefinite"/>
                      </p:stCondLst>
                      <p:childTnLst>
                        <p:par>
                          <p:cTn id="64" fill="hold" nodeType="withGroup">
                            <p:stCondLst>
                              <p:cond delay="0"/>
                            </p:stCondLst>
                            <p:childTnLst>
                              <p:par>
                                <p:cTn id="65" presetID="2" presetClass="entr" presetSubtype="8" fill="hold" grpId="0" nodeType="clickEffect">
                                  <p:stCondLst>
                                    <p:cond delay="0"/>
                                  </p:stCondLst>
                                  <p:childTnLst>
                                    <p:set>
                                      <p:cBhvr>
                                        <p:cTn id="66" dur="1" fill="hold">
                                          <p:stCondLst>
                                            <p:cond delay="0"/>
                                          </p:stCondLst>
                                        </p:cTn>
                                        <p:tgtEl>
                                          <p:spTgt spid="61459"/>
                                        </p:tgtEl>
                                        <p:attrNameLst>
                                          <p:attrName>style.visibility</p:attrName>
                                        </p:attrNameLst>
                                      </p:cBhvr>
                                      <p:to>
                                        <p:strVal val="visible"/>
                                      </p:to>
                                    </p:set>
                                    <p:anim calcmode="lin" valueType="num">
                                      <p:cBhvr additive="base">
                                        <p:cTn id="67" dur="500" fill="hold"/>
                                        <p:tgtEl>
                                          <p:spTgt spid="61459"/>
                                        </p:tgtEl>
                                        <p:attrNameLst>
                                          <p:attrName>ppt_x</p:attrName>
                                        </p:attrNameLst>
                                      </p:cBhvr>
                                      <p:tavLst>
                                        <p:tav tm="0">
                                          <p:val>
                                            <p:strVal val="0-#ppt_w/2"/>
                                          </p:val>
                                        </p:tav>
                                        <p:tav tm="100000">
                                          <p:val>
                                            <p:strVal val="#ppt_x"/>
                                          </p:val>
                                        </p:tav>
                                      </p:tavLst>
                                    </p:anim>
                                    <p:anim calcmode="lin" valueType="num">
                                      <p:cBhvr additive="base">
                                        <p:cTn id="68" dur="500" fill="hold"/>
                                        <p:tgtEl>
                                          <p:spTgt spid="61459"/>
                                        </p:tgtEl>
                                        <p:attrNameLst>
                                          <p:attrName>ppt_y</p:attrName>
                                        </p:attrNameLst>
                                      </p:cBhvr>
                                      <p:tavLst>
                                        <p:tav tm="0">
                                          <p:val>
                                            <p:strVal val="#ppt_y"/>
                                          </p:val>
                                        </p:tav>
                                        <p:tav tm="100000">
                                          <p:val>
                                            <p:strVal val="#ppt_y"/>
                                          </p:val>
                                        </p:tav>
                                      </p:tavLst>
                                    </p:anim>
                                  </p:childTnLst>
                                </p:cTn>
                              </p:par>
                            </p:childTnLst>
                          </p:cTn>
                        </p:par>
                      </p:childTnLst>
                    </p:cTn>
                  </p:par>
                  <p:par>
                    <p:cTn id="69" fill="hold" nodeType="clickPar">
                      <p:stCondLst>
                        <p:cond delay="indefinite"/>
                      </p:stCondLst>
                      <p:childTnLst>
                        <p:par>
                          <p:cTn id="70" fill="hold" nodeType="withGroup">
                            <p:stCondLst>
                              <p:cond delay="0"/>
                            </p:stCondLst>
                            <p:childTnLst>
                              <p:par>
                                <p:cTn id="71" presetID="2" presetClass="entr" presetSubtype="8" fill="hold" grpId="0" nodeType="clickEffect">
                                  <p:stCondLst>
                                    <p:cond delay="0"/>
                                  </p:stCondLst>
                                  <p:childTnLst>
                                    <p:set>
                                      <p:cBhvr>
                                        <p:cTn id="72" dur="1" fill="hold">
                                          <p:stCondLst>
                                            <p:cond delay="0"/>
                                          </p:stCondLst>
                                        </p:cTn>
                                        <p:tgtEl>
                                          <p:spTgt spid="61460"/>
                                        </p:tgtEl>
                                        <p:attrNameLst>
                                          <p:attrName>style.visibility</p:attrName>
                                        </p:attrNameLst>
                                      </p:cBhvr>
                                      <p:to>
                                        <p:strVal val="visible"/>
                                      </p:to>
                                    </p:set>
                                    <p:anim calcmode="lin" valueType="num">
                                      <p:cBhvr additive="base">
                                        <p:cTn id="73" dur="500" fill="hold"/>
                                        <p:tgtEl>
                                          <p:spTgt spid="61460"/>
                                        </p:tgtEl>
                                        <p:attrNameLst>
                                          <p:attrName>ppt_x</p:attrName>
                                        </p:attrNameLst>
                                      </p:cBhvr>
                                      <p:tavLst>
                                        <p:tav tm="0">
                                          <p:val>
                                            <p:strVal val="0-#ppt_w/2"/>
                                          </p:val>
                                        </p:tav>
                                        <p:tav tm="100000">
                                          <p:val>
                                            <p:strVal val="#ppt_x"/>
                                          </p:val>
                                        </p:tav>
                                      </p:tavLst>
                                    </p:anim>
                                    <p:anim calcmode="lin" valueType="num">
                                      <p:cBhvr additive="base">
                                        <p:cTn id="74" dur="500" fill="hold"/>
                                        <p:tgtEl>
                                          <p:spTgt spid="61460"/>
                                        </p:tgtEl>
                                        <p:attrNameLst>
                                          <p:attrName>ppt_y</p:attrName>
                                        </p:attrNameLst>
                                      </p:cBhvr>
                                      <p:tavLst>
                                        <p:tav tm="0">
                                          <p:val>
                                            <p:strVal val="#ppt_y"/>
                                          </p:val>
                                        </p:tav>
                                        <p:tav tm="100000">
                                          <p:val>
                                            <p:strVal val="#ppt_y"/>
                                          </p:val>
                                        </p:tav>
                                      </p:tavLst>
                                    </p:anim>
                                  </p:childTnLst>
                                </p:cTn>
                              </p:par>
                            </p:childTnLst>
                          </p:cTn>
                        </p:par>
                      </p:childTnLst>
                    </p:cTn>
                  </p:par>
                  <p:par>
                    <p:cTn id="75" fill="hold" nodeType="clickPar">
                      <p:stCondLst>
                        <p:cond delay="indefinite"/>
                      </p:stCondLst>
                      <p:childTnLst>
                        <p:par>
                          <p:cTn id="76" fill="hold" nodeType="withGroup">
                            <p:stCondLst>
                              <p:cond delay="0"/>
                            </p:stCondLst>
                            <p:childTnLst>
                              <p:par>
                                <p:cTn id="77" presetID="2" presetClass="entr" presetSubtype="2" fill="hold" grpId="0" nodeType="clickEffect">
                                  <p:stCondLst>
                                    <p:cond delay="0"/>
                                  </p:stCondLst>
                                  <p:childTnLst>
                                    <p:set>
                                      <p:cBhvr>
                                        <p:cTn id="78" dur="1" fill="hold">
                                          <p:stCondLst>
                                            <p:cond delay="0"/>
                                          </p:stCondLst>
                                        </p:cTn>
                                        <p:tgtEl>
                                          <p:spTgt spid="61461"/>
                                        </p:tgtEl>
                                        <p:attrNameLst>
                                          <p:attrName>style.visibility</p:attrName>
                                        </p:attrNameLst>
                                      </p:cBhvr>
                                      <p:to>
                                        <p:strVal val="visible"/>
                                      </p:to>
                                    </p:set>
                                    <p:anim calcmode="lin" valueType="num">
                                      <p:cBhvr additive="base">
                                        <p:cTn id="79" dur="500" fill="hold"/>
                                        <p:tgtEl>
                                          <p:spTgt spid="61461"/>
                                        </p:tgtEl>
                                        <p:attrNameLst>
                                          <p:attrName>ppt_x</p:attrName>
                                        </p:attrNameLst>
                                      </p:cBhvr>
                                      <p:tavLst>
                                        <p:tav tm="0">
                                          <p:val>
                                            <p:strVal val="1+#ppt_w/2"/>
                                          </p:val>
                                        </p:tav>
                                        <p:tav tm="100000">
                                          <p:val>
                                            <p:strVal val="#ppt_x"/>
                                          </p:val>
                                        </p:tav>
                                      </p:tavLst>
                                    </p:anim>
                                    <p:anim calcmode="lin" valueType="num">
                                      <p:cBhvr additive="base">
                                        <p:cTn id="80" dur="500" fill="hold"/>
                                        <p:tgtEl>
                                          <p:spTgt spid="61461"/>
                                        </p:tgtEl>
                                        <p:attrNameLst>
                                          <p:attrName>ppt_y</p:attrName>
                                        </p:attrNameLst>
                                      </p:cBhvr>
                                      <p:tavLst>
                                        <p:tav tm="0">
                                          <p:val>
                                            <p:strVal val="#ppt_y"/>
                                          </p:val>
                                        </p:tav>
                                        <p:tav tm="100000">
                                          <p:val>
                                            <p:strVal val="#ppt_y"/>
                                          </p:val>
                                        </p:tav>
                                      </p:tavLst>
                                    </p:anim>
                                  </p:childTnLst>
                                </p:cTn>
                              </p:par>
                            </p:childTnLst>
                          </p:cTn>
                        </p:par>
                      </p:childTnLst>
                    </p:cTn>
                  </p:par>
                  <p:par>
                    <p:cTn id="81" fill="hold" nodeType="clickPar">
                      <p:stCondLst>
                        <p:cond delay="indefinite"/>
                      </p:stCondLst>
                      <p:childTnLst>
                        <p:par>
                          <p:cTn id="82" fill="hold" nodeType="withGroup">
                            <p:stCondLst>
                              <p:cond delay="0"/>
                            </p:stCondLst>
                            <p:childTnLst>
                              <p:par>
                                <p:cTn id="83" presetID="2" presetClass="entr" presetSubtype="2" fill="hold" grpId="0" nodeType="clickEffect">
                                  <p:stCondLst>
                                    <p:cond delay="0"/>
                                  </p:stCondLst>
                                  <p:childTnLst>
                                    <p:set>
                                      <p:cBhvr>
                                        <p:cTn id="84" dur="1" fill="hold">
                                          <p:stCondLst>
                                            <p:cond delay="0"/>
                                          </p:stCondLst>
                                        </p:cTn>
                                        <p:tgtEl>
                                          <p:spTgt spid="61462"/>
                                        </p:tgtEl>
                                        <p:attrNameLst>
                                          <p:attrName>style.visibility</p:attrName>
                                        </p:attrNameLst>
                                      </p:cBhvr>
                                      <p:to>
                                        <p:strVal val="visible"/>
                                      </p:to>
                                    </p:set>
                                    <p:anim calcmode="lin" valueType="num">
                                      <p:cBhvr additive="base">
                                        <p:cTn id="85" dur="500" fill="hold"/>
                                        <p:tgtEl>
                                          <p:spTgt spid="61462"/>
                                        </p:tgtEl>
                                        <p:attrNameLst>
                                          <p:attrName>ppt_x</p:attrName>
                                        </p:attrNameLst>
                                      </p:cBhvr>
                                      <p:tavLst>
                                        <p:tav tm="0">
                                          <p:val>
                                            <p:strVal val="1+#ppt_w/2"/>
                                          </p:val>
                                        </p:tav>
                                        <p:tav tm="100000">
                                          <p:val>
                                            <p:strVal val="#ppt_x"/>
                                          </p:val>
                                        </p:tav>
                                      </p:tavLst>
                                    </p:anim>
                                    <p:anim calcmode="lin" valueType="num">
                                      <p:cBhvr additive="base">
                                        <p:cTn id="86" dur="500" fill="hold"/>
                                        <p:tgtEl>
                                          <p:spTgt spid="61462"/>
                                        </p:tgtEl>
                                        <p:attrNameLst>
                                          <p:attrName>ppt_y</p:attrName>
                                        </p:attrNameLst>
                                      </p:cBhvr>
                                      <p:tavLst>
                                        <p:tav tm="0">
                                          <p:val>
                                            <p:strVal val="#ppt_y"/>
                                          </p:val>
                                        </p:tav>
                                        <p:tav tm="100000">
                                          <p:val>
                                            <p:strVal val="#ppt_y"/>
                                          </p:val>
                                        </p:tav>
                                      </p:tavLst>
                                    </p:anim>
                                  </p:childTnLst>
                                </p:cTn>
                              </p:par>
                            </p:childTnLst>
                          </p:cTn>
                        </p:par>
                      </p:childTnLst>
                    </p:cTn>
                  </p:par>
                  <p:par>
                    <p:cTn id="87" fill="hold" nodeType="clickPar">
                      <p:stCondLst>
                        <p:cond delay="indefinite"/>
                      </p:stCondLst>
                      <p:childTnLst>
                        <p:par>
                          <p:cTn id="88" fill="hold" nodeType="withGroup">
                            <p:stCondLst>
                              <p:cond delay="0"/>
                            </p:stCondLst>
                            <p:childTnLst>
                              <p:par>
                                <p:cTn id="89" presetID="2" presetClass="entr" presetSubtype="2" fill="hold" grpId="0" nodeType="clickEffect">
                                  <p:stCondLst>
                                    <p:cond delay="0"/>
                                  </p:stCondLst>
                                  <p:childTnLst>
                                    <p:set>
                                      <p:cBhvr>
                                        <p:cTn id="90" dur="1" fill="hold">
                                          <p:stCondLst>
                                            <p:cond delay="0"/>
                                          </p:stCondLst>
                                        </p:cTn>
                                        <p:tgtEl>
                                          <p:spTgt spid="61463"/>
                                        </p:tgtEl>
                                        <p:attrNameLst>
                                          <p:attrName>style.visibility</p:attrName>
                                        </p:attrNameLst>
                                      </p:cBhvr>
                                      <p:to>
                                        <p:strVal val="visible"/>
                                      </p:to>
                                    </p:set>
                                    <p:anim calcmode="lin" valueType="num">
                                      <p:cBhvr additive="base">
                                        <p:cTn id="91" dur="500" fill="hold"/>
                                        <p:tgtEl>
                                          <p:spTgt spid="61463"/>
                                        </p:tgtEl>
                                        <p:attrNameLst>
                                          <p:attrName>ppt_x</p:attrName>
                                        </p:attrNameLst>
                                      </p:cBhvr>
                                      <p:tavLst>
                                        <p:tav tm="0">
                                          <p:val>
                                            <p:strVal val="1+#ppt_w/2"/>
                                          </p:val>
                                        </p:tav>
                                        <p:tav tm="100000">
                                          <p:val>
                                            <p:strVal val="#ppt_x"/>
                                          </p:val>
                                        </p:tav>
                                      </p:tavLst>
                                    </p:anim>
                                    <p:anim calcmode="lin" valueType="num">
                                      <p:cBhvr additive="base">
                                        <p:cTn id="92" dur="500" fill="hold"/>
                                        <p:tgtEl>
                                          <p:spTgt spid="6146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5" grpId="0"/>
      <p:bldP spid="61446" grpId="0"/>
      <p:bldP spid="61447" grpId="0"/>
      <p:bldP spid="61448" grpId="0"/>
      <p:bldP spid="61450" grpId="0"/>
      <p:bldP spid="61451" grpId="0"/>
      <p:bldP spid="61455" grpId="0"/>
      <p:bldP spid="61456" grpId="0"/>
      <p:bldP spid="61457" grpId="0"/>
      <p:bldP spid="61458" grpId="0"/>
      <p:bldP spid="61459" grpId="0"/>
      <p:bldP spid="61460" grpId="0"/>
      <p:bldP spid="61461" grpId="0"/>
      <p:bldP spid="61462" grpId="0"/>
      <p:bldP spid="61463" grpId="0"/>
    </p:bld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B7C4707-9C68-44ED-A6DE-88FF7A50F4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B69060A4-9EDF-4FB5-87A8-A9FC83E44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663" y="217714"/>
            <a:ext cx="6968018" cy="6640286"/>
          </a:xfrm>
          <a:custGeom>
            <a:avLst/>
            <a:gdLst>
              <a:gd name="connsiteX0" fmla="*/ 6352331 w 6968018"/>
              <a:gd name="connsiteY0" fmla="*/ 0 h 6643444"/>
              <a:gd name="connsiteX1" fmla="*/ 6968018 w 6968018"/>
              <a:gd name="connsiteY1" fmla="*/ 6643444 h 6643444"/>
              <a:gd name="connsiteX2" fmla="*/ 561128 w 6968018"/>
              <a:gd name="connsiteY2" fmla="*/ 6643444 h 6643444"/>
              <a:gd name="connsiteX3" fmla="*/ 0 w 6968018"/>
              <a:gd name="connsiteY3" fmla="*/ 588709 h 6643444"/>
            </a:gdLst>
            <a:ahLst/>
            <a:cxnLst>
              <a:cxn ang="0">
                <a:pos x="connsiteX0" y="connsiteY0"/>
              </a:cxn>
              <a:cxn ang="0">
                <a:pos x="connsiteX1" y="connsiteY1"/>
              </a:cxn>
              <a:cxn ang="0">
                <a:pos x="connsiteX2" y="connsiteY2"/>
              </a:cxn>
              <a:cxn ang="0">
                <a:pos x="connsiteX3" y="connsiteY3"/>
              </a:cxn>
            </a:cxnLst>
            <a:rect l="l" t="t" r="r" b="b"/>
            <a:pathLst>
              <a:path w="6968018" h="6643444">
                <a:moveTo>
                  <a:pt x="6352331" y="0"/>
                </a:moveTo>
                <a:lnTo>
                  <a:pt x="6968018" y="6643444"/>
                </a:lnTo>
                <a:lnTo>
                  <a:pt x="561128" y="6643444"/>
                </a:lnTo>
                <a:lnTo>
                  <a:pt x="0" y="588709"/>
                </a:lnTo>
                <a:close/>
              </a:path>
            </a:pathLst>
          </a:custGeom>
          <a:solidFill>
            <a:schemeClr val="tx1"/>
          </a:solidFill>
          <a:ln w="12700" cap="flat" cmpd="sng" algn="ctr">
            <a:noFill/>
            <a:prstDash val="solid"/>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E937A4B0-1638-4AFA-91A5-60F8BB498C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764" y="379444"/>
            <a:ext cx="6678117" cy="6490996"/>
          </a:xfrm>
          <a:custGeom>
            <a:avLst/>
            <a:gdLst>
              <a:gd name="connsiteX0" fmla="*/ 6004504 w 6647705"/>
              <a:gd name="connsiteY0" fmla="*/ 217 h 6461436"/>
              <a:gd name="connsiteX1" fmla="*/ 6043316 w 6647705"/>
              <a:gd name="connsiteY1" fmla="*/ 21512 h 6461436"/>
              <a:gd name="connsiteX2" fmla="*/ 6200652 w 6647705"/>
              <a:gd name="connsiteY2" fmla="*/ 1719217 h 6461436"/>
              <a:gd name="connsiteX3" fmla="*/ 6206825 w 6647705"/>
              <a:gd name="connsiteY3" fmla="*/ 1785827 h 6461436"/>
              <a:gd name="connsiteX4" fmla="*/ 6221227 w 6647705"/>
              <a:gd name="connsiteY4" fmla="*/ 1822016 h 6461436"/>
              <a:gd name="connsiteX5" fmla="*/ 6237305 w 6647705"/>
              <a:gd name="connsiteY5" fmla="*/ 1858891 h 6461436"/>
              <a:gd name="connsiteX6" fmla="*/ 6245339 w 6647705"/>
              <a:gd name="connsiteY6" fmla="*/ 2011010 h 6461436"/>
              <a:gd name="connsiteX7" fmla="*/ 6243065 w 6647705"/>
              <a:gd name="connsiteY7" fmla="*/ 2066060 h 6461436"/>
              <a:gd name="connsiteX8" fmla="*/ 6238739 w 6647705"/>
              <a:gd name="connsiteY8" fmla="*/ 2104210 h 6461436"/>
              <a:gd name="connsiteX9" fmla="*/ 6237021 w 6647705"/>
              <a:gd name="connsiteY9" fmla="*/ 2111648 h 6461436"/>
              <a:gd name="connsiteX10" fmla="*/ 6259718 w 6647705"/>
              <a:gd name="connsiteY10" fmla="*/ 2356556 h 6461436"/>
              <a:gd name="connsiteX11" fmla="*/ 6264060 w 6647705"/>
              <a:gd name="connsiteY11" fmla="*/ 2374375 h 6461436"/>
              <a:gd name="connsiteX12" fmla="*/ 6267041 w 6647705"/>
              <a:gd name="connsiteY12" fmla="*/ 2435573 h 6461436"/>
              <a:gd name="connsiteX13" fmla="*/ 6271496 w 6647705"/>
              <a:gd name="connsiteY13" fmla="*/ 2444087 h 6461436"/>
              <a:gd name="connsiteX14" fmla="*/ 6647705 w 6647705"/>
              <a:gd name="connsiteY14" fmla="*/ 6461436 h 6461436"/>
              <a:gd name="connsiteX15" fmla="*/ 545408 w 6647705"/>
              <a:gd name="connsiteY15" fmla="*/ 6461436 h 6461436"/>
              <a:gd name="connsiteX16" fmla="*/ 544170 w 6647705"/>
              <a:gd name="connsiteY16" fmla="*/ 6448085 h 6461436"/>
              <a:gd name="connsiteX17" fmla="*/ 533573 w 6647705"/>
              <a:gd name="connsiteY17" fmla="*/ 6434067 h 6461436"/>
              <a:gd name="connsiteX18" fmla="*/ 522439 w 6647705"/>
              <a:gd name="connsiteY18" fmla="*/ 6388375 h 6461436"/>
              <a:gd name="connsiteX19" fmla="*/ 518228 w 6647705"/>
              <a:gd name="connsiteY19" fmla="*/ 6357352 h 6461436"/>
              <a:gd name="connsiteX20" fmla="*/ 518072 w 6647705"/>
              <a:gd name="connsiteY20" fmla="*/ 6352810 h 6461436"/>
              <a:gd name="connsiteX21" fmla="*/ 523971 w 6647705"/>
              <a:gd name="connsiteY21" fmla="*/ 6314577 h 6461436"/>
              <a:gd name="connsiteX22" fmla="*/ 518934 w 6647705"/>
              <a:gd name="connsiteY22" fmla="*/ 6311532 h 6461436"/>
              <a:gd name="connsiteX23" fmla="*/ 513042 w 6647705"/>
              <a:gd name="connsiteY23" fmla="*/ 6300271 h 6461436"/>
              <a:gd name="connsiteX24" fmla="*/ 517740 w 6647705"/>
              <a:gd name="connsiteY24" fmla="*/ 6289716 h 6461436"/>
              <a:gd name="connsiteX25" fmla="*/ 523418 w 6647705"/>
              <a:gd name="connsiteY25" fmla="*/ 6241814 h 6461436"/>
              <a:gd name="connsiteX26" fmla="*/ 523922 w 6647705"/>
              <a:gd name="connsiteY26" fmla="*/ 6229603 h 6461436"/>
              <a:gd name="connsiteX27" fmla="*/ 67 w 6647705"/>
              <a:gd name="connsiteY27" fmla="*/ 577048 h 6461436"/>
              <a:gd name="connsiteX28" fmla="*/ 34408 w 6647705"/>
              <a:gd name="connsiteY28" fmla="*/ 548975 h 6461436"/>
              <a:gd name="connsiteX29" fmla="*/ 6004504 w 6647705"/>
              <a:gd name="connsiteY29" fmla="*/ 217 h 6461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6647705" h="6461436">
                <a:moveTo>
                  <a:pt x="6004504" y="217"/>
                </a:moveTo>
                <a:cubicBezTo>
                  <a:pt x="6024678" y="-1575"/>
                  <a:pt x="6042004" y="7929"/>
                  <a:pt x="6043316" y="21512"/>
                </a:cubicBezTo>
                <a:lnTo>
                  <a:pt x="6200652" y="1719217"/>
                </a:lnTo>
                <a:lnTo>
                  <a:pt x="6206825" y="1785827"/>
                </a:lnTo>
                <a:lnTo>
                  <a:pt x="6221227" y="1822016"/>
                </a:lnTo>
                <a:cubicBezTo>
                  <a:pt x="6213856" y="1837795"/>
                  <a:pt x="6231996" y="1847154"/>
                  <a:pt x="6237305" y="1858891"/>
                </a:cubicBezTo>
                <a:lnTo>
                  <a:pt x="6245339" y="2011010"/>
                </a:lnTo>
                <a:lnTo>
                  <a:pt x="6243065" y="2066060"/>
                </a:lnTo>
                <a:lnTo>
                  <a:pt x="6238739" y="2104210"/>
                </a:lnTo>
                <a:lnTo>
                  <a:pt x="6237021" y="2111648"/>
                </a:lnTo>
                <a:lnTo>
                  <a:pt x="6259718" y="2356556"/>
                </a:lnTo>
                <a:lnTo>
                  <a:pt x="6264060" y="2374375"/>
                </a:lnTo>
                <a:lnTo>
                  <a:pt x="6267041" y="2435573"/>
                </a:lnTo>
                <a:lnTo>
                  <a:pt x="6271496" y="2444087"/>
                </a:lnTo>
                <a:lnTo>
                  <a:pt x="6647705" y="6461436"/>
                </a:lnTo>
                <a:lnTo>
                  <a:pt x="545408" y="6461436"/>
                </a:lnTo>
                <a:lnTo>
                  <a:pt x="544170" y="6448085"/>
                </a:lnTo>
                <a:lnTo>
                  <a:pt x="533573" y="6434067"/>
                </a:lnTo>
                <a:lnTo>
                  <a:pt x="522439" y="6388375"/>
                </a:lnTo>
                <a:lnTo>
                  <a:pt x="518228" y="6357352"/>
                </a:lnTo>
                <a:lnTo>
                  <a:pt x="518072" y="6352810"/>
                </a:lnTo>
                <a:lnTo>
                  <a:pt x="523971" y="6314577"/>
                </a:lnTo>
                <a:cubicBezTo>
                  <a:pt x="522183" y="6313865"/>
                  <a:pt x="520483" y="6312841"/>
                  <a:pt x="518934" y="6311532"/>
                </a:cubicBezTo>
                <a:lnTo>
                  <a:pt x="513042" y="6300271"/>
                </a:lnTo>
                <a:lnTo>
                  <a:pt x="517740" y="6289716"/>
                </a:lnTo>
                <a:lnTo>
                  <a:pt x="523418" y="6241814"/>
                </a:lnTo>
                <a:lnTo>
                  <a:pt x="523922" y="6229603"/>
                </a:lnTo>
                <a:lnTo>
                  <a:pt x="67" y="577048"/>
                </a:lnTo>
                <a:cubicBezTo>
                  <a:pt x="-1138" y="563427"/>
                  <a:pt x="14205" y="550882"/>
                  <a:pt x="34408" y="548975"/>
                </a:cubicBezTo>
                <a:cubicBezTo>
                  <a:pt x="2024440" y="366055"/>
                  <a:pt x="4014473" y="183136"/>
                  <a:pt x="6004504" y="217"/>
                </a:cubicBezTo>
                <a:close/>
              </a:path>
            </a:pathLst>
          </a:custGeom>
          <a:blipFill dpi="0" rotWithShape="1">
            <a:blip r:embed="rId2"/>
            <a:srcRect/>
            <a:tile tx="0" ty="0" sx="100000" sy="100000" flip="none" algn="tl"/>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Periodic table of elements">
            <a:extLst>
              <a:ext uri="{FF2B5EF4-FFF2-40B4-BE49-F238E27FC236}">
                <a16:creationId xmlns:a16="http://schemas.microsoft.com/office/drawing/2014/main" id="{3BDB3214-9715-5200-E94E-E2ED4943D4E4}"/>
              </a:ext>
            </a:extLst>
          </p:cNvPr>
          <p:cNvPicPr>
            <a:picLocks noChangeAspect="1"/>
          </p:cNvPicPr>
          <p:nvPr/>
        </p:nvPicPr>
        <p:blipFill rotWithShape="1">
          <a:blip r:embed="rId3">
            <a:alphaModFix amt="84000"/>
          </a:blip>
          <a:srcRect l="21511" r="12643" b="387"/>
          <a:stretch/>
        </p:blipFill>
        <p:spPr>
          <a:xfrm>
            <a:off x="457850" y="379444"/>
            <a:ext cx="6678117" cy="6490996"/>
          </a:xfrm>
          <a:custGeom>
            <a:avLst/>
            <a:gdLst/>
            <a:ahLst/>
            <a:cxnLst/>
            <a:rect l="l" t="t" r="r" b="b"/>
            <a:pathLst>
              <a:path w="6647705" h="6461436">
                <a:moveTo>
                  <a:pt x="6004504" y="217"/>
                </a:moveTo>
                <a:cubicBezTo>
                  <a:pt x="6024678" y="-1575"/>
                  <a:pt x="6042004" y="7929"/>
                  <a:pt x="6043316" y="21512"/>
                </a:cubicBezTo>
                <a:lnTo>
                  <a:pt x="6200652" y="1719217"/>
                </a:lnTo>
                <a:lnTo>
                  <a:pt x="6206825" y="1785827"/>
                </a:lnTo>
                <a:lnTo>
                  <a:pt x="6221227" y="1822016"/>
                </a:lnTo>
                <a:cubicBezTo>
                  <a:pt x="6213856" y="1837795"/>
                  <a:pt x="6231996" y="1847154"/>
                  <a:pt x="6237305" y="1858891"/>
                </a:cubicBezTo>
                <a:lnTo>
                  <a:pt x="6245339" y="2011010"/>
                </a:lnTo>
                <a:lnTo>
                  <a:pt x="6243065" y="2066060"/>
                </a:lnTo>
                <a:lnTo>
                  <a:pt x="6238739" y="2104210"/>
                </a:lnTo>
                <a:lnTo>
                  <a:pt x="6237021" y="2111648"/>
                </a:lnTo>
                <a:lnTo>
                  <a:pt x="6259718" y="2356556"/>
                </a:lnTo>
                <a:lnTo>
                  <a:pt x="6264060" y="2374375"/>
                </a:lnTo>
                <a:lnTo>
                  <a:pt x="6267041" y="2435573"/>
                </a:lnTo>
                <a:lnTo>
                  <a:pt x="6271496" y="2444087"/>
                </a:lnTo>
                <a:lnTo>
                  <a:pt x="6647705" y="6461436"/>
                </a:lnTo>
                <a:lnTo>
                  <a:pt x="545408" y="6461436"/>
                </a:lnTo>
                <a:lnTo>
                  <a:pt x="544170" y="6448085"/>
                </a:lnTo>
                <a:lnTo>
                  <a:pt x="533573" y="6434067"/>
                </a:lnTo>
                <a:lnTo>
                  <a:pt x="522439" y="6388375"/>
                </a:lnTo>
                <a:lnTo>
                  <a:pt x="518228" y="6357352"/>
                </a:lnTo>
                <a:lnTo>
                  <a:pt x="518072" y="6352810"/>
                </a:lnTo>
                <a:lnTo>
                  <a:pt x="523971" y="6314577"/>
                </a:lnTo>
                <a:cubicBezTo>
                  <a:pt x="522183" y="6313865"/>
                  <a:pt x="520483" y="6312841"/>
                  <a:pt x="518934" y="6311532"/>
                </a:cubicBezTo>
                <a:lnTo>
                  <a:pt x="513042" y="6300271"/>
                </a:lnTo>
                <a:lnTo>
                  <a:pt x="517740" y="6289716"/>
                </a:lnTo>
                <a:lnTo>
                  <a:pt x="523418" y="6241814"/>
                </a:lnTo>
                <a:lnTo>
                  <a:pt x="523922" y="6229603"/>
                </a:lnTo>
                <a:lnTo>
                  <a:pt x="67" y="577048"/>
                </a:lnTo>
                <a:cubicBezTo>
                  <a:pt x="-1138" y="563427"/>
                  <a:pt x="14205" y="550882"/>
                  <a:pt x="34408" y="548975"/>
                </a:cubicBezTo>
                <a:cubicBezTo>
                  <a:pt x="2024440" y="366055"/>
                  <a:pt x="4014473" y="183136"/>
                  <a:pt x="6004504" y="217"/>
                </a:cubicBezTo>
                <a:close/>
              </a:path>
            </a:pathLst>
          </a:custGeom>
        </p:spPr>
      </p:pic>
      <p:sp>
        <p:nvSpPr>
          <p:cNvPr id="2" name="Title 1">
            <a:extLst>
              <a:ext uri="{FF2B5EF4-FFF2-40B4-BE49-F238E27FC236}">
                <a16:creationId xmlns:a16="http://schemas.microsoft.com/office/drawing/2014/main" id="{559663D8-7931-F1A1-28FA-FC0014ABDA32}"/>
              </a:ext>
            </a:extLst>
          </p:cNvPr>
          <p:cNvSpPr>
            <a:spLocks noGrp="1"/>
          </p:cNvSpPr>
          <p:nvPr>
            <p:ph type="title"/>
          </p:nvPr>
        </p:nvSpPr>
        <p:spPr>
          <a:xfrm>
            <a:off x="5933208" y="681036"/>
            <a:ext cx="5572992" cy="1916505"/>
          </a:xfrm>
        </p:spPr>
        <p:txBody>
          <a:bodyPr>
            <a:normAutofit/>
          </a:bodyPr>
          <a:lstStyle/>
          <a:p>
            <a:r>
              <a:rPr lang="en-US" dirty="0"/>
              <a:t>What are octet rules?</a:t>
            </a:r>
          </a:p>
        </p:txBody>
      </p:sp>
      <p:sp>
        <p:nvSpPr>
          <p:cNvPr id="15" name="Freeform: Shape 14">
            <a:extLst>
              <a:ext uri="{FF2B5EF4-FFF2-40B4-BE49-F238E27FC236}">
                <a16:creationId xmlns:a16="http://schemas.microsoft.com/office/drawing/2014/main" id="{60376AD7-5814-4A2B-B3FC-395355E394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830335">
            <a:off x="463402" y="118600"/>
            <a:ext cx="444795" cy="1868387"/>
          </a:xfrm>
          <a:custGeom>
            <a:avLst/>
            <a:gdLst>
              <a:gd name="connsiteX0" fmla="*/ 0 w 444795"/>
              <a:gd name="connsiteY0" fmla="*/ 78388 h 1868387"/>
              <a:gd name="connsiteX1" fmla="*/ 39454 w 444795"/>
              <a:gd name="connsiteY1" fmla="*/ 66552 h 1868387"/>
              <a:gd name="connsiteX2" fmla="*/ 139617 w 444795"/>
              <a:gd name="connsiteY2" fmla="*/ 42263 h 1868387"/>
              <a:gd name="connsiteX3" fmla="*/ 193778 w 444795"/>
              <a:gd name="connsiteY3" fmla="*/ 51160 h 1868387"/>
              <a:gd name="connsiteX4" fmla="*/ 261389 w 444795"/>
              <a:gd name="connsiteY4" fmla="*/ 36852 h 1868387"/>
              <a:gd name="connsiteX5" fmla="*/ 274876 w 444795"/>
              <a:gd name="connsiteY5" fmla="*/ 37840 h 1868387"/>
              <a:gd name="connsiteX6" fmla="*/ 280032 w 444795"/>
              <a:gd name="connsiteY6" fmla="*/ 48921 h 1868387"/>
              <a:gd name="connsiteX7" fmla="*/ 284781 w 444795"/>
              <a:gd name="connsiteY7" fmla="*/ 50980 h 1868387"/>
              <a:gd name="connsiteX8" fmla="*/ 300007 w 444795"/>
              <a:gd name="connsiteY8" fmla="*/ 37078 h 1868387"/>
              <a:gd name="connsiteX9" fmla="*/ 375999 w 444795"/>
              <a:gd name="connsiteY9" fmla="*/ 45281 h 1868387"/>
              <a:gd name="connsiteX10" fmla="*/ 417584 w 444795"/>
              <a:gd name="connsiteY10" fmla="*/ 9727 h 1868387"/>
              <a:gd name="connsiteX11" fmla="*/ 444795 w 444795"/>
              <a:gd name="connsiteY11" fmla="*/ 0 h 1868387"/>
              <a:gd name="connsiteX12" fmla="*/ 444795 w 444795"/>
              <a:gd name="connsiteY12" fmla="*/ 1864840 h 1868387"/>
              <a:gd name="connsiteX13" fmla="*/ 430079 w 444795"/>
              <a:gd name="connsiteY13" fmla="*/ 1860813 h 1868387"/>
              <a:gd name="connsiteX14" fmla="*/ 383783 w 444795"/>
              <a:gd name="connsiteY14" fmla="*/ 1862444 h 1868387"/>
              <a:gd name="connsiteX15" fmla="*/ 370358 w 444795"/>
              <a:gd name="connsiteY15" fmla="*/ 1868387 h 1868387"/>
              <a:gd name="connsiteX16" fmla="*/ 336658 w 444795"/>
              <a:gd name="connsiteY16" fmla="*/ 1868387 h 1868387"/>
              <a:gd name="connsiteX17" fmla="*/ 306546 w 444795"/>
              <a:gd name="connsiteY17" fmla="*/ 1858526 h 1868387"/>
              <a:gd name="connsiteX18" fmla="*/ 236457 w 444795"/>
              <a:gd name="connsiteY18" fmla="*/ 1847671 h 1868387"/>
              <a:gd name="connsiteX19" fmla="*/ 205722 w 444795"/>
              <a:gd name="connsiteY19" fmla="*/ 1841430 h 1868387"/>
              <a:gd name="connsiteX20" fmla="*/ 181807 w 444795"/>
              <a:gd name="connsiteY20" fmla="*/ 1823771 h 1868387"/>
              <a:gd name="connsiteX21" fmla="*/ 178439 w 444795"/>
              <a:gd name="connsiteY21" fmla="*/ 1808957 h 1868387"/>
              <a:gd name="connsiteX22" fmla="*/ 161935 w 444795"/>
              <a:gd name="connsiteY22" fmla="*/ 1803551 h 1868387"/>
              <a:gd name="connsiteX23" fmla="*/ 158071 w 444795"/>
              <a:gd name="connsiteY23" fmla="*/ 1799541 h 1868387"/>
              <a:gd name="connsiteX24" fmla="*/ 135376 w 444795"/>
              <a:gd name="connsiteY24" fmla="*/ 1779136 h 1868387"/>
              <a:gd name="connsiteX25" fmla="*/ 132952 w 444795"/>
              <a:gd name="connsiteY25" fmla="*/ 1786380 h 1868387"/>
              <a:gd name="connsiteX26" fmla="*/ 0 w 444795"/>
              <a:gd name="connsiteY26" fmla="*/ 1663146 h 1868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44795" h="1868387">
                <a:moveTo>
                  <a:pt x="0" y="78388"/>
                </a:moveTo>
                <a:lnTo>
                  <a:pt x="39454" y="66552"/>
                </a:lnTo>
                <a:cubicBezTo>
                  <a:pt x="73377" y="59047"/>
                  <a:pt x="108602" y="54461"/>
                  <a:pt x="139617" y="42263"/>
                </a:cubicBezTo>
                <a:cubicBezTo>
                  <a:pt x="180799" y="87869"/>
                  <a:pt x="156173" y="44723"/>
                  <a:pt x="193778" y="51160"/>
                </a:cubicBezTo>
                <a:lnTo>
                  <a:pt x="261389" y="36852"/>
                </a:lnTo>
                <a:lnTo>
                  <a:pt x="274876" y="37840"/>
                </a:lnTo>
                <a:lnTo>
                  <a:pt x="280032" y="48921"/>
                </a:lnTo>
                <a:lnTo>
                  <a:pt x="284781" y="50980"/>
                </a:lnTo>
                <a:lnTo>
                  <a:pt x="300007" y="37078"/>
                </a:lnTo>
                <a:cubicBezTo>
                  <a:pt x="322467" y="29589"/>
                  <a:pt x="353078" y="47149"/>
                  <a:pt x="375999" y="45281"/>
                </a:cubicBezTo>
                <a:cubicBezTo>
                  <a:pt x="382977" y="27666"/>
                  <a:pt x="397501" y="17994"/>
                  <a:pt x="417584" y="9727"/>
                </a:cubicBezTo>
                <a:lnTo>
                  <a:pt x="444795" y="0"/>
                </a:lnTo>
                <a:lnTo>
                  <a:pt x="444795" y="1864840"/>
                </a:lnTo>
                <a:lnTo>
                  <a:pt x="430079" y="1860813"/>
                </a:lnTo>
                <a:cubicBezTo>
                  <a:pt x="411946" y="1857931"/>
                  <a:pt x="392950" y="1858479"/>
                  <a:pt x="383783" y="1862444"/>
                </a:cubicBezTo>
                <a:lnTo>
                  <a:pt x="370358" y="1868387"/>
                </a:lnTo>
                <a:lnTo>
                  <a:pt x="336658" y="1868387"/>
                </a:lnTo>
                <a:lnTo>
                  <a:pt x="306546" y="1858526"/>
                </a:lnTo>
                <a:cubicBezTo>
                  <a:pt x="280888" y="1847233"/>
                  <a:pt x="256422" y="1834783"/>
                  <a:pt x="236457" y="1847671"/>
                </a:cubicBezTo>
                <a:cubicBezTo>
                  <a:pt x="224964" y="1848497"/>
                  <a:pt x="214878" y="1845991"/>
                  <a:pt x="205722" y="1841430"/>
                </a:cubicBezTo>
                <a:lnTo>
                  <a:pt x="181807" y="1823771"/>
                </a:lnTo>
                <a:lnTo>
                  <a:pt x="178439" y="1808957"/>
                </a:lnTo>
                <a:lnTo>
                  <a:pt x="161935" y="1803551"/>
                </a:lnTo>
                <a:lnTo>
                  <a:pt x="158071" y="1799541"/>
                </a:lnTo>
                <a:cubicBezTo>
                  <a:pt x="150700" y="1791836"/>
                  <a:pt x="143295" y="1784610"/>
                  <a:pt x="135376" y="1779136"/>
                </a:cubicBezTo>
                <a:lnTo>
                  <a:pt x="132952" y="1786380"/>
                </a:lnTo>
                <a:lnTo>
                  <a:pt x="0" y="1663146"/>
                </a:lnTo>
                <a:close/>
              </a:path>
            </a:pathLst>
          </a:custGeom>
          <a:blipFill dpi="0" rotWithShape="1">
            <a:blip r:embed="rId4">
              <a:alphaModFix amt="84000"/>
            </a:blip>
            <a:srcRect/>
            <a:tile tx="0" ty="0" sx="100000" sy="100000" flip="none" algn="tl"/>
          </a:blipFill>
          <a:ln>
            <a:noFill/>
          </a:ln>
          <a:effectLst>
            <a:outerShdw blurRad="63500" dist="12700" dir="8100000" algn="tr" rotWithShape="0">
              <a:prstClr val="black">
                <a:alpha val="32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E142D6AE-7D1B-F72A-8610-02DA8AA5730A}"/>
              </a:ext>
            </a:extLst>
          </p:cNvPr>
          <p:cNvSpPr>
            <a:spLocks noGrp="1"/>
          </p:cNvSpPr>
          <p:nvPr>
            <p:ph idx="1"/>
          </p:nvPr>
        </p:nvSpPr>
        <p:spPr>
          <a:xfrm>
            <a:off x="7286405" y="2757488"/>
            <a:ext cx="4736526" cy="3419475"/>
          </a:xfrm>
        </p:spPr>
        <p:txBody>
          <a:bodyPr>
            <a:noAutofit/>
          </a:bodyPr>
          <a:lstStyle/>
          <a:p>
            <a:pPr>
              <a:lnSpc>
                <a:spcPct val="110000"/>
              </a:lnSpc>
            </a:pPr>
            <a:r>
              <a:rPr lang="en-US" sz="2000" dirty="0"/>
              <a:t>Elements have the tendency to achieve the noble gas configuration with eight (8) electrons in the valence shells.</a:t>
            </a:r>
          </a:p>
          <a:p>
            <a:pPr>
              <a:lnSpc>
                <a:spcPct val="110000"/>
              </a:lnSpc>
            </a:pPr>
            <a:r>
              <a:rPr lang="en-US" sz="2000" dirty="0"/>
              <a:t>Metals have a tendency to lose electrons to </a:t>
            </a:r>
            <a:r>
              <a:rPr lang="en-US" sz="2000"/>
              <a:t>form positive </a:t>
            </a:r>
            <a:r>
              <a:rPr lang="en-US" sz="2000" dirty="0"/>
              <a:t>ions/cations</a:t>
            </a:r>
          </a:p>
          <a:p>
            <a:pPr>
              <a:lnSpc>
                <a:spcPct val="110000"/>
              </a:lnSpc>
            </a:pPr>
            <a:r>
              <a:rPr lang="en-US" sz="2000" dirty="0"/>
              <a:t>Non-metals can either lose or gain electrons to form cations or anions. </a:t>
            </a:r>
          </a:p>
        </p:txBody>
      </p:sp>
      <p:grpSp>
        <p:nvGrpSpPr>
          <p:cNvPr id="17" name="Group 16">
            <a:extLst>
              <a:ext uri="{FF2B5EF4-FFF2-40B4-BE49-F238E27FC236}">
                <a16:creationId xmlns:a16="http://schemas.microsoft.com/office/drawing/2014/main" id="{D2D2835C-DDE9-4332-9476-94B711F0537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74436" y="6388259"/>
            <a:ext cx="358083" cy="368964"/>
            <a:chOff x="4135740" y="1795926"/>
            <a:chExt cx="558732" cy="575710"/>
          </a:xfrm>
        </p:grpSpPr>
        <p:grpSp>
          <p:nvGrpSpPr>
            <p:cNvPr id="18" name="Group 17">
              <a:extLst>
                <a:ext uri="{FF2B5EF4-FFF2-40B4-BE49-F238E27FC236}">
                  <a16:creationId xmlns:a16="http://schemas.microsoft.com/office/drawing/2014/main" id="{37647015-EE9A-4F89-A88A-DC5786E66388}"/>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4135740" y="1795926"/>
              <a:ext cx="558732" cy="575710"/>
              <a:chOff x="1028007" y="1706560"/>
              <a:chExt cx="575710" cy="575710"/>
            </a:xfrm>
          </p:grpSpPr>
          <p:cxnSp>
            <p:nvCxnSpPr>
              <p:cNvPr id="20" name="Straight Connector 19">
                <a:extLst>
                  <a:ext uri="{FF2B5EF4-FFF2-40B4-BE49-F238E27FC236}">
                    <a16:creationId xmlns:a16="http://schemas.microsoft.com/office/drawing/2014/main" id="{CB275C9D-23AD-4120-B860-4A649881025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28007" y="1994415"/>
                <a:ext cx="57571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57793833-C4D8-475A-86F4-45B2FFCF4F7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6200000">
                <a:off x="1028007" y="1994415"/>
                <a:ext cx="57571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9" name="Oval 18">
              <a:extLst>
                <a:ext uri="{FF2B5EF4-FFF2-40B4-BE49-F238E27FC236}">
                  <a16:creationId xmlns:a16="http://schemas.microsoft.com/office/drawing/2014/main" id="{CBDF05EB-F6AC-4339-BC6E-8D65276856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36389" y="1946248"/>
              <a:ext cx="157434" cy="157434"/>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4722539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3B00A9-89AA-A1DC-C0DF-59AD30C0D69E}"/>
              </a:ext>
            </a:extLst>
          </p:cNvPr>
          <p:cNvSpPr>
            <a:spLocks noGrp="1"/>
          </p:cNvSpPr>
          <p:nvPr>
            <p:ph type="title"/>
          </p:nvPr>
        </p:nvSpPr>
        <p:spPr/>
        <p:txBody>
          <a:bodyPr/>
          <a:lstStyle/>
          <a:p>
            <a:r>
              <a:rPr lang="en-US" dirty="0"/>
              <a:t>Ions formation and Octet Rule</a:t>
            </a:r>
          </a:p>
        </p:txBody>
      </p:sp>
      <p:sp>
        <p:nvSpPr>
          <p:cNvPr id="3" name="Content Placeholder 2">
            <a:extLst>
              <a:ext uri="{FF2B5EF4-FFF2-40B4-BE49-F238E27FC236}">
                <a16:creationId xmlns:a16="http://schemas.microsoft.com/office/drawing/2014/main" id="{B9922DDC-0D7A-280B-98D8-189B4858C0D2}"/>
              </a:ext>
            </a:extLst>
          </p:cNvPr>
          <p:cNvSpPr>
            <a:spLocks noGrp="1"/>
          </p:cNvSpPr>
          <p:nvPr>
            <p:ph idx="1"/>
          </p:nvPr>
        </p:nvSpPr>
        <p:spPr/>
        <p:txBody>
          <a:bodyPr/>
          <a:lstStyle/>
          <a:p>
            <a:r>
              <a:rPr lang="en-US" dirty="0"/>
              <a:t>Use Octet Rule to draw ion formation of the following element</a:t>
            </a:r>
          </a:p>
          <a:p>
            <a:pPr marL="0" indent="0">
              <a:buNone/>
            </a:pPr>
            <a:endParaRPr lang="en-US" dirty="0"/>
          </a:p>
          <a:p>
            <a:pPr marL="0" indent="0">
              <a:buNone/>
            </a:pPr>
            <a:endParaRPr lang="en-US" dirty="0"/>
          </a:p>
          <a:p>
            <a:pPr marL="0" indent="0">
              <a:buNone/>
            </a:pPr>
            <a:endParaRPr lang="en-US" dirty="0"/>
          </a:p>
          <a:p>
            <a:pPr marL="0" indent="0">
              <a:buNone/>
            </a:pPr>
            <a:r>
              <a:rPr lang="en-US" dirty="0"/>
              <a:t>K			Cl			Li			N</a:t>
            </a:r>
          </a:p>
        </p:txBody>
      </p:sp>
    </p:spTree>
    <p:extLst>
      <p:ext uri="{BB962C8B-B14F-4D97-AF65-F5344CB8AC3E}">
        <p14:creationId xmlns:p14="http://schemas.microsoft.com/office/powerpoint/2010/main" val="19573885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B7C4707-9C68-44ED-A6DE-88FF7A50F4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B69060A4-9EDF-4FB5-87A8-A9FC83E44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663" y="217714"/>
            <a:ext cx="6968018" cy="6640286"/>
          </a:xfrm>
          <a:custGeom>
            <a:avLst/>
            <a:gdLst>
              <a:gd name="connsiteX0" fmla="*/ 6352331 w 6968018"/>
              <a:gd name="connsiteY0" fmla="*/ 0 h 6643444"/>
              <a:gd name="connsiteX1" fmla="*/ 6968018 w 6968018"/>
              <a:gd name="connsiteY1" fmla="*/ 6643444 h 6643444"/>
              <a:gd name="connsiteX2" fmla="*/ 561128 w 6968018"/>
              <a:gd name="connsiteY2" fmla="*/ 6643444 h 6643444"/>
              <a:gd name="connsiteX3" fmla="*/ 0 w 6968018"/>
              <a:gd name="connsiteY3" fmla="*/ 588709 h 6643444"/>
            </a:gdLst>
            <a:ahLst/>
            <a:cxnLst>
              <a:cxn ang="0">
                <a:pos x="connsiteX0" y="connsiteY0"/>
              </a:cxn>
              <a:cxn ang="0">
                <a:pos x="connsiteX1" y="connsiteY1"/>
              </a:cxn>
              <a:cxn ang="0">
                <a:pos x="connsiteX2" y="connsiteY2"/>
              </a:cxn>
              <a:cxn ang="0">
                <a:pos x="connsiteX3" y="connsiteY3"/>
              </a:cxn>
            </a:cxnLst>
            <a:rect l="l" t="t" r="r" b="b"/>
            <a:pathLst>
              <a:path w="6968018" h="6643444">
                <a:moveTo>
                  <a:pt x="6352331" y="0"/>
                </a:moveTo>
                <a:lnTo>
                  <a:pt x="6968018" y="6643444"/>
                </a:lnTo>
                <a:lnTo>
                  <a:pt x="561128" y="6643444"/>
                </a:lnTo>
                <a:lnTo>
                  <a:pt x="0" y="588709"/>
                </a:lnTo>
                <a:close/>
              </a:path>
            </a:pathLst>
          </a:custGeom>
          <a:solidFill>
            <a:schemeClr val="tx1"/>
          </a:solidFill>
          <a:ln w="12700" cap="flat" cmpd="sng" algn="ctr">
            <a:noFill/>
            <a:prstDash val="solid"/>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E937A4B0-1638-4AFA-91A5-60F8BB498C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764" y="379444"/>
            <a:ext cx="6678117" cy="6490996"/>
          </a:xfrm>
          <a:custGeom>
            <a:avLst/>
            <a:gdLst>
              <a:gd name="connsiteX0" fmla="*/ 6004504 w 6647705"/>
              <a:gd name="connsiteY0" fmla="*/ 217 h 6461436"/>
              <a:gd name="connsiteX1" fmla="*/ 6043316 w 6647705"/>
              <a:gd name="connsiteY1" fmla="*/ 21512 h 6461436"/>
              <a:gd name="connsiteX2" fmla="*/ 6200652 w 6647705"/>
              <a:gd name="connsiteY2" fmla="*/ 1719217 h 6461436"/>
              <a:gd name="connsiteX3" fmla="*/ 6206825 w 6647705"/>
              <a:gd name="connsiteY3" fmla="*/ 1785827 h 6461436"/>
              <a:gd name="connsiteX4" fmla="*/ 6221227 w 6647705"/>
              <a:gd name="connsiteY4" fmla="*/ 1822016 h 6461436"/>
              <a:gd name="connsiteX5" fmla="*/ 6237305 w 6647705"/>
              <a:gd name="connsiteY5" fmla="*/ 1858891 h 6461436"/>
              <a:gd name="connsiteX6" fmla="*/ 6245339 w 6647705"/>
              <a:gd name="connsiteY6" fmla="*/ 2011010 h 6461436"/>
              <a:gd name="connsiteX7" fmla="*/ 6243065 w 6647705"/>
              <a:gd name="connsiteY7" fmla="*/ 2066060 h 6461436"/>
              <a:gd name="connsiteX8" fmla="*/ 6238739 w 6647705"/>
              <a:gd name="connsiteY8" fmla="*/ 2104210 h 6461436"/>
              <a:gd name="connsiteX9" fmla="*/ 6237021 w 6647705"/>
              <a:gd name="connsiteY9" fmla="*/ 2111648 h 6461436"/>
              <a:gd name="connsiteX10" fmla="*/ 6259718 w 6647705"/>
              <a:gd name="connsiteY10" fmla="*/ 2356556 h 6461436"/>
              <a:gd name="connsiteX11" fmla="*/ 6264060 w 6647705"/>
              <a:gd name="connsiteY11" fmla="*/ 2374375 h 6461436"/>
              <a:gd name="connsiteX12" fmla="*/ 6267041 w 6647705"/>
              <a:gd name="connsiteY12" fmla="*/ 2435573 h 6461436"/>
              <a:gd name="connsiteX13" fmla="*/ 6271496 w 6647705"/>
              <a:gd name="connsiteY13" fmla="*/ 2444087 h 6461436"/>
              <a:gd name="connsiteX14" fmla="*/ 6647705 w 6647705"/>
              <a:gd name="connsiteY14" fmla="*/ 6461436 h 6461436"/>
              <a:gd name="connsiteX15" fmla="*/ 545408 w 6647705"/>
              <a:gd name="connsiteY15" fmla="*/ 6461436 h 6461436"/>
              <a:gd name="connsiteX16" fmla="*/ 544170 w 6647705"/>
              <a:gd name="connsiteY16" fmla="*/ 6448085 h 6461436"/>
              <a:gd name="connsiteX17" fmla="*/ 533573 w 6647705"/>
              <a:gd name="connsiteY17" fmla="*/ 6434067 h 6461436"/>
              <a:gd name="connsiteX18" fmla="*/ 522439 w 6647705"/>
              <a:gd name="connsiteY18" fmla="*/ 6388375 h 6461436"/>
              <a:gd name="connsiteX19" fmla="*/ 518228 w 6647705"/>
              <a:gd name="connsiteY19" fmla="*/ 6357352 h 6461436"/>
              <a:gd name="connsiteX20" fmla="*/ 518072 w 6647705"/>
              <a:gd name="connsiteY20" fmla="*/ 6352810 h 6461436"/>
              <a:gd name="connsiteX21" fmla="*/ 523971 w 6647705"/>
              <a:gd name="connsiteY21" fmla="*/ 6314577 h 6461436"/>
              <a:gd name="connsiteX22" fmla="*/ 518934 w 6647705"/>
              <a:gd name="connsiteY22" fmla="*/ 6311532 h 6461436"/>
              <a:gd name="connsiteX23" fmla="*/ 513042 w 6647705"/>
              <a:gd name="connsiteY23" fmla="*/ 6300271 h 6461436"/>
              <a:gd name="connsiteX24" fmla="*/ 517740 w 6647705"/>
              <a:gd name="connsiteY24" fmla="*/ 6289716 h 6461436"/>
              <a:gd name="connsiteX25" fmla="*/ 523418 w 6647705"/>
              <a:gd name="connsiteY25" fmla="*/ 6241814 h 6461436"/>
              <a:gd name="connsiteX26" fmla="*/ 523922 w 6647705"/>
              <a:gd name="connsiteY26" fmla="*/ 6229603 h 6461436"/>
              <a:gd name="connsiteX27" fmla="*/ 67 w 6647705"/>
              <a:gd name="connsiteY27" fmla="*/ 577048 h 6461436"/>
              <a:gd name="connsiteX28" fmla="*/ 34408 w 6647705"/>
              <a:gd name="connsiteY28" fmla="*/ 548975 h 6461436"/>
              <a:gd name="connsiteX29" fmla="*/ 6004504 w 6647705"/>
              <a:gd name="connsiteY29" fmla="*/ 217 h 6461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6647705" h="6461436">
                <a:moveTo>
                  <a:pt x="6004504" y="217"/>
                </a:moveTo>
                <a:cubicBezTo>
                  <a:pt x="6024678" y="-1575"/>
                  <a:pt x="6042004" y="7929"/>
                  <a:pt x="6043316" y="21512"/>
                </a:cubicBezTo>
                <a:lnTo>
                  <a:pt x="6200652" y="1719217"/>
                </a:lnTo>
                <a:lnTo>
                  <a:pt x="6206825" y="1785827"/>
                </a:lnTo>
                <a:lnTo>
                  <a:pt x="6221227" y="1822016"/>
                </a:lnTo>
                <a:cubicBezTo>
                  <a:pt x="6213856" y="1837795"/>
                  <a:pt x="6231996" y="1847154"/>
                  <a:pt x="6237305" y="1858891"/>
                </a:cubicBezTo>
                <a:lnTo>
                  <a:pt x="6245339" y="2011010"/>
                </a:lnTo>
                <a:lnTo>
                  <a:pt x="6243065" y="2066060"/>
                </a:lnTo>
                <a:lnTo>
                  <a:pt x="6238739" y="2104210"/>
                </a:lnTo>
                <a:lnTo>
                  <a:pt x="6237021" y="2111648"/>
                </a:lnTo>
                <a:lnTo>
                  <a:pt x="6259718" y="2356556"/>
                </a:lnTo>
                <a:lnTo>
                  <a:pt x="6264060" y="2374375"/>
                </a:lnTo>
                <a:lnTo>
                  <a:pt x="6267041" y="2435573"/>
                </a:lnTo>
                <a:lnTo>
                  <a:pt x="6271496" y="2444087"/>
                </a:lnTo>
                <a:lnTo>
                  <a:pt x="6647705" y="6461436"/>
                </a:lnTo>
                <a:lnTo>
                  <a:pt x="545408" y="6461436"/>
                </a:lnTo>
                <a:lnTo>
                  <a:pt x="544170" y="6448085"/>
                </a:lnTo>
                <a:lnTo>
                  <a:pt x="533573" y="6434067"/>
                </a:lnTo>
                <a:lnTo>
                  <a:pt x="522439" y="6388375"/>
                </a:lnTo>
                <a:lnTo>
                  <a:pt x="518228" y="6357352"/>
                </a:lnTo>
                <a:lnTo>
                  <a:pt x="518072" y="6352810"/>
                </a:lnTo>
                <a:lnTo>
                  <a:pt x="523971" y="6314577"/>
                </a:lnTo>
                <a:cubicBezTo>
                  <a:pt x="522183" y="6313865"/>
                  <a:pt x="520483" y="6312841"/>
                  <a:pt x="518934" y="6311532"/>
                </a:cubicBezTo>
                <a:lnTo>
                  <a:pt x="513042" y="6300271"/>
                </a:lnTo>
                <a:lnTo>
                  <a:pt x="517740" y="6289716"/>
                </a:lnTo>
                <a:lnTo>
                  <a:pt x="523418" y="6241814"/>
                </a:lnTo>
                <a:lnTo>
                  <a:pt x="523922" y="6229603"/>
                </a:lnTo>
                <a:lnTo>
                  <a:pt x="67" y="577048"/>
                </a:lnTo>
                <a:cubicBezTo>
                  <a:pt x="-1138" y="563427"/>
                  <a:pt x="14205" y="550882"/>
                  <a:pt x="34408" y="548975"/>
                </a:cubicBezTo>
                <a:cubicBezTo>
                  <a:pt x="2024440" y="366055"/>
                  <a:pt x="4014473" y="183136"/>
                  <a:pt x="6004504" y="217"/>
                </a:cubicBezTo>
                <a:close/>
              </a:path>
            </a:pathLst>
          </a:custGeom>
          <a:blipFill dpi="0" rotWithShape="1">
            <a:blip r:embed="rId2"/>
            <a:srcRect/>
            <a:tile tx="0" ty="0" sx="100000" sy="100000" flip="none" algn="tl"/>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Close up of a molecular model">
            <a:extLst>
              <a:ext uri="{FF2B5EF4-FFF2-40B4-BE49-F238E27FC236}">
                <a16:creationId xmlns:a16="http://schemas.microsoft.com/office/drawing/2014/main" id="{00112054-857F-4222-28F5-CE100EC17CA9}"/>
              </a:ext>
            </a:extLst>
          </p:cNvPr>
          <p:cNvPicPr>
            <a:picLocks noChangeAspect="1"/>
          </p:cNvPicPr>
          <p:nvPr/>
        </p:nvPicPr>
        <p:blipFill rotWithShape="1">
          <a:blip r:embed="rId3">
            <a:alphaModFix amt="84000"/>
          </a:blip>
          <a:srcRect l="22838" r="2" b="2"/>
          <a:stretch/>
        </p:blipFill>
        <p:spPr>
          <a:xfrm>
            <a:off x="457850" y="379444"/>
            <a:ext cx="6678117" cy="6490996"/>
          </a:xfrm>
          <a:custGeom>
            <a:avLst/>
            <a:gdLst/>
            <a:ahLst/>
            <a:cxnLst/>
            <a:rect l="l" t="t" r="r" b="b"/>
            <a:pathLst>
              <a:path w="6647705" h="6461436">
                <a:moveTo>
                  <a:pt x="6004504" y="217"/>
                </a:moveTo>
                <a:cubicBezTo>
                  <a:pt x="6024678" y="-1575"/>
                  <a:pt x="6042004" y="7929"/>
                  <a:pt x="6043316" y="21512"/>
                </a:cubicBezTo>
                <a:lnTo>
                  <a:pt x="6200652" y="1719217"/>
                </a:lnTo>
                <a:lnTo>
                  <a:pt x="6206825" y="1785827"/>
                </a:lnTo>
                <a:lnTo>
                  <a:pt x="6221227" y="1822016"/>
                </a:lnTo>
                <a:cubicBezTo>
                  <a:pt x="6213856" y="1837795"/>
                  <a:pt x="6231996" y="1847154"/>
                  <a:pt x="6237305" y="1858891"/>
                </a:cubicBezTo>
                <a:lnTo>
                  <a:pt x="6245339" y="2011010"/>
                </a:lnTo>
                <a:lnTo>
                  <a:pt x="6243065" y="2066060"/>
                </a:lnTo>
                <a:lnTo>
                  <a:pt x="6238739" y="2104210"/>
                </a:lnTo>
                <a:lnTo>
                  <a:pt x="6237021" y="2111648"/>
                </a:lnTo>
                <a:lnTo>
                  <a:pt x="6259718" y="2356556"/>
                </a:lnTo>
                <a:lnTo>
                  <a:pt x="6264060" y="2374375"/>
                </a:lnTo>
                <a:lnTo>
                  <a:pt x="6267041" y="2435573"/>
                </a:lnTo>
                <a:lnTo>
                  <a:pt x="6271496" y="2444087"/>
                </a:lnTo>
                <a:lnTo>
                  <a:pt x="6647705" y="6461436"/>
                </a:lnTo>
                <a:lnTo>
                  <a:pt x="545408" y="6461436"/>
                </a:lnTo>
                <a:lnTo>
                  <a:pt x="544170" y="6448085"/>
                </a:lnTo>
                <a:lnTo>
                  <a:pt x="533573" y="6434067"/>
                </a:lnTo>
                <a:lnTo>
                  <a:pt x="522439" y="6388375"/>
                </a:lnTo>
                <a:lnTo>
                  <a:pt x="518228" y="6357352"/>
                </a:lnTo>
                <a:lnTo>
                  <a:pt x="518072" y="6352810"/>
                </a:lnTo>
                <a:lnTo>
                  <a:pt x="523971" y="6314577"/>
                </a:lnTo>
                <a:cubicBezTo>
                  <a:pt x="522183" y="6313865"/>
                  <a:pt x="520483" y="6312841"/>
                  <a:pt x="518934" y="6311532"/>
                </a:cubicBezTo>
                <a:lnTo>
                  <a:pt x="513042" y="6300271"/>
                </a:lnTo>
                <a:lnTo>
                  <a:pt x="517740" y="6289716"/>
                </a:lnTo>
                <a:lnTo>
                  <a:pt x="523418" y="6241814"/>
                </a:lnTo>
                <a:lnTo>
                  <a:pt x="523922" y="6229603"/>
                </a:lnTo>
                <a:lnTo>
                  <a:pt x="67" y="577048"/>
                </a:lnTo>
                <a:cubicBezTo>
                  <a:pt x="-1138" y="563427"/>
                  <a:pt x="14205" y="550882"/>
                  <a:pt x="34408" y="548975"/>
                </a:cubicBezTo>
                <a:cubicBezTo>
                  <a:pt x="2024440" y="366055"/>
                  <a:pt x="4014473" y="183136"/>
                  <a:pt x="6004504" y="217"/>
                </a:cubicBezTo>
                <a:close/>
              </a:path>
            </a:pathLst>
          </a:custGeom>
        </p:spPr>
      </p:pic>
      <p:sp>
        <p:nvSpPr>
          <p:cNvPr id="2" name="Title 1">
            <a:extLst>
              <a:ext uri="{FF2B5EF4-FFF2-40B4-BE49-F238E27FC236}">
                <a16:creationId xmlns:a16="http://schemas.microsoft.com/office/drawing/2014/main" id="{28C1E06B-F342-D74C-36C9-411C0DC3F24E}"/>
              </a:ext>
            </a:extLst>
          </p:cNvPr>
          <p:cNvSpPr>
            <a:spLocks noGrp="1"/>
          </p:cNvSpPr>
          <p:nvPr>
            <p:ph type="title"/>
          </p:nvPr>
        </p:nvSpPr>
        <p:spPr>
          <a:xfrm>
            <a:off x="5933208" y="681036"/>
            <a:ext cx="5572992" cy="1916505"/>
          </a:xfrm>
        </p:spPr>
        <p:txBody>
          <a:bodyPr>
            <a:normAutofit/>
          </a:bodyPr>
          <a:lstStyle/>
          <a:p>
            <a:r>
              <a:rPr lang="en-US" dirty="0"/>
              <a:t>Chemical Bonds</a:t>
            </a:r>
          </a:p>
        </p:txBody>
      </p:sp>
      <p:sp>
        <p:nvSpPr>
          <p:cNvPr id="15" name="Freeform: Shape 14">
            <a:extLst>
              <a:ext uri="{FF2B5EF4-FFF2-40B4-BE49-F238E27FC236}">
                <a16:creationId xmlns:a16="http://schemas.microsoft.com/office/drawing/2014/main" id="{60376AD7-5814-4A2B-B3FC-395355E394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830335">
            <a:off x="463402" y="118600"/>
            <a:ext cx="444795" cy="1868387"/>
          </a:xfrm>
          <a:custGeom>
            <a:avLst/>
            <a:gdLst>
              <a:gd name="connsiteX0" fmla="*/ 0 w 444795"/>
              <a:gd name="connsiteY0" fmla="*/ 78388 h 1868387"/>
              <a:gd name="connsiteX1" fmla="*/ 39454 w 444795"/>
              <a:gd name="connsiteY1" fmla="*/ 66552 h 1868387"/>
              <a:gd name="connsiteX2" fmla="*/ 139617 w 444795"/>
              <a:gd name="connsiteY2" fmla="*/ 42263 h 1868387"/>
              <a:gd name="connsiteX3" fmla="*/ 193778 w 444795"/>
              <a:gd name="connsiteY3" fmla="*/ 51160 h 1868387"/>
              <a:gd name="connsiteX4" fmla="*/ 261389 w 444795"/>
              <a:gd name="connsiteY4" fmla="*/ 36852 h 1868387"/>
              <a:gd name="connsiteX5" fmla="*/ 274876 w 444795"/>
              <a:gd name="connsiteY5" fmla="*/ 37840 h 1868387"/>
              <a:gd name="connsiteX6" fmla="*/ 280032 w 444795"/>
              <a:gd name="connsiteY6" fmla="*/ 48921 h 1868387"/>
              <a:gd name="connsiteX7" fmla="*/ 284781 w 444795"/>
              <a:gd name="connsiteY7" fmla="*/ 50980 h 1868387"/>
              <a:gd name="connsiteX8" fmla="*/ 300007 w 444795"/>
              <a:gd name="connsiteY8" fmla="*/ 37078 h 1868387"/>
              <a:gd name="connsiteX9" fmla="*/ 375999 w 444795"/>
              <a:gd name="connsiteY9" fmla="*/ 45281 h 1868387"/>
              <a:gd name="connsiteX10" fmla="*/ 417584 w 444795"/>
              <a:gd name="connsiteY10" fmla="*/ 9727 h 1868387"/>
              <a:gd name="connsiteX11" fmla="*/ 444795 w 444795"/>
              <a:gd name="connsiteY11" fmla="*/ 0 h 1868387"/>
              <a:gd name="connsiteX12" fmla="*/ 444795 w 444795"/>
              <a:gd name="connsiteY12" fmla="*/ 1864840 h 1868387"/>
              <a:gd name="connsiteX13" fmla="*/ 430079 w 444795"/>
              <a:gd name="connsiteY13" fmla="*/ 1860813 h 1868387"/>
              <a:gd name="connsiteX14" fmla="*/ 383783 w 444795"/>
              <a:gd name="connsiteY14" fmla="*/ 1862444 h 1868387"/>
              <a:gd name="connsiteX15" fmla="*/ 370358 w 444795"/>
              <a:gd name="connsiteY15" fmla="*/ 1868387 h 1868387"/>
              <a:gd name="connsiteX16" fmla="*/ 336658 w 444795"/>
              <a:gd name="connsiteY16" fmla="*/ 1868387 h 1868387"/>
              <a:gd name="connsiteX17" fmla="*/ 306546 w 444795"/>
              <a:gd name="connsiteY17" fmla="*/ 1858526 h 1868387"/>
              <a:gd name="connsiteX18" fmla="*/ 236457 w 444795"/>
              <a:gd name="connsiteY18" fmla="*/ 1847671 h 1868387"/>
              <a:gd name="connsiteX19" fmla="*/ 205722 w 444795"/>
              <a:gd name="connsiteY19" fmla="*/ 1841430 h 1868387"/>
              <a:gd name="connsiteX20" fmla="*/ 181807 w 444795"/>
              <a:gd name="connsiteY20" fmla="*/ 1823771 h 1868387"/>
              <a:gd name="connsiteX21" fmla="*/ 178439 w 444795"/>
              <a:gd name="connsiteY21" fmla="*/ 1808957 h 1868387"/>
              <a:gd name="connsiteX22" fmla="*/ 161935 w 444795"/>
              <a:gd name="connsiteY22" fmla="*/ 1803551 h 1868387"/>
              <a:gd name="connsiteX23" fmla="*/ 158071 w 444795"/>
              <a:gd name="connsiteY23" fmla="*/ 1799541 h 1868387"/>
              <a:gd name="connsiteX24" fmla="*/ 135376 w 444795"/>
              <a:gd name="connsiteY24" fmla="*/ 1779136 h 1868387"/>
              <a:gd name="connsiteX25" fmla="*/ 132952 w 444795"/>
              <a:gd name="connsiteY25" fmla="*/ 1786380 h 1868387"/>
              <a:gd name="connsiteX26" fmla="*/ 0 w 444795"/>
              <a:gd name="connsiteY26" fmla="*/ 1663146 h 1868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44795" h="1868387">
                <a:moveTo>
                  <a:pt x="0" y="78388"/>
                </a:moveTo>
                <a:lnTo>
                  <a:pt x="39454" y="66552"/>
                </a:lnTo>
                <a:cubicBezTo>
                  <a:pt x="73377" y="59047"/>
                  <a:pt x="108602" y="54461"/>
                  <a:pt x="139617" y="42263"/>
                </a:cubicBezTo>
                <a:cubicBezTo>
                  <a:pt x="180799" y="87869"/>
                  <a:pt x="156173" y="44723"/>
                  <a:pt x="193778" y="51160"/>
                </a:cubicBezTo>
                <a:lnTo>
                  <a:pt x="261389" y="36852"/>
                </a:lnTo>
                <a:lnTo>
                  <a:pt x="274876" y="37840"/>
                </a:lnTo>
                <a:lnTo>
                  <a:pt x="280032" y="48921"/>
                </a:lnTo>
                <a:lnTo>
                  <a:pt x="284781" y="50980"/>
                </a:lnTo>
                <a:lnTo>
                  <a:pt x="300007" y="37078"/>
                </a:lnTo>
                <a:cubicBezTo>
                  <a:pt x="322467" y="29589"/>
                  <a:pt x="353078" y="47149"/>
                  <a:pt x="375999" y="45281"/>
                </a:cubicBezTo>
                <a:cubicBezTo>
                  <a:pt x="382977" y="27666"/>
                  <a:pt x="397501" y="17994"/>
                  <a:pt x="417584" y="9727"/>
                </a:cubicBezTo>
                <a:lnTo>
                  <a:pt x="444795" y="0"/>
                </a:lnTo>
                <a:lnTo>
                  <a:pt x="444795" y="1864840"/>
                </a:lnTo>
                <a:lnTo>
                  <a:pt x="430079" y="1860813"/>
                </a:lnTo>
                <a:cubicBezTo>
                  <a:pt x="411946" y="1857931"/>
                  <a:pt x="392950" y="1858479"/>
                  <a:pt x="383783" y="1862444"/>
                </a:cubicBezTo>
                <a:lnTo>
                  <a:pt x="370358" y="1868387"/>
                </a:lnTo>
                <a:lnTo>
                  <a:pt x="336658" y="1868387"/>
                </a:lnTo>
                <a:lnTo>
                  <a:pt x="306546" y="1858526"/>
                </a:lnTo>
                <a:cubicBezTo>
                  <a:pt x="280888" y="1847233"/>
                  <a:pt x="256422" y="1834783"/>
                  <a:pt x="236457" y="1847671"/>
                </a:cubicBezTo>
                <a:cubicBezTo>
                  <a:pt x="224964" y="1848497"/>
                  <a:pt x="214878" y="1845991"/>
                  <a:pt x="205722" y="1841430"/>
                </a:cubicBezTo>
                <a:lnTo>
                  <a:pt x="181807" y="1823771"/>
                </a:lnTo>
                <a:lnTo>
                  <a:pt x="178439" y="1808957"/>
                </a:lnTo>
                <a:lnTo>
                  <a:pt x="161935" y="1803551"/>
                </a:lnTo>
                <a:lnTo>
                  <a:pt x="158071" y="1799541"/>
                </a:lnTo>
                <a:cubicBezTo>
                  <a:pt x="150700" y="1791836"/>
                  <a:pt x="143295" y="1784610"/>
                  <a:pt x="135376" y="1779136"/>
                </a:cubicBezTo>
                <a:lnTo>
                  <a:pt x="132952" y="1786380"/>
                </a:lnTo>
                <a:lnTo>
                  <a:pt x="0" y="1663146"/>
                </a:lnTo>
                <a:close/>
              </a:path>
            </a:pathLst>
          </a:custGeom>
          <a:blipFill dpi="0" rotWithShape="1">
            <a:blip r:embed="rId4">
              <a:alphaModFix amt="84000"/>
            </a:blip>
            <a:srcRect/>
            <a:tile tx="0" ty="0" sx="100000" sy="100000" flip="none" algn="tl"/>
          </a:blipFill>
          <a:ln>
            <a:noFill/>
          </a:ln>
          <a:effectLst>
            <a:outerShdw blurRad="63500" dist="12700" dir="8100000" algn="tr" rotWithShape="0">
              <a:prstClr val="black">
                <a:alpha val="32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7AD6CD0D-1F19-F630-8BB6-2915D3A4CB3C}"/>
              </a:ext>
            </a:extLst>
          </p:cNvPr>
          <p:cNvSpPr>
            <a:spLocks noGrp="1"/>
          </p:cNvSpPr>
          <p:nvPr>
            <p:ph idx="1"/>
          </p:nvPr>
        </p:nvSpPr>
        <p:spPr>
          <a:xfrm>
            <a:off x="7791796" y="3060862"/>
            <a:ext cx="3447012" cy="3116101"/>
          </a:xfrm>
        </p:spPr>
        <p:txBody>
          <a:bodyPr>
            <a:normAutofit/>
          </a:bodyPr>
          <a:lstStyle/>
          <a:p>
            <a:pPr marL="0" indent="0">
              <a:buNone/>
            </a:pPr>
            <a:r>
              <a:rPr lang="en-US" b="0" i="0" dirty="0">
                <a:effectLst/>
                <a:latin typeface="arial" panose="020B0604020202020204" pitchFamily="34" charset="0"/>
              </a:rPr>
              <a:t>A chemical bond is a lasting attraction between atoms or ions that enables the formation of molecules and crystals. The bond may result from the electrostatic force between oppositely charged ions as in ionic bonds, or through the sharing of electrons as in covalent bonds.</a:t>
            </a:r>
            <a:endParaRPr lang="en-US" dirty="0"/>
          </a:p>
          <a:p>
            <a:pPr marL="0" indent="0">
              <a:buNone/>
            </a:pPr>
            <a:endParaRPr lang="en-US" dirty="0"/>
          </a:p>
        </p:txBody>
      </p:sp>
      <p:grpSp>
        <p:nvGrpSpPr>
          <p:cNvPr id="17" name="Group 16">
            <a:extLst>
              <a:ext uri="{FF2B5EF4-FFF2-40B4-BE49-F238E27FC236}">
                <a16:creationId xmlns:a16="http://schemas.microsoft.com/office/drawing/2014/main" id="{D2D2835C-DDE9-4332-9476-94B711F0537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74436" y="6388259"/>
            <a:ext cx="358083" cy="368964"/>
            <a:chOff x="4135740" y="1795926"/>
            <a:chExt cx="558732" cy="575710"/>
          </a:xfrm>
        </p:grpSpPr>
        <p:grpSp>
          <p:nvGrpSpPr>
            <p:cNvPr id="18" name="Group 17">
              <a:extLst>
                <a:ext uri="{FF2B5EF4-FFF2-40B4-BE49-F238E27FC236}">
                  <a16:creationId xmlns:a16="http://schemas.microsoft.com/office/drawing/2014/main" id="{37647015-EE9A-4F89-A88A-DC5786E66388}"/>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4135740" y="1795926"/>
              <a:ext cx="558732" cy="575710"/>
              <a:chOff x="1028007" y="1706560"/>
              <a:chExt cx="575710" cy="575710"/>
            </a:xfrm>
          </p:grpSpPr>
          <p:cxnSp>
            <p:nvCxnSpPr>
              <p:cNvPr id="20" name="Straight Connector 19">
                <a:extLst>
                  <a:ext uri="{FF2B5EF4-FFF2-40B4-BE49-F238E27FC236}">
                    <a16:creationId xmlns:a16="http://schemas.microsoft.com/office/drawing/2014/main" id="{CB275C9D-23AD-4120-B860-4A649881025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28007" y="1994415"/>
                <a:ext cx="57571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57793833-C4D8-475A-86F4-45B2FFCF4F7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6200000">
                <a:off x="1028007" y="1994415"/>
                <a:ext cx="57571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9" name="Oval 18">
              <a:extLst>
                <a:ext uri="{FF2B5EF4-FFF2-40B4-BE49-F238E27FC236}">
                  <a16:creationId xmlns:a16="http://schemas.microsoft.com/office/drawing/2014/main" id="{CBDF05EB-F6AC-4339-BC6E-8D65276856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36389" y="1946248"/>
              <a:ext cx="157434" cy="157434"/>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1677553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81A7265-3506-4AA8-B738-A2573AA996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D5D47DD-8C29-7E1B-150A-4C151ACC2DDD}"/>
              </a:ext>
            </a:extLst>
          </p:cNvPr>
          <p:cNvSpPr>
            <a:spLocks noGrp="1"/>
          </p:cNvSpPr>
          <p:nvPr>
            <p:ph type="title"/>
          </p:nvPr>
        </p:nvSpPr>
        <p:spPr>
          <a:xfrm>
            <a:off x="1219200" y="1230702"/>
            <a:ext cx="4111925" cy="4399472"/>
          </a:xfrm>
        </p:spPr>
        <p:txBody>
          <a:bodyPr anchor="t">
            <a:normAutofit/>
          </a:bodyPr>
          <a:lstStyle/>
          <a:p>
            <a:r>
              <a:rPr lang="en-US" dirty="0"/>
              <a:t>Now let’s take a look at the ionic bond</a:t>
            </a:r>
          </a:p>
        </p:txBody>
      </p:sp>
      <p:grpSp>
        <p:nvGrpSpPr>
          <p:cNvPr id="11" name="Group 10">
            <a:extLst>
              <a:ext uri="{FF2B5EF4-FFF2-40B4-BE49-F238E27FC236}">
                <a16:creationId xmlns:a16="http://schemas.microsoft.com/office/drawing/2014/main" id="{FE0B2377-2BD7-4957-B891-136A830A28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74436" y="6388259"/>
            <a:ext cx="358083" cy="368964"/>
            <a:chOff x="4135740" y="1795926"/>
            <a:chExt cx="558732" cy="575710"/>
          </a:xfrm>
        </p:grpSpPr>
        <p:grpSp>
          <p:nvGrpSpPr>
            <p:cNvPr id="12" name="Group 11">
              <a:extLst>
                <a:ext uri="{FF2B5EF4-FFF2-40B4-BE49-F238E27FC236}">
                  <a16:creationId xmlns:a16="http://schemas.microsoft.com/office/drawing/2014/main" id="{FCA48E6D-74D3-4D4B-9C3B-C079791777E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4135740" y="1795926"/>
              <a:ext cx="558732" cy="575710"/>
              <a:chOff x="1028007" y="1706560"/>
              <a:chExt cx="575710" cy="575710"/>
            </a:xfrm>
          </p:grpSpPr>
          <p:cxnSp>
            <p:nvCxnSpPr>
              <p:cNvPr id="14" name="Straight Connector 13">
                <a:extLst>
                  <a:ext uri="{FF2B5EF4-FFF2-40B4-BE49-F238E27FC236}">
                    <a16:creationId xmlns:a16="http://schemas.microsoft.com/office/drawing/2014/main" id="{30AF523E-E0A1-4A12-9FA4-C826F31F704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28007" y="1994415"/>
                <a:ext cx="57571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0300EFBC-C1C9-48FD-92B5-F750D25AB11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6200000">
                <a:off x="1028007" y="1994415"/>
                <a:ext cx="57571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3" name="Oval 12">
              <a:extLst>
                <a:ext uri="{FF2B5EF4-FFF2-40B4-BE49-F238E27FC236}">
                  <a16:creationId xmlns:a16="http://schemas.microsoft.com/office/drawing/2014/main" id="{3A331456-781B-4BED-B83E-CEBDEFF7F2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36389" y="1946248"/>
              <a:ext cx="157434" cy="157434"/>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5" name="Content Placeholder 2">
            <a:extLst>
              <a:ext uri="{FF2B5EF4-FFF2-40B4-BE49-F238E27FC236}">
                <a16:creationId xmlns:a16="http://schemas.microsoft.com/office/drawing/2014/main" id="{D1A50C26-E900-350E-210B-58272ADDD058}"/>
              </a:ext>
            </a:extLst>
          </p:cNvPr>
          <p:cNvGraphicFramePr>
            <a:graphicFrameLocks noGrp="1"/>
          </p:cNvGraphicFramePr>
          <p:nvPr>
            <p:ph idx="1"/>
            <p:extLst>
              <p:ext uri="{D42A27DB-BD31-4B8C-83A1-F6EECF244321}">
                <p14:modId xmlns:p14="http://schemas.microsoft.com/office/powerpoint/2010/main" val="924950368"/>
              </p:ext>
            </p:extLst>
          </p:nvPr>
        </p:nvGraphicFramePr>
        <p:xfrm>
          <a:off x="6096000" y="718868"/>
          <a:ext cx="5410200" cy="54533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025773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23F5135F-115E-423C-BE4A-B56C35DC9F3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74436" y="6388259"/>
            <a:ext cx="358083" cy="368964"/>
            <a:chOff x="4135740" y="1795926"/>
            <a:chExt cx="558732" cy="575710"/>
          </a:xfrm>
        </p:grpSpPr>
        <p:grpSp>
          <p:nvGrpSpPr>
            <p:cNvPr id="11" name="Group 10">
              <a:extLst>
                <a:ext uri="{FF2B5EF4-FFF2-40B4-BE49-F238E27FC236}">
                  <a16:creationId xmlns:a16="http://schemas.microsoft.com/office/drawing/2014/main" id="{82C1E318-0F1F-4920-8C7D-FBAC66631B5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4135740" y="1795926"/>
              <a:ext cx="558732" cy="575710"/>
              <a:chOff x="1028007" y="1706560"/>
              <a:chExt cx="575710" cy="575710"/>
            </a:xfrm>
          </p:grpSpPr>
          <p:cxnSp>
            <p:nvCxnSpPr>
              <p:cNvPr id="13" name="Straight Connector 12">
                <a:extLst>
                  <a:ext uri="{FF2B5EF4-FFF2-40B4-BE49-F238E27FC236}">
                    <a16:creationId xmlns:a16="http://schemas.microsoft.com/office/drawing/2014/main" id="{DE4A7237-B6EB-4FB7-8B68-7C27438D477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28007" y="1994415"/>
                <a:ext cx="57571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84E00FDE-0838-4B5B-A782-6B6C92DB0A8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6200000">
                <a:off x="1028007" y="1994415"/>
                <a:ext cx="57571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2" name="Oval 11">
              <a:extLst>
                <a:ext uri="{FF2B5EF4-FFF2-40B4-BE49-F238E27FC236}">
                  <a16:creationId xmlns:a16="http://schemas.microsoft.com/office/drawing/2014/main" id="{2BC1B2F3-8E83-4A70-B103-979C67EECE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36389" y="1946248"/>
              <a:ext cx="157434" cy="157434"/>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useBgFill="1">
        <p:nvSpPr>
          <p:cNvPr id="16" name="Rectangle 15">
            <a:extLst>
              <a:ext uri="{FF2B5EF4-FFF2-40B4-BE49-F238E27FC236}">
                <a16:creationId xmlns:a16="http://schemas.microsoft.com/office/drawing/2014/main" id="{ECB86E21-E2BD-408E-8E61-D30AB8715F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029B38C0-3CC6-4B41-93F3-C479D22DD2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8984" y="510362"/>
            <a:ext cx="11174866" cy="5426887"/>
          </a:xfrm>
          <a:prstGeom prst="rect">
            <a:avLst/>
          </a:prstGeom>
          <a:solidFill>
            <a:schemeClr val="tx1">
              <a:lumMod val="95000"/>
            </a:schemeClr>
          </a:solidFill>
          <a:ln>
            <a:noFill/>
          </a:ln>
          <a:effectLst>
            <a:outerShdw blurRad="50800" dist="254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9A070B3-8EC2-413C-B782-253BA25463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573638" y="-2246659"/>
            <a:ext cx="5200368" cy="10916487"/>
          </a:xfrm>
          <a:custGeom>
            <a:avLst/>
            <a:gdLst>
              <a:gd name="connsiteX0" fmla="*/ 0 w 4123786"/>
              <a:gd name="connsiteY0" fmla="*/ 7915797 h 10695515"/>
              <a:gd name="connsiteX1" fmla="*/ 7600 w 4123786"/>
              <a:gd name="connsiteY1" fmla="*/ 7873197 h 10695515"/>
              <a:gd name="connsiteX2" fmla="*/ 4439 w 4123786"/>
              <a:gd name="connsiteY2" fmla="*/ 7844441 h 10695515"/>
              <a:gd name="connsiteX3" fmla="*/ 12582 w 4123786"/>
              <a:gd name="connsiteY3" fmla="*/ 7790887 h 10695515"/>
              <a:gd name="connsiteX4" fmla="*/ 20085 w 4123786"/>
              <a:gd name="connsiteY4" fmla="*/ 7712540 h 10695515"/>
              <a:gd name="connsiteX5" fmla="*/ 28081 w 4123786"/>
              <a:gd name="connsiteY5" fmla="*/ 7658609 h 10695515"/>
              <a:gd name="connsiteX6" fmla="*/ 30530 w 4123786"/>
              <a:gd name="connsiteY6" fmla="*/ 7648210 h 10695515"/>
              <a:gd name="connsiteX7" fmla="*/ 30530 w 4123786"/>
              <a:gd name="connsiteY7" fmla="*/ 7295316 h 10695515"/>
              <a:gd name="connsiteX8" fmla="*/ 27793 w 4123786"/>
              <a:gd name="connsiteY8" fmla="*/ 7269284 h 10695515"/>
              <a:gd name="connsiteX9" fmla="*/ 30530 w 4123786"/>
              <a:gd name="connsiteY9" fmla="*/ 7181458 h 10695515"/>
              <a:gd name="connsiteX10" fmla="*/ 26802 w 4123786"/>
              <a:gd name="connsiteY10" fmla="*/ 7168704 h 10695515"/>
              <a:gd name="connsiteX11" fmla="*/ 30530 w 4123786"/>
              <a:gd name="connsiteY11" fmla="*/ 7082840 h 10695515"/>
              <a:gd name="connsiteX12" fmla="*/ 27363 w 4123786"/>
              <a:gd name="connsiteY12" fmla="*/ 6988764 h 10695515"/>
              <a:gd name="connsiteX13" fmla="*/ 18853 w 4123786"/>
              <a:gd name="connsiteY13" fmla="*/ 6981739 h 10695515"/>
              <a:gd name="connsiteX14" fmla="*/ 18106 w 4123786"/>
              <a:gd name="connsiteY14" fmla="*/ 6961107 h 10695515"/>
              <a:gd name="connsiteX15" fmla="*/ 18269 w 4123786"/>
              <a:gd name="connsiteY15" fmla="*/ 6928626 h 10695515"/>
              <a:gd name="connsiteX16" fmla="*/ 27200 w 4123786"/>
              <a:gd name="connsiteY16" fmla="*/ 6855869 h 10695515"/>
              <a:gd name="connsiteX17" fmla="*/ 21919 w 4123786"/>
              <a:gd name="connsiteY17" fmla="*/ 40543 h 10695515"/>
              <a:gd name="connsiteX18" fmla="*/ 47162 w 4123786"/>
              <a:gd name="connsiteY18" fmla="*/ 4670 h 10695515"/>
              <a:gd name="connsiteX19" fmla="*/ 68017 w 4123786"/>
              <a:gd name="connsiteY19" fmla="*/ 37 h 10695515"/>
              <a:gd name="connsiteX20" fmla="*/ 447590 w 4123786"/>
              <a:gd name="connsiteY20" fmla="*/ 32 h 10695515"/>
              <a:gd name="connsiteX21" fmla="*/ 486033 w 4123786"/>
              <a:gd name="connsiteY21" fmla="*/ 31 h 10695515"/>
              <a:gd name="connsiteX22" fmla="*/ 486094 w 4123786"/>
              <a:gd name="connsiteY22" fmla="*/ 0 h 10695515"/>
              <a:gd name="connsiteX23" fmla="*/ 4090259 w 4123786"/>
              <a:gd name="connsiteY23" fmla="*/ 0 h 10695515"/>
              <a:gd name="connsiteX24" fmla="*/ 4123786 w 4123786"/>
              <a:gd name="connsiteY24" fmla="*/ 33528 h 10695515"/>
              <a:gd name="connsiteX25" fmla="*/ 4123786 w 4123786"/>
              <a:gd name="connsiteY25" fmla="*/ 2779490 h 10695515"/>
              <a:gd name="connsiteX26" fmla="*/ 4123785 w 4123786"/>
              <a:gd name="connsiteY26" fmla="*/ 2779492 h 10695515"/>
              <a:gd name="connsiteX27" fmla="*/ 4123785 w 4123786"/>
              <a:gd name="connsiteY27" fmla="*/ 3099544 h 10695515"/>
              <a:gd name="connsiteX28" fmla="*/ 4123785 w 4123786"/>
              <a:gd name="connsiteY28" fmla="*/ 4850102 h 10695515"/>
              <a:gd name="connsiteX29" fmla="*/ 4123786 w 4123786"/>
              <a:gd name="connsiteY29" fmla="*/ 4850104 h 10695515"/>
              <a:gd name="connsiteX30" fmla="*/ 4123786 w 4123786"/>
              <a:gd name="connsiteY30" fmla="*/ 7596066 h 10695515"/>
              <a:gd name="connsiteX31" fmla="*/ 4123785 w 4123786"/>
              <a:gd name="connsiteY31" fmla="*/ 7596068 h 10695515"/>
              <a:gd name="connsiteX32" fmla="*/ 4123785 w 4123786"/>
              <a:gd name="connsiteY32" fmla="*/ 7916119 h 10695515"/>
              <a:gd name="connsiteX33" fmla="*/ 4123785 w 4123786"/>
              <a:gd name="connsiteY33" fmla="*/ 10239915 h 10695515"/>
              <a:gd name="connsiteX34" fmla="*/ 4123785 w 4123786"/>
              <a:gd name="connsiteY34" fmla="*/ 10662081 h 10695515"/>
              <a:gd name="connsiteX35" fmla="*/ 4090258 w 4123786"/>
              <a:gd name="connsiteY35" fmla="*/ 10695514 h 10695515"/>
              <a:gd name="connsiteX36" fmla="*/ 4072751 w 4123786"/>
              <a:gd name="connsiteY36" fmla="*/ 10695514 h 10695515"/>
              <a:gd name="connsiteX37" fmla="*/ 4072751 w 4123786"/>
              <a:gd name="connsiteY37" fmla="*/ 10695515 h 10695515"/>
              <a:gd name="connsiteX38" fmla="*/ 3145747 w 4123786"/>
              <a:gd name="connsiteY38" fmla="*/ 10695515 h 10695515"/>
              <a:gd name="connsiteX39" fmla="*/ 2810340 w 4123786"/>
              <a:gd name="connsiteY39" fmla="*/ 10695515 h 10695515"/>
              <a:gd name="connsiteX40" fmla="*/ 68003 w 4123786"/>
              <a:gd name="connsiteY40" fmla="*/ 10695515 h 10695515"/>
              <a:gd name="connsiteX41" fmla="*/ 30530 w 4123786"/>
              <a:gd name="connsiteY41" fmla="*/ 10659953 h 10695515"/>
              <a:gd name="connsiteX42" fmla="*/ 30530 w 4123786"/>
              <a:gd name="connsiteY42" fmla="*/ 9043781 h 10695515"/>
              <a:gd name="connsiteX43" fmla="*/ 19986 w 4123786"/>
              <a:gd name="connsiteY43" fmla="*/ 8991028 h 10695515"/>
              <a:gd name="connsiteX44" fmla="*/ 30530 w 4123786"/>
              <a:gd name="connsiteY44" fmla="*/ 8936768 h 10695515"/>
              <a:gd name="connsiteX45" fmla="*/ 30530 w 4123786"/>
              <a:gd name="connsiteY45" fmla="*/ 8213677 h 10695515"/>
              <a:gd name="connsiteX46" fmla="*/ 30530 w 4123786"/>
              <a:gd name="connsiteY46" fmla="*/ 8117697 h 10695515"/>
              <a:gd name="connsiteX47" fmla="*/ 19292 w 4123786"/>
              <a:gd name="connsiteY47" fmla="*/ 8064088 h 10695515"/>
              <a:gd name="connsiteX48" fmla="*/ 6414 w 4123786"/>
              <a:gd name="connsiteY48" fmla="*/ 8009276 h 10695515"/>
              <a:gd name="connsiteX49" fmla="*/ 862 w 4123786"/>
              <a:gd name="connsiteY49" fmla="*/ 7956458 h 10695515"/>
              <a:gd name="connsiteX0" fmla="*/ 0 w 4123786"/>
              <a:gd name="connsiteY0" fmla="*/ 7915797 h 10695515"/>
              <a:gd name="connsiteX1" fmla="*/ 7600 w 4123786"/>
              <a:gd name="connsiteY1" fmla="*/ 7873197 h 10695515"/>
              <a:gd name="connsiteX2" fmla="*/ 4439 w 4123786"/>
              <a:gd name="connsiteY2" fmla="*/ 7844441 h 10695515"/>
              <a:gd name="connsiteX3" fmla="*/ 12582 w 4123786"/>
              <a:gd name="connsiteY3" fmla="*/ 7790887 h 10695515"/>
              <a:gd name="connsiteX4" fmla="*/ 20085 w 4123786"/>
              <a:gd name="connsiteY4" fmla="*/ 7712540 h 10695515"/>
              <a:gd name="connsiteX5" fmla="*/ 28081 w 4123786"/>
              <a:gd name="connsiteY5" fmla="*/ 7658609 h 10695515"/>
              <a:gd name="connsiteX6" fmla="*/ 30530 w 4123786"/>
              <a:gd name="connsiteY6" fmla="*/ 7648210 h 10695515"/>
              <a:gd name="connsiteX7" fmla="*/ 30530 w 4123786"/>
              <a:gd name="connsiteY7" fmla="*/ 7295316 h 10695515"/>
              <a:gd name="connsiteX8" fmla="*/ 27793 w 4123786"/>
              <a:gd name="connsiteY8" fmla="*/ 7269284 h 10695515"/>
              <a:gd name="connsiteX9" fmla="*/ 30530 w 4123786"/>
              <a:gd name="connsiteY9" fmla="*/ 7181458 h 10695515"/>
              <a:gd name="connsiteX10" fmla="*/ 26802 w 4123786"/>
              <a:gd name="connsiteY10" fmla="*/ 7168704 h 10695515"/>
              <a:gd name="connsiteX11" fmla="*/ 30530 w 4123786"/>
              <a:gd name="connsiteY11" fmla="*/ 7082840 h 10695515"/>
              <a:gd name="connsiteX12" fmla="*/ 27363 w 4123786"/>
              <a:gd name="connsiteY12" fmla="*/ 6988764 h 10695515"/>
              <a:gd name="connsiteX13" fmla="*/ 18853 w 4123786"/>
              <a:gd name="connsiteY13" fmla="*/ 6981739 h 10695515"/>
              <a:gd name="connsiteX14" fmla="*/ 18106 w 4123786"/>
              <a:gd name="connsiteY14" fmla="*/ 6961107 h 10695515"/>
              <a:gd name="connsiteX15" fmla="*/ 18269 w 4123786"/>
              <a:gd name="connsiteY15" fmla="*/ 6928626 h 10695515"/>
              <a:gd name="connsiteX16" fmla="*/ 27200 w 4123786"/>
              <a:gd name="connsiteY16" fmla="*/ 6855869 h 10695515"/>
              <a:gd name="connsiteX17" fmla="*/ 21919 w 4123786"/>
              <a:gd name="connsiteY17" fmla="*/ 40543 h 10695515"/>
              <a:gd name="connsiteX18" fmla="*/ 47162 w 4123786"/>
              <a:gd name="connsiteY18" fmla="*/ 4670 h 10695515"/>
              <a:gd name="connsiteX19" fmla="*/ 68017 w 4123786"/>
              <a:gd name="connsiteY19" fmla="*/ 37 h 10695515"/>
              <a:gd name="connsiteX20" fmla="*/ 447590 w 4123786"/>
              <a:gd name="connsiteY20" fmla="*/ 32 h 10695515"/>
              <a:gd name="connsiteX21" fmla="*/ 486033 w 4123786"/>
              <a:gd name="connsiteY21" fmla="*/ 31 h 10695515"/>
              <a:gd name="connsiteX22" fmla="*/ 486094 w 4123786"/>
              <a:gd name="connsiteY22" fmla="*/ 0 h 10695515"/>
              <a:gd name="connsiteX23" fmla="*/ 4090259 w 4123786"/>
              <a:gd name="connsiteY23" fmla="*/ 0 h 10695515"/>
              <a:gd name="connsiteX24" fmla="*/ 4123786 w 4123786"/>
              <a:gd name="connsiteY24" fmla="*/ 33528 h 10695515"/>
              <a:gd name="connsiteX25" fmla="*/ 4123786 w 4123786"/>
              <a:gd name="connsiteY25" fmla="*/ 2779490 h 10695515"/>
              <a:gd name="connsiteX26" fmla="*/ 4123785 w 4123786"/>
              <a:gd name="connsiteY26" fmla="*/ 2779492 h 10695515"/>
              <a:gd name="connsiteX27" fmla="*/ 4123785 w 4123786"/>
              <a:gd name="connsiteY27" fmla="*/ 3099544 h 10695515"/>
              <a:gd name="connsiteX28" fmla="*/ 4123785 w 4123786"/>
              <a:gd name="connsiteY28" fmla="*/ 4850102 h 10695515"/>
              <a:gd name="connsiteX29" fmla="*/ 4123786 w 4123786"/>
              <a:gd name="connsiteY29" fmla="*/ 4850104 h 10695515"/>
              <a:gd name="connsiteX30" fmla="*/ 4123786 w 4123786"/>
              <a:gd name="connsiteY30" fmla="*/ 7596066 h 10695515"/>
              <a:gd name="connsiteX31" fmla="*/ 4123785 w 4123786"/>
              <a:gd name="connsiteY31" fmla="*/ 7596068 h 10695515"/>
              <a:gd name="connsiteX32" fmla="*/ 4123785 w 4123786"/>
              <a:gd name="connsiteY32" fmla="*/ 7916119 h 10695515"/>
              <a:gd name="connsiteX33" fmla="*/ 4123785 w 4123786"/>
              <a:gd name="connsiteY33" fmla="*/ 10239915 h 10695515"/>
              <a:gd name="connsiteX34" fmla="*/ 4123785 w 4123786"/>
              <a:gd name="connsiteY34" fmla="*/ 10662081 h 10695515"/>
              <a:gd name="connsiteX35" fmla="*/ 4090258 w 4123786"/>
              <a:gd name="connsiteY35" fmla="*/ 10695514 h 10695515"/>
              <a:gd name="connsiteX36" fmla="*/ 4072751 w 4123786"/>
              <a:gd name="connsiteY36" fmla="*/ 10695514 h 10695515"/>
              <a:gd name="connsiteX37" fmla="*/ 4072751 w 4123786"/>
              <a:gd name="connsiteY37" fmla="*/ 10695515 h 10695515"/>
              <a:gd name="connsiteX38" fmla="*/ 3145747 w 4123786"/>
              <a:gd name="connsiteY38" fmla="*/ 10695515 h 10695515"/>
              <a:gd name="connsiteX39" fmla="*/ 68003 w 4123786"/>
              <a:gd name="connsiteY39" fmla="*/ 10695515 h 10695515"/>
              <a:gd name="connsiteX40" fmla="*/ 30530 w 4123786"/>
              <a:gd name="connsiteY40" fmla="*/ 10659953 h 10695515"/>
              <a:gd name="connsiteX41" fmla="*/ 30530 w 4123786"/>
              <a:gd name="connsiteY41" fmla="*/ 9043781 h 10695515"/>
              <a:gd name="connsiteX42" fmla="*/ 19986 w 4123786"/>
              <a:gd name="connsiteY42" fmla="*/ 8991028 h 10695515"/>
              <a:gd name="connsiteX43" fmla="*/ 30530 w 4123786"/>
              <a:gd name="connsiteY43" fmla="*/ 8936768 h 10695515"/>
              <a:gd name="connsiteX44" fmla="*/ 30530 w 4123786"/>
              <a:gd name="connsiteY44" fmla="*/ 8213677 h 10695515"/>
              <a:gd name="connsiteX45" fmla="*/ 30530 w 4123786"/>
              <a:gd name="connsiteY45" fmla="*/ 8117697 h 10695515"/>
              <a:gd name="connsiteX46" fmla="*/ 19292 w 4123786"/>
              <a:gd name="connsiteY46" fmla="*/ 8064088 h 10695515"/>
              <a:gd name="connsiteX47" fmla="*/ 6414 w 4123786"/>
              <a:gd name="connsiteY47" fmla="*/ 8009276 h 10695515"/>
              <a:gd name="connsiteX48" fmla="*/ 862 w 4123786"/>
              <a:gd name="connsiteY48" fmla="*/ 7956458 h 10695515"/>
              <a:gd name="connsiteX49" fmla="*/ 0 w 4123786"/>
              <a:gd name="connsiteY49" fmla="*/ 7915797 h 10695515"/>
              <a:gd name="connsiteX0" fmla="*/ 0 w 4123786"/>
              <a:gd name="connsiteY0" fmla="*/ 7915797 h 10695515"/>
              <a:gd name="connsiteX1" fmla="*/ 7600 w 4123786"/>
              <a:gd name="connsiteY1" fmla="*/ 7873197 h 10695515"/>
              <a:gd name="connsiteX2" fmla="*/ 4439 w 4123786"/>
              <a:gd name="connsiteY2" fmla="*/ 7844441 h 10695515"/>
              <a:gd name="connsiteX3" fmla="*/ 12582 w 4123786"/>
              <a:gd name="connsiteY3" fmla="*/ 7790887 h 10695515"/>
              <a:gd name="connsiteX4" fmla="*/ 20085 w 4123786"/>
              <a:gd name="connsiteY4" fmla="*/ 7712540 h 10695515"/>
              <a:gd name="connsiteX5" fmla="*/ 28081 w 4123786"/>
              <a:gd name="connsiteY5" fmla="*/ 7658609 h 10695515"/>
              <a:gd name="connsiteX6" fmla="*/ 30530 w 4123786"/>
              <a:gd name="connsiteY6" fmla="*/ 7648210 h 10695515"/>
              <a:gd name="connsiteX7" fmla="*/ 30530 w 4123786"/>
              <a:gd name="connsiteY7" fmla="*/ 7295316 h 10695515"/>
              <a:gd name="connsiteX8" fmla="*/ 27793 w 4123786"/>
              <a:gd name="connsiteY8" fmla="*/ 7269284 h 10695515"/>
              <a:gd name="connsiteX9" fmla="*/ 30530 w 4123786"/>
              <a:gd name="connsiteY9" fmla="*/ 7181458 h 10695515"/>
              <a:gd name="connsiteX10" fmla="*/ 26802 w 4123786"/>
              <a:gd name="connsiteY10" fmla="*/ 7168704 h 10695515"/>
              <a:gd name="connsiteX11" fmla="*/ 30530 w 4123786"/>
              <a:gd name="connsiteY11" fmla="*/ 7082840 h 10695515"/>
              <a:gd name="connsiteX12" fmla="*/ 27363 w 4123786"/>
              <a:gd name="connsiteY12" fmla="*/ 6988764 h 10695515"/>
              <a:gd name="connsiteX13" fmla="*/ 18853 w 4123786"/>
              <a:gd name="connsiteY13" fmla="*/ 6981739 h 10695515"/>
              <a:gd name="connsiteX14" fmla="*/ 18106 w 4123786"/>
              <a:gd name="connsiteY14" fmla="*/ 6961107 h 10695515"/>
              <a:gd name="connsiteX15" fmla="*/ 18269 w 4123786"/>
              <a:gd name="connsiteY15" fmla="*/ 6928626 h 10695515"/>
              <a:gd name="connsiteX16" fmla="*/ 27200 w 4123786"/>
              <a:gd name="connsiteY16" fmla="*/ 6855869 h 10695515"/>
              <a:gd name="connsiteX17" fmla="*/ 21919 w 4123786"/>
              <a:gd name="connsiteY17" fmla="*/ 40543 h 10695515"/>
              <a:gd name="connsiteX18" fmla="*/ 47162 w 4123786"/>
              <a:gd name="connsiteY18" fmla="*/ 4670 h 10695515"/>
              <a:gd name="connsiteX19" fmla="*/ 68017 w 4123786"/>
              <a:gd name="connsiteY19" fmla="*/ 37 h 10695515"/>
              <a:gd name="connsiteX20" fmla="*/ 447590 w 4123786"/>
              <a:gd name="connsiteY20" fmla="*/ 32 h 10695515"/>
              <a:gd name="connsiteX21" fmla="*/ 486033 w 4123786"/>
              <a:gd name="connsiteY21" fmla="*/ 31 h 10695515"/>
              <a:gd name="connsiteX22" fmla="*/ 486094 w 4123786"/>
              <a:gd name="connsiteY22" fmla="*/ 0 h 10695515"/>
              <a:gd name="connsiteX23" fmla="*/ 4090259 w 4123786"/>
              <a:gd name="connsiteY23" fmla="*/ 0 h 10695515"/>
              <a:gd name="connsiteX24" fmla="*/ 4123786 w 4123786"/>
              <a:gd name="connsiteY24" fmla="*/ 33528 h 10695515"/>
              <a:gd name="connsiteX25" fmla="*/ 4123786 w 4123786"/>
              <a:gd name="connsiteY25" fmla="*/ 2779490 h 10695515"/>
              <a:gd name="connsiteX26" fmla="*/ 4123785 w 4123786"/>
              <a:gd name="connsiteY26" fmla="*/ 2779492 h 10695515"/>
              <a:gd name="connsiteX27" fmla="*/ 4123785 w 4123786"/>
              <a:gd name="connsiteY27" fmla="*/ 3099544 h 10695515"/>
              <a:gd name="connsiteX28" fmla="*/ 4123785 w 4123786"/>
              <a:gd name="connsiteY28" fmla="*/ 4850102 h 10695515"/>
              <a:gd name="connsiteX29" fmla="*/ 4123786 w 4123786"/>
              <a:gd name="connsiteY29" fmla="*/ 4850104 h 10695515"/>
              <a:gd name="connsiteX30" fmla="*/ 4123786 w 4123786"/>
              <a:gd name="connsiteY30" fmla="*/ 7596066 h 10695515"/>
              <a:gd name="connsiteX31" fmla="*/ 4123785 w 4123786"/>
              <a:gd name="connsiteY31" fmla="*/ 7916119 h 10695515"/>
              <a:gd name="connsiteX32" fmla="*/ 4123785 w 4123786"/>
              <a:gd name="connsiteY32" fmla="*/ 10239915 h 10695515"/>
              <a:gd name="connsiteX33" fmla="*/ 4123785 w 4123786"/>
              <a:gd name="connsiteY33" fmla="*/ 10662081 h 10695515"/>
              <a:gd name="connsiteX34" fmla="*/ 4090258 w 4123786"/>
              <a:gd name="connsiteY34" fmla="*/ 10695514 h 10695515"/>
              <a:gd name="connsiteX35" fmla="*/ 4072751 w 4123786"/>
              <a:gd name="connsiteY35" fmla="*/ 10695514 h 10695515"/>
              <a:gd name="connsiteX36" fmla="*/ 4072751 w 4123786"/>
              <a:gd name="connsiteY36" fmla="*/ 10695515 h 10695515"/>
              <a:gd name="connsiteX37" fmla="*/ 3145747 w 4123786"/>
              <a:gd name="connsiteY37" fmla="*/ 10695515 h 10695515"/>
              <a:gd name="connsiteX38" fmla="*/ 68003 w 4123786"/>
              <a:gd name="connsiteY38" fmla="*/ 10695515 h 10695515"/>
              <a:gd name="connsiteX39" fmla="*/ 30530 w 4123786"/>
              <a:gd name="connsiteY39" fmla="*/ 10659953 h 10695515"/>
              <a:gd name="connsiteX40" fmla="*/ 30530 w 4123786"/>
              <a:gd name="connsiteY40" fmla="*/ 9043781 h 10695515"/>
              <a:gd name="connsiteX41" fmla="*/ 19986 w 4123786"/>
              <a:gd name="connsiteY41" fmla="*/ 8991028 h 10695515"/>
              <a:gd name="connsiteX42" fmla="*/ 30530 w 4123786"/>
              <a:gd name="connsiteY42" fmla="*/ 8936768 h 10695515"/>
              <a:gd name="connsiteX43" fmla="*/ 30530 w 4123786"/>
              <a:gd name="connsiteY43" fmla="*/ 8213677 h 10695515"/>
              <a:gd name="connsiteX44" fmla="*/ 30530 w 4123786"/>
              <a:gd name="connsiteY44" fmla="*/ 8117697 h 10695515"/>
              <a:gd name="connsiteX45" fmla="*/ 19292 w 4123786"/>
              <a:gd name="connsiteY45" fmla="*/ 8064088 h 10695515"/>
              <a:gd name="connsiteX46" fmla="*/ 6414 w 4123786"/>
              <a:gd name="connsiteY46" fmla="*/ 8009276 h 10695515"/>
              <a:gd name="connsiteX47" fmla="*/ 862 w 4123786"/>
              <a:gd name="connsiteY47" fmla="*/ 7956458 h 10695515"/>
              <a:gd name="connsiteX48" fmla="*/ 0 w 4123786"/>
              <a:gd name="connsiteY48" fmla="*/ 7915797 h 10695515"/>
              <a:gd name="connsiteX0" fmla="*/ 0 w 4123786"/>
              <a:gd name="connsiteY0" fmla="*/ 7915797 h 10695515"/>
              <a:gd name="connsiteX1" fmla="*/ 7600 w 4123786"/>
              <a:gd name="connsiteY1" fmla="*/ 7873197 h 10695515"/>
              <a:gd name="connsiteX2" fmla="*/ 4439 w 4123786"/>
              <a:gd name="connsiteY2" fmla="*/ 7844441 h 10695515"/>
              <a:gd name="connsiteX3" fmla="*/ 12582 w 4123786"/>
              <a:gd name="connsiteY3" fmla="*/ 7790887 h 10695515"/>
              <a:gd name="connsiteX4" fmla="*/ 20085 w 4123786"/>
              <a:gd name="connsiteY4" fmla="*/ 7712540 h 10695515"/>
              <a:gd name="connsiteX5" fmla="*/ 28081 w 4123786"/>
              <a:gd name="connsiteY5" fmla="*/ 7658609 h 10695515"/>
              <a:gd name="connsiteX6" fmla="*/ 30530 w 4123786"/>
              <a:gd name="connsiteY6" fmla="*/ 7648210 h 10695515"/>
              <a:gd name="connsiteX7" fmla="*/ 30530 w 4123786"/>
              <a:gd name="connsiteY7" fmla="*/ 7295316 h 10695515"/>
              <a:gd name="connsiteX8" fmla="*/ 27793 w 4123786"/>
              <a:gd name="connsiteY8" fmla="*/ 7269284 h 10695515"/>
              <a:gd name="connsiteX9" fmla="*/ 30530 w 4123786"/>
              <a:gd name="connsiteY9" fmla="*/ 7181458 h 10695515"/>
              <a:gd name="connsiteX10" fmla="*/ 26802 w 4123786"/>
              <a:gd name="connsiteY10" fmla="*/ 7168704 h 10695515"/>
              <a:gd name="connsiteX11" fmla="*/ 30530 w 4123786"/>
              <a:gd name="connsiteY11" fmla="*/ 7082840 h 10695515"/>
              <a:gd name="connsiteX12" fmla="*/ 27363 w 4123786"/>
              <a:gd name="connsiteY12" fmla="*/ 6988764 h 10695515"/>
              <a:gd name="connsiteX13" fmla="*/ 18853 w 4123786"/>
              <a:gd name="connsiteY13" fmla="*/ 6981739 h 10695515"/>
              <a:gd name="connsiteX14" fmla="*/ 18106 w 4123786"/>
              <a:gd name="connsiteY14" fmla="*/ 6961107 h 10695515"/>
              <a:gd name="connsiteX15" fmla="*/ 18269 w 4123786"/>
              <a:gd name="connsiteY15" fmla="*/ 6928626 h 10695515"/>
              <a:gd name="connsiteX16" fmla="*/ 27200 w 4123786"/>
              <a:gd name="connsiteY16" fmla="*/ 6855869 h 10695515"/>
              <a:gd name="connsiteX17" fmla="*/ 21919 w 4123786"/>
              <a:gd name="connsiteY17" fmla="*/ 40543 h 10695515"/>
              <a:gd name="connsiteX18" fmla="*/ 47162 w 4123786"/>
              <a:gd name="connsiteY18" fmla="*/ 4670 h 10695515"/>
              <a:gd name="connsiteX19" fmla="*/ 68017 w 4123786"/>
              <a:gd name="connsiteY19" fmla="*/ 37 h 10695515"/>
              <a:gd name="connsiteX20" fmla="*/ 447590 w 4123786"/>
              <a:gd name="connsiteY20" fmla="*/ 32 h 10695515"/>
              <a:gd name="connsiteX21" fmla="*/ 486033 w 4123786"/>
              <a:gd name="connsiteY21" fmla="*/ 31 h 10695515"/>
              <a:gd name="connsiteX22" fmla="*/ 486094 w 4123786"/>
              <a:gd name="connsiteY22" fmla="*/ 0 h 10695515"/>
              <a:gd name="connsiteX23" fmla="*/ 4090259 w 4123786"/>
              <a:gd name="connsiteY23" fmla="*/ 0 h 10695515"/>
              <a:gd name="connsiteX24" fmla="*/ 4123786 w 4123786"/>
              <a:gd name="connsiteY24" fmla="*/ 33528 h 10695515"/>
              <a:gd name="connsiteX25" fmla="*/ 4123786 w 4123786"/>
              <a:gd name="connsiteY25" fmla="*/ 2779490 h 10695515"/>
              <a:gd name="connsiteX26" fmla="*/ 4123785 w 4123786"/>
              <a:gd name="connsiteY26" fmla="*/ 2779492 h 10695515"/>
              <a:gd name="connsiteX27" fmla="*/ 4123785 w 4123786"/>
              <a:gd name="connsiteY27" fmla="*/ 3099544 h 10695515"/>
              <a:gd name="connsiteX28" fmla="*/ 4123785 w 4123786"/>
              <a:gd name="connsiteY28" fmla="*/ 4850102 h 10695515"/>
              <a:gd name="connsiteX29" fmla="*/ 4123786 w 4123786"/>
              <a:gd name="connsiteY29" fmla="*/ 4850104 h 10695515"/>
              <a:gd name="connsiteX30" fmla="*/ 4123785 w 4123786"/>
              <a:gd name="connsiteY30" fmla="*/ 7916119 h 10695515"/>
              <a:gd name="connsiteX31" fmla="*/ 4123785 w 4123786"/>
              <a:gd name="connsiteY31" fmla="*/ 10239915 h 10695515"/>
              <a:gd name="connsiteX32" fmla="*/ 4123785 w 4123786"/>
              <a:gd name="connsiteY32" fmla="*/ 10662081 h 10695515"/>
              <a:gd name="connsiteX33" fmla="*/ 4090258 w 4123786"/>
              <a:gd name="connsiteY33" fmla="*/ 10695514 h 10695515"/>
              <a:gd name="connsiteX34" fmla="*/ 4072751 w 4123786"/>
              <a:gd name="connsiteY34" fmla="*/ 10695514 h 10695515"/>
              <a:gd name="connsiteX35" fmla="*/ 4072751 w 4123786"/>
              <a:gd name="connsiteY35" fmla="*/ 10695515 h 10695515"/>
              <a:gd name="connsiteX36" fmla="*/ 3145747 w 4123786"/>
              <a:gd name="connsiteY36" fmla="*/ 10695515 h 10695515"/>
              <a:gd name="connsiteX37" fmla="*/ 68003 w 4123786"/>
              <a:gd name="connsiteY37" fmla="*/ 10695515 h 10695515"/>
              <a:gd name="connsiteX38" fmla="*/ 30530 w 4123786"/>
              <a:gd name="connsiteY38" fmla="*/ 10659953 h 10695515"/>
              <a:gd name="connsiteX39" fmla="*/ 30530 w 4123786"/>
              <a:gd name="connsiteY39" fmla="*/ 9043781 h 10695515"/>
              <a:gd name="connsiteX40" fmla="*/ 19986 w 4123786"/>
              <a:gd name="connsiteY40" fmla="*/ 8991028 h 10695515"/>
              <a:gd name="connsiteX41" fmla="*/ 30530 w 4123786"/>
              <a:gd name="connsiteY41" fmla="*/ 8936768 h 10695515"/>
              <a:gd name="connsiteX42" fmla="*/ 30530 w 4123786"/>
              <a:gd name="connsiteY42" fmla="*/ 8213677 h 10695515"/>
              <a:gd name="connsiteX43" fmla="*/ 30530 w 4123786"/>
              <a:gd name="connsiteY43" fmla="*/ 8117697 h 10695515"/>
              <a:gd name="connsiteX44" fmla="*/ 19292 w 4123786"/>
              <a:gd name="connsiteY44" fmla="*/ 8064088 h 10695515"/>
              <a:gd name="connsiteX45" fmla="*/ 6414 w 4123786"/>
              <a:gd name="connsiteY45" fmla="*/ 8009276 h 10695515"/>
              <a:gd name="connsiteX46" fmla="*/ 862 w 4123786"/>
              <a:gd name="connsiteY46" fmla="*/ 7956458 h 10695515"/>
              <a:gd name="connsiteX47" fmla="*/ 0 w 4123786"/>
              <a:gd name="connsiteY47" fmla="*/ 7915797 h 10695515"/>
              <a:gd name="connsiteX0" fmla="*/ 0 w 4123786"/>
              <a:gd name="connsiteY0" fmla="*/ 7915797 h 10695515"/>
              <a:gd name="connsiteX1" fmla="*/ 7600 w 4123786"/>
              <a:gd name="connsiteY1" fmla="*/ 7873197 h 10695515"/>
              <a:gd name="connsiteX2" fmla="*/ 4439 w 4123786"/>
              <a:gd name="connsiteY2" fmla="*/ 7844441 h 10695515"/>
              <a:gd name="connsiteX3" fmla="*/ 12582 w 4123786"/>
              <a:gd name="connsiteY3" fmla="*/ 7790887 h 10695515"/>
              <a:gd name="connsiteX4" fmla="*/ 20085 w 4123786"/>
              <a:gd name="connsiteY4" fmla="*/ 7712540 h 10695515"/>
              <a:gd name="connsiteX5" fmla="*/ 28081 w 4123786"/>
              <a:gd name="connsiteY5" fmla="*/ 7658609 h 10695515"/>
              <a:gd name="connsiteX6" fmla="*/ 30530 w 4123786"/>
              <a:gd name="connsiteY6" fmla="*/ 7648210 h 10695515"/>
              <a:gd name="connsiteX7" fmla="*/ 30530 w 4123786"/>
              <a:gd name="connsiteY7" fmla="*/ 7295316 h 10695515"/>
              <a:gd name="connsiteX8" fmla="*/ 27793 w 4123786"/>
              <a:gd name="connsiteY8" fmla="*/ 7269284 h 10695515"/>
              <a:gd name="connsiteX9" fmla="*/ 30530 w 4123786"/>
              <a:gd name="connsiteY9" fmla="*/ 7181458 h 10695515"/>
              <a:gd name="connsiteX10" fmla="*/ 26802 w 4123786"/>
              <a:gd name="connsiteY10" fmla="*/ 7168704 h 10695515"/>
              <a:gd name="connsiteX11" fmla="*/ 30530 w 4123786"/>
              <a:gd name="connsiteY11" fmla="*/ 7082840 h 10695515"/>
              <a:gd name="connsiteX12" fmla="*/ 27363 w 4123786"/>
              <a:gd name="connsiteY12" fmla="*/ 6988764 h 10695515"/>
              <a:gd name="connsiteX13" fmla="*/ 18853 w 4123786"/>
              <a:gd name="connsiteY13" fmla="*/ 6981739 h 10695515"/>
              <a:gd name="connsiteX14" fmla="*/ 18106 w 4123786"/>
              <a:gd name="connsiteY14" fmla="*/ 6961107 h 10695515"/>
              <a:gd name="connsiteX15" fmla="*/ 18269 w 4123786"/>
              <a:gd name="connsiteY15" fmla="*/ 6928626 h 10695515"/>
              <a:gd name="connsiteX16" fmla="*/ 27200 w 4123786"/>
              <a:gd name="connsiteY16" fmla="*/ 6855869 h 10695515"/>
              <a:gd name="connsiteX17" fmla="*/ 21919 w 4123786"/>
              <a:gd name="connsiteY17" fmla="*/ 40543 h 10695515"/>
              <a:gd name="connsiteX18" fmla="*/ 47162 w 4123786"/>
              <a:gd name="connsiteY18" fmla="*/ 4670 h 10695515"/>
              <a:gd name="connsiteX19" fmla="*/ 68017 w 4123786"/>
              <a:gd name="connsiteY19" fmla="*/ 37 h 10695515"/>
              <a:gd name="connsiteX20" fmla="*/ 447590 w 4123786"/>
              <a:gd name="connsiteY20" fmla="*/ 32 h 10695515"/>
              <a:gd name="connsiteX21" fmla="*/ 486033 w 4123786"/>
              <a:gd name="connsiteY21" fmla="*/ 31 h 10695515"/>
              <a:gd name="connsiteX22" fmla="*/ 486094 w 4123786"/>
              <a:gd name="connsiteY22" fmla="*/ 0 h 10695515"/>
              <a:gd name="connsiteX23" fmla="*/ 4090259 w 4123786"/>
              <a:gd name="connsiteY23" fmla="*/ 0 h 10695515"/>
              <a:gd name="connsiteX24" fmla="*/ 4123786 w 4123786"/>
              <a:gd name="connsiteY24" fmla="*/ 33528 h 10695515"/>
              <a:gd name="connsiteX25" fmla="*/ 4123786 w 4123786"/>
              <a:gd name="connsiteY25" fmla="*/ 2779490 h 10695515"/>
              <a:gd name="connsiteX26" fmla="*/ 4123785 w 4123786"/>
              <a:gd name="connsiteY26" fmla="*/ 2779492 h 10695515"/>
              <a:gd name="connsiteX27" fmla="*/ 4123785 w 4123786"/>
              <a:gd name="connsiteY27" fmla="*/ 3099544 h 10695515"/>
              <a:gd name="connsiteX28" fmla="*/ 4123785 w 4123786"/>
              <a:gd name="connsiteY28" fmla="*/ 4850102 h 10695515"/>
              <a:gd name="connsiteX29" fmla="*/ 4123786 w 4123786"/>
              <a:gd name="connsiteY29" fmla="*/ 4850104 h 10695515"/>
              <a:gd name="connsiteX30" fmla="*/ 4123785 w 4123786"/>
              <a:gd name="connsiteY30" fmla="*/ 10239915 h 10695515"/>
              <a:gd name="connsiteX31" fmla="*/ 4123785 w 4123786"/>
              <a:gd name="connsiteY31" fmla="*/ 10662081 h 10695515"/>
              <a:gd name="connsiteX32" fmla="*/ 4090258 w 4123786"/>
              <a:gd name="connsiteY32" fmla="*/ 10695514 h 10695515"/>
              <a:gd name="connsiteX33" fmla="*/ 4072751 w 4123786"/>
              <a:gd name="connsiteY33" fmla="*/ 10695514 h 10695515"/>
              <a:gd name="connsiteX34" fmla="*/ 4072751 w 4123786"/>
              <a:gd name="connsiteY34" fmla="*/ 10695515 h 10695515"/>
              <a:gd name="connsiteX35" fmla="*/ 3145747 w 4123786"/>
              <a:gd name="connsiteY35" fmla="*/ 10695515 h 10695515"/>
              <a:gd name="connsiteX36" fmla="*/ 68003 w 4123786"/>
              <a:gd name="connsiteY36" fmla="*/ 10695515 h 10695515"/>
              <a:gd name="connsiteX37" fmla="*/ 30530 w 4123786"/>
              <a:gd name="connsiteY37" fmla="*/ 10659953 h 10695515"/>
              <a:gd name="connsiteX38" fmla="*/ 30530 w 4123786"/>
              <a:gd name="connsiteY38" fmla="*/ 9043781 h 10695515"/>
              <a:gd name="connsiteX39" fmla="*/ 19986 w 4123786"/>
              <a:gd name="connsiteY39" fmla="*/ 8991028 h 10695515"/>
              <a:gd name="connsiteX40" fmla="*/ 30530 w 4123786"/>
              <a:gd name="connsiteY40" fmla="*/ 8936768 h 10695515"/>
              <a:gd name="connsiteX41" fmla="*/ 30530 w 4123786"/>
              <a:gd name="connsiteY41" fmla="*/ 8213677 h 10695515"/>
              <a:gd name="connsiteX42" fmla="*/ 30530 w 4123786"/>
              <a:gd name="connsiteY42" fmla="*/ 8117697 h 10695515"/>
              <a:gd name="connsiteX43" fmla="*/ 19292 w 4123786"/>
              <a:gd name="connsiteY43" fmla="*/ 8064088 h 10695515"/>
              <a:gd name="connsiteX44" fmla="*/ 6414 w 4123786"/>
              <a:gd name="connsiteY44" fmla="*/ 8009276 h 10695515"/>
              <a:gd name="connsiteX45" fmla="*/ 862 w 4123786"/>
              <a:gd name="connsiteY45" fmla="*/ 7956458 h 10695515"/>
              <a:gd name="connsiteX46" fmla="*/ 0 w 4123786"/>
              <a:gd name="connsiteY46" fmla="*/ 7915797 h 10695515"/>
              <a:gd name="connsiteX0" fmla="*/ 0 w 4123786"/>
              <a:gd name="connsiteY0" fmla="*/ 7915797 h 10695515"/>
              <a:gd name="connsiteX1" fmla="*/ 7600 w 4123786"/>
              <a:gd name="connsiteY1" fmla="*/ 7873197 h 10695515"/>
              <a:gd name="connsiteX2" fmla="*/ 4439 w 4123786"/>
              <a:gd name="connsiteY2" fmla="*/ 7844441 h 10695515"/>
              <a:gd name="connsiteX3" fmla="*/ 12582 w 4123786"/>
              <a:gd name="connsiteY3" fmla="*/ 7790887 h 10695515"/>
              <a:gd name="connsiteX4" fmla="*/ 20085 w 4123786"/>
              <a:gd name="connsiteY4" fmla="*/ 7712540 h 10695515"/>
              <a:gd name="connsiteX5" fmla="*/ 28081 w 4123786"/>
              <a:gd name="connsiteY5" fmla="*/ 7658609 h 10695515"/>
              <a:gd name="connsiteX6" fmla="*/ 30530 w 4123786"/>
              <a:gd name="connsiteY6" fmla="*/ 7648210 h 10695515"/>
              <a:gd name="connsiteX7" fmla="*/ 30530 w 4123786"/>
              <a:gd name="connsiteY7" fmla="*/ 7295316 h 10695515"/>
              <a:gd name="connsiteX8" fmla="*/ 27793 w 4123786"/>
              <a:gd name="connsiteY8" fmla="*/ 7269284 h 10695515"/>
              <a:gd name="connsiteX9" fmla="*/ 30530 w 4123786"/>
              <a:gd name="connsiteY9" fmla="*/ 7181458 h 10695515"/>
              <a:gd name="connsiteX10" fmla="*/ 26802 w 4123786"/>
              <a:gd name="connsiteY10" fmla="*/ 7168704 h 10695515"/>
              <a:gd name="connsiteX11" fmla="*/ 30530 w 4123786"/>
              <a:gd name="connsiteY11" fmla="*/ 7082840 h 10695515"/>
              <a:gd name="connsiteX12" fmla="*/ 27363 w 4123786"/>
              <a:gd name="connsiteY12" fmla="*/ 6988764 h 10695515"/>
              <a:gd name="connsiteX13" fmla="*/ 18853 w 4123786"/>
              <a:gd name="connsiteY13" fmla="*/ 6981739 h 10695515"/>
              <a:gd name="connsiteX14" fmla="*/ 18106 w 4123786"/>
              <a:gd name="connsiteY14" fmla="*/ 6961107 h 10695515"/>
              <a:gd name="connsiteX15" fmla="*/ 18269 w 4123786"/>
              <a:gd name="connsiteY15" fmla="*/ 6928626 h 10695515"/>
              <a:gd name="connsiteX16" fmla="*/ 27200 w 4123786"/>
              <a:gd name="connsiteY16" fmla="*/ 6855869 h 10695515"/>
              <a:gd name="connsiteX17" fmla="*/ 21919 w 4123786"/>
              <a:gd name="connsiteY17" fmla="*/ 40543 h 10695515"/>
              <a:gd name="connsiteX18" fmla="*/ 47162 w 4123786"/>
              <a:gd name="connsiteY18" fmla="*/ 4670 h 10695515"/>
              <a:gd name="connsiteX19" fmla="*/ 68017 w 4123786"/>
              <a:gd name="connsiteY19" fmla="*/ 37 h 10695515"/>
              <a:gd name="connsiteX20" fmla="*/ 447590 w 4123786"/>
              <a:gd name="connsiteY20" fmla="*/ 32 h 10695515"/>
              <a:gd name="connsiteX21" fmla="*/ 486033 w 4123786"/>
              <a:gd name="connsiteY21" fmla="*/ 31 h 10695515"/>
              <a:gd name="connsiteX22" fmla="*/ 486094 w 4123786"/>
              <a:gd name="connsiteY22" fmla="*/ 0 h 10695515"/>
              <a:gd name="connsiteX23" fmla="*/ 4090259 w 4123786"/>
              <a:gd name="connsiteY23" fmla="*/ 0 h 10695515"/>
              <a:gd name="connsiteX24" fmla="*/ 4123786 w 4123786"/>
              <a:gd name="connsiteY24" fmla="*/ 33528 h 10695515"/>
              <a:gd name="connsiteX25" fmla="*/ 4123786 w 4123786"/>
              <a:gd name="connsiteY25" fmla="*/ 2779490 h 10695515"/>
              <a:gd name="connsiteX26" fmla="*/ 4123785 w 4123786"/>
              <a:gd name="connsiteY26" fmla="*/ 2779492 h 10695515"/>
              <a:gd name="connsiteX27" fmla="*/ 4123785 w 4123786"/>
              <a:gd name="connsiteY27" fmla="*/ 3099544 h 10695515"/>
              <a:gd name="connsiteX28" fmla="*/ 4123785 w 4123786"/>
              <a:gd name="connsiteY28" fmla="*/ 4850102 h 10695515"/>
              <a:gd name="connsiteX29" fmla="*/ 4123785 w 4123786"/>
              <a:gd name="connsiteY29" fmla="*/ 10239915 h 10695515"/>
              <a:gd name="connsiteX30" fmla="*/ 4123785 w 4123786"/>
              <a:gd name="connsiteY30" fmla="*/ 10662081 h 10695515"/>
              <a:gd name="connsiteX31" fmla="*/ 4090258 w 4123786"/>
              <a:gd name="connsiteY31" fmla="*/ 10695514 h 10695515"/>
              <a:gd name="connsiteX32" fmla="*/ 4072751 w 4123786"/>
              <a:gd name="connsiteY32" fmla="*/ 10695514 h 10695515"/>
              <a:gd name="connsiteX33" fmla="*/ 4072751 w 4123786"/>
              <a:gd name="connsiteY33" fmla="*/ 10695515 h 10695515"/>
              <a:gd name="connsiteX34" fmla="*/ 3145747 w 4123786"/>
              <a:gd name="connsiteY34" fmla="*/ 10695515 h 10695515"/>
              <a:gd name="connsiteX35" fmla="*/ 68003 w 4123786"/>
              <a:gd name="connsiteY35" fmla="*/ 10695515 h 10695515"/>
              <a:gd name="connsiteX36" fmla="*/ 30530 w 4123786"/>
              <a:gd name="connsiteY36" fmla="*/ 10659953 h 10695515"/>
              <a:gd name="connsiteX37" fmla="*/ 30530 w 4123786"/>
              <a:gd name="connsiteY37" fmla="*/ 9043781 h 10695515"/>
              <a:gd name="connsiteX38" fmla="*/ 19986 w 4123786"/>
              <a:gd name="connsiteY38" fmla="*/ 8991028 h 10695515"/>
              <a:gd name="connsiteX39" fmla="*/ 30530 w 4123786"/>
              <a:gd name="connsiteY39" fmla="*/ 8936768 h 10695515"/>
              <a:gd name="connsiteX40" fmla="*/ 30530 w 4123786"/>
              <a:gd name="connsiteY40" fmla="*/ 8213677 h 10695515"/>
              <a:gd name="connsiteX41" fmla="*/ 30530 w 4123786"/>
              <a:gd name="connsiteY41" fmla="*/ 8117697 h 10695515"/>
              <a:gd name="connsiteX42" fmla="*/ 19292 w 4123786"/>
              <a:gd name="connsiteY42" fmla="*/ 8064088 h 10695515"/>
              <a:gd name="connsiteX43" fmla="*/ 6414 w 4123786"/>
              <a:gd name="connsiteY43" fmla="*/ 8009276 h 10695515"/>
              <a:gd name="connsiteX44" fmla="*/ 862 w 4123786"/>
              <a:gd name="connsiteY44" fmla="*/ 7956458 h 10695515"/>
              <a:gd name="connsiteX45" fmla="*/ 0 w 4123786"/>
              <a:gd name="connsiteY45" fmla="*/ 7915797 h 10695515"/>
              <a:gd name="connsiteX0" fmla="*/ 0 w 4123786"/>
              <a:gd name="connsiteY0" fmla="*/ 7915797 h 10695515"/>
              <a:gd name="connsiteX1" fmla="*/ 7600 w 4123786"/>
              <a:gd name="connsiteY1" fmla="*/ 7873197 h 10695515"/>
              <a:gd name="connsiteX2" fmla="*/ 4439 w 4123786"/>
              <a:gd name="connsiteY2" fmla="*/ 7844441 h 10695515"/>
              <a:gd name="connsiteX3" fmla="*/ 12582 w 4123786"/>
              <a:gd name="connsiteY3" fmla="*/ 7790887 h 10695515"/>
              <a:gd name="connsiteX4" fmla="*/ 20085 w 4123786"/>
              <a:gd name="connsiteY4" fmla="*/ 7712540 h 10695515"/>
              <a:gd name="connsiteX5" fmla="*/ 28081 w 4123786"/>
              <a:gd name="connsiteY5" fmla="*/ 7658609 h 10695515"/>
              <a:gd name="connsiteX6" fmla="*/ 30530 w 4123786"/>
              <a:gd name="connsiteY6" fmla="*/ 7648210 h 10695515"/>
              <a:gd name="connsiteX7" fmla="*/ 30530 w 4123786"/>
              <a:gd name="connsiteY7" fmla="*/ 7295316 h 10695515"/>
              <a:gd name="connsiteX8" fmla="*/ 27793 w 4123786"/>
              <a:gd name="connsiteY8" fmla="*/ 7269284 h 10695515"/>
              <a:gd name="connsiteX9" fmla="*/ 30530 w 4123786"/>
              <a:gd name="connsiteY9" fmla="*/ 7181458 h 10695515"/>
              <a:gd name="connsiteX10" fmla="*/ 26802 w 4123786"/>
              <a:gd name="connsiteY10" fmla="*/ 7168704 h 10695515"/>
              <a:gd name="connsiteX11" fmla="*/ 30530 w 4123786"/>
              <a:gd name="connsiteY11" fmla="*/ 7082840 h 10695515"/>
              <a:gd name="connsiteX12" fmla="*/ 27363 w 4123786"/>
              <a:gd name="connsiteY12" fmla="*/ 6988764 h 10695515"/>
              <a:gd name="connsiteX13" fmla="*/ 18853 w 4123786"/>
              <a:gd name="connsiteY13" fmla="*/ 6981739 h 10695515"/>
              <a:gd name="connsiteX14" fmla="*/ 18106 w 4123786"/>
              <a:gd name="connsiteY14" fmla="*/ 6961107 h 10695515"/>
              <a:gd name="connsiteX15" fmla="*/ 18269 w 4123786"/>
              <a:gd name="connsiteY15" fmla="*/ 6928626 h 10695515"/>
              <a:gd name="connsiteX16" fmla="*/ 27200 w 4123786"/>
              <a:gd name="connsiteY16" fmla="*/ 6855869 h 10695515"/>
              <a:gd name="connsiteX17" fmla="*/ 21919 w 4123786"/>
              <a:gd name="connsiteY17" fmla="*/ 40543 h 10695515"/>
              <a:gd name="connsiteX18" fmla="*/ 47162 w 4123786"/>
              <a:gd name="connsiteY18" fmla="*/ 4670 h 10695515"/>
              <a:gd name="connsiteX19" fmla="*/ 68017 w 4123786"/>
              <a:gd name="connsiteY19" fmla="*/ 37 h 10695515"/>
              <a:gd name="connsiteX20" fmla="*/ 447590 w 4123786"/>
              <a:gd name="connsiteY20" fmla="*/ 32 h 10695515"/>
              <a:gd name="connsiteX21" fmla="*/ 486033 w 4123786"/>
              <a:gd name="connsiteY21" fmla="*/ 31 h 10695515"/>
              <a:gd name="connsiteX22" fmla="*/ 486094 w 4123786"/>
              <a:gd name="connsiteY22" fmla="*/ 0 h 10695515"/>
              <a:gd name="connsiteX23" fmla="*/ 4090259 w 4123786"/>
              <a:gd name="connsiteY23" fmla="*/ 0 h 10695515"/>
              <a:gd name="connsiteX24" fmla="*/ 4123786 w 4123786"/>
              <a:gd name="connsiteY24" fmla="*/ 33528 h 10695515"/>
              <a:gd name="connsiteX25" fmla="*/ 4123786 w 4123786"/>
              <a:gd name="connsiteY25" fmla="*/ 2779490 h 10695515"/>
              <a:gd name="connsiteX26" fmla="*/ 4123785 w 4123786"/>
              <a:gd name="connsiteY26" fmla="*/ 2779492 h 10695515"/>
              <a:gd name="connsiteX27" fmla="*/ 4123785 w 4123786"/>
              <a:gd name="connsiteY27" fmla="*/ 3099544 h 10695515"/>
              <a:gd name="connsiteX28" fmla="*/ 4123785 w 4123786"/>
              <a:gd name="connsiteY28" fmla="*/ 4850102 h 10695515"/>
              <a:gd name="connsiteX29" fmla="*/ 4123785 w 4123786"/>
              <a:gd name="connsiteY29" fmla="*/ 10239915 h 10695515"/>
              <a:gd name="connsiteX30" fmla="*/ 4123785 w 4123786"/>
              <a:gd name="connsiteY30" fmla="*/ 10662081 h 10695515"/>
              <a:gd name="connsiteX31" fmla="*/ 4090258 w 4123786"/>
              <a:gd name="connsiteY31" fmla="*/ 10695514 h 10695515"/>
              <a:gd name="connsiteX32" fmla="*/ 4072751 w 4123786"/>
              <a:gd name="connsiteY32" fmla="*/ 10695514 h 10695515"/>
              <a:gd name="connsiteX33" fmla="*/ 4072751 w 4123786"/>
              <a:gd name="connsiteY33" fmla="*/ 10695515 h 10695515"/>
              <a:gd name="connsiteX34" fmla="*/ 68003 w 4123786"/>
              <a:gd name="connsiteY34" fmla="*/ 10695515 h 10695515"/>
              <a:gd name="connsiteX35" fmla="*/ 30530 w 4123786"/>
              <a:gd name="connsiteY35" fmla="*/ 10659953 h 10695515"/>
              <a:gd name="connsiteX36" fmla="*/ 30530 w 4123786"/>
              <a:gd name="connsiteY36" fmla="*/ 9043781 h 10695515"/>
              <a:gd name="connsiteX37" fmla="*/ 19986 w 4123786"/>
              <a:gd name="connsiteY37" fmla="*/ 8991028 h 10695515"/>
              <a:gd name="connsiteX38" fmla="*/ 30530 w 4123786"/>
              <a:gd name="connsiteY38" fmla="*/ 8936768 h 10695515"/>
              <a:gd name="connsiteX39" fmla="*/ 30530 w 4123786"/>
              <a:gd name="connsiteY39" fmla="*/ 8213677 h 10695515"/>
              <a:gd name="connsiteX40" fmla="*/ 30530 w 4123786"/>
              <a:gd name="connsiteY40" fmla="*/ 8117697 h 10695515"/>
              <a:gd name="connsiteX41" fmla="*/ 19292 w 4123786"/>
              <a:gd name="connsiteY41" fmla="*/ 8064088 h 10695515"/>
              <a:gd name="connsiteX42" fmla="*/ 6414 w 4123786"/>
              <a:gd name="connsiteY42" fmla="*/ 8009276 h 10695515"/>
              <a:gd name="connsiteX43" fmla="*/ 862 w 4123786"/>
              <a:gd name="connsiteY43" fmla="*/ 7956458 h 10695515"/>
              <a:gd name="connsiteX44" fmla="*/ 0 w 4123786"/>
              <a:gd name="connsiteY44" fmla="*/ 7915797 h 10695515"/>
              <a:gd name="connsiteX0" fmla="*/ 0 w 4123786"/>
              <a:gd name="connsiteY0" fmla="*/ 7915797 h 10695515"/>
              <a:gd name="connsiteX1" fmla="*/ 7600 w 4123786"/>
              <a:gd name="connsiteY1" fmla="*/ 7873197 h 10695515"/>
              <a:gd name="connsiteX2" fmla="*/ 4439 w 4123786"/>
              <a:gd name="connsiteY2" fmla="*/ 7844441 h 10695515"/>
              <a:gd name="connsiteX3" fmla="*/ 12582 w 4123786"/>
              <a:gd name="connsiteY3" fmla="*/ 7790887 h 10695515"/>
              <a:gd name="connsiteX4" fmla="*/ 20085 w 4123786"/>
              <a:gd name="connsiteY4" fmla="*/ 7712540 h 10695515"/>
              <a:gd name="connsiteX5" fmla="*/ 28081 w 4123786"/>
              <a:gd name="connsiteY5" fmla="*/ 7658609 h 10695515"/>
              <a:gd name="connsiteX6" fmla="*/ 30530 w 4123786"/>
              <a:gd name="connsiteY6" fmla="*/ 7648210 h 10695515"/>
              <a:gd name="connsiteX7" fmla="*/ 30530 w 4123786"/>
              <a:gd name="connsiteY7" fmla="*/ 7295316 h 10695515"/>
              <a:gd name="connsiteX8" fmla="*/ 27793 w 4123786"/>
              <a:gd name="connsiteY8" fmla="*/ 7269284 h 10695515"/>
              <a:gd name="connsiteX9" fmla="*/ 30530 w 4123786"/>
              <a:gd name="connsiteY9" fmla="*/ 7181458 h 10695515"/>
              <a:gd name="connsiteX10" fmla="*/ 26802 w 4123786"/>
              <a:gd name="connsiteY10" fmla="*/ 7168704 h 10695515"/>
              <a:gd name="connsiteX11" fmla="*/ 30530 w 4123786"/>
              <a:gd name="connsiteY11" fmla="*/ 7082840 h 10695515"/>
              <a:gd name="connsiteX12" fmla="*/ 27363 w 4123786"/>
              <a:gd name="connsiteY12" fmla="*/ 6988764 h 10695515"/>
              <a:gd name="connsiteX13" fmla="*/ 18853 w 4123786"/>
              <a:gd name="connsiteY13" fmla="*/ 6981739 h 10695515"/>
              <a:gd name="connsiteX14" fmla="*/ 18106 w 4123786"/>
              <a:gd name="connsiteY14" fmla="*/ 6961107 h 10695515"/>
              <a:gd name="connsiteX15" fmla="*/ 18269 w 4123786"/>
              <a:gd name="connsiteY15" fmla="*/ 6928626 h 10695515"/>
              <a:gd name="connsiteX16" fmla="*/ 27200 w 4123786"/>
              <a:gd name="connsiteY16" fmla="*/ 6855869 h 10695515"/>
              <a:gd name="connsiteX17" fmla="*/ 21919 w 4123786"/>
              <a:gd name="connsiteY17" fmla="*/ 40543 h 10695515"/>
              <a:gd name="connsiteX18" fmla="*/ 47162 w 4123786"/>
              <a:gd name="connsiteY18" fmla="*/ 4670 h 10695515"/>
              <a:gd name="connsiteX19" fmla="*/ 68017 w 4123786"/>
              <a:gd name="connsiteY19" fmla="*/ 37 h 10695515"/>
              <a:gd name="connsiteX20" fmla="*/ 447590 w 4123786"/>
              <a:gd name="connsiteY20" fmla="*/ 32 h 10695515"/>
              <a:gd name="connsiteX21" fmla="*/ 486033 w 4123786"/>
              <a:gd name="connsiteY21" fmla="*/ 31 h 10695515"/>
              <a:gd name="connsiteX22" fmla="*/ 486094 w 4123786"/>
              <a:gd name="connsiteY22" fmla="*/ 0 h 10695515"/>
              <a:gd name="connsiteX23" fmla="*/ 4090259 w 4123786"/>
              <a:gd name="connsiteY23" fmla="*/ 0 h 10695515"/>
              <a:gd name="connsiteX24" fmla="*/ 4123786 w 4123786"/>
              <a:gd name="connsiteY24" fmla="*/ 33528 h 10695515"/>
              <a:gd name="connsiteX25" fmla="*/ 4123786 w 4123786"/>
              <a:gd name="connsiteY25" fmla="*/ 2779490 h 10695515"/>
              <a:gd name="connsiteX26" fmla="*/ 4123785 w 4123786"/>
              <a:gd name="connsiteY26" fmla="*/ 2779492 h 10695515"/>
              <a:gd name="connsiteX27" fmla="*/ 4123785 w 4123786"/>
              <a:gd name="connsiteY27" fmla="*/ 3099544 h 10695515"/>
              <a:gd name="connsiteX28" fmla="*/ 4123785 w 4123786"/>
              <a:gd name="connsiteY28" fmla="*/ 4850102 h 10695515"/>
              <a:gd name="connsiteX29" fmla="*/ 4123785 w 4123786"/>
              <a:gd name="connsiteY29" fmla="*/ 10662081 h 10695515"/>
              <a:gd name="connsiteX30" fmla="*/ 4090258 w 4123786"/>
              <a:gd name="connsiteY30" fmla="*/ 10695514 h 10695515"/>
              <a:gd name="connsiteX31" fmla="*/ 4072751 w 4123786"/>
              <a:gd name="connsiteY31" fmla="*/ 10695514 h 10695515"/>
              <a:gd name="connsiteX32" fmla="*/ 4072751 w 4123786"/>
              <a:gd name="connsiteY32" fmla="*/ 10695515 h 10695515"/>
              <a:gd name="connsiteX33" fmla="*/ 68003 w 4123786"/>
              <a:gd name="connsiteY33" fmla="*/ 10695515 h 10695515"/>
              <a:gd name="connsiteX34" fmla="*/ 30530 w 4123786"/>
              <a:gd name="connsiteY34" fmla="*/ 10659953 h 10695515"/>
              <a:gd name="connsiteX35" fmla="*/ 30530 w 4123786"/>
              <a:gd name="connsiteY35" fmla="*/ 9043781 h 10695515"/>
              <a:gd name="connsiteX36" fmla="*/ 19986 w 4123786"/>
              <a:gd name="connsiteY36" fmla="*/ 8991028 h 10695515"/>
              <a:gd name="connsiteX37" fmla="*/ 30530 w 4123786"/>
              <a:gd name="connsiteY37" fmla="*/ 8936768 h 10695515"/>
              <a:gd name="connsiteX38" fmla="*/ 30530 w 4123786"/>
              <a:gd name="connsiteY38" fmla="*/ 8213677 h 10695515"/>
              <a:gd name="connsiteX39" fmla="*/ 30530 w 4123786"/>
              <a:gd name="connsiteY39" fmla="*/ 8117697 h 10695515"/>
              <a:gd name="connsiteX40" fmla="*/ 19292 w 4123786"/>
              <a:gd name="connsiteY40" fmla="*/ 8064088 h 10695515"/>
              <a:gd name="connsiteX41" fmla="*/ 6414 w 4123786"/>
              <a:gd name="connsiteY41" fmla="*/ 8009276 h 10695515"/>
              <a:gd name="connsiteX42" fmla="*/ 862 w 4123786"/>
              <a:gd name="connsiteY42" fmla="*/ 7956458 h 10695515"/>
              <a:gd name="connsiteX43" fmla="*/ 0 w 4123786"/>
              <a:gd name="connsiteY43" fmla="*/ 7915797 h 10695515"/>
              <a:gd name="connsiteX0" fmla="*/ 0 w 4123786"/>
              <a:gd name="connsiteY0" fmla="*/ 7915797 h 10695515"/>
              <a:gd name="connsiteX1" fmla="*/ 7600 w 4123786"/>
              <a:gd name="connsiteY1" fmla="*/ 7873197 h 10695515"/>
              <a:gd name="connsiteX2" fmla="*/ 4439 w 4123786"/>
              <a:gd name="connsiteY2" fmla="*/ 7844441 h 10695515"/>
              <a:gd name="connsiteX3" fmla="*/ 12582 w 4123786"/>
              <a:gd name="connsiteY3" fmla="*/ 7790887 h 10695515"/>
              <a:gd name="connsiteX4" fmla="*/ 20085 w 4123786"/>
              <a:gd name="connsiteY4" fmla="*/ 7712540 h 10695515"/>
              <a:gd name="connsiteX5" fmla="*/ 28081 w 4123786"/>
              <a:gd name="connsiteY5" fmla="*/ 7658609 h 10695515"/>
              <a:gd name="connsiteX6" fmla="*/ 30530 w 4123786"/>
              <a:gd name="connsiteY6" fmla="*/ 7648210 h 10695515"/>
              <a:gd name="connsiteX7" fmla="*/ 30530 w 4123786"/>
              <a:gd name="connsiteY7" fmla="*/ 7295316 h 10695515"/>
              <a:gd name="connsiteX8" fmla="*/ 27793 w 4123786"/>
              <a:gd name="connsiteY8" fmla="*/ 7269284 h 10695515"/>
              <a:gd name="connsiteX9" fmla="*/ 30530 w 4123786"/>
              <a:gd name="connsiteY9" fmla="*/ 7181458 h 10695515"/>
              <a:gd name="connsiteX10" fmla="*/ 26802 w 4123786"/>
              <a:gd name="connsiteY10" fmla="*/ 7168704 h 10695515"/>
              <a:gd name="connsiteX11" fmla="*/ 30530 w 4123786"/>
              <a:gd name="connsiteY11" fmla="*/ 7082840 h 10695515"/>
              <a:gd name="connsiteX12" fmla="*/ 27363 w 4123786"/>
              <a:gd name="connsiteY12" fmla="*/ 6988764 h 10695515"/>
              <a:gd name="connsiteX13" fmla="*/ 18853 w 4123786"/>
              <a:gd name="connsiteY13" fmla="*/ 6981739 h 10695515"/>
              <a:gd name="connsiteX14" fmla="*/ 18106 w 4123786"/>
              <a:gd name="connsiteY14" fmla="*/ 6961107 h 10695515"/>
              <a:gd name="connsiteX15" fmla="*/ 18269 w 4123786"/>
              <a:gd name="connsiteY15" fmla="*/ 6928626 h 10695515"/>
              <a:gd name="connsiteX16" fmla="*/ 27200 w 4123786"/>
              <a:gd name="connsiteY16" fmla="*/ 6855869 h 10695515"/>
              <a:gd name="connsiteX17" fmla="*/ 21919 w 4123786"/>
              <a:gd name="connsiteY17" fmla="*/ 40543 h 10695515"/>
              <a:gd name="connsiteX18" fmla="*/ 47162 w 4123786"/>
              <a:gd name="connsiteY18" fmla="*/ 4670 h 10695515"/>
              <a:gd name="connsiteX19" fmla="*/ 68017 w 4123786"/>
              <a:gd name="connsiteY19" fmla="*/ 37 h 10695515"/>
              <a:gd name="connsiteX20" fmla="*/ 447590 w 4123786"/>
              <a:gd name="connsiteY20" fmla="*/ 32 h 10695515"/>
              <a:gd name="connsiteX21" fmla="*/ 486033 w 4123786"/>
              <a:gd name="connsiteY21" fmla="*/ 31 h 10695515"/>
              <a:gd name="connsiteX22" fmla="*/ 4090259 w 4123786"/>
              <a:gd name="connsiteY22" fmla="*/ 0 h 10695515"/>
              <a:gd name="connsiteX23" fmla="*/ 4123786 w 4123786"/>
              <a:gd name="connsiteY23" fmla="*/ 33528 h 10695515"/>
              <a:gd name="connsiteX24" fmla="*/ 4123786 w 4123786"/>
              <a:gd name="connsiteY24" fmla="*/ 2779490 h 10695515"/>
              <a:gd name="connsiteX25" fmla="*/ 4123785 w 4123786"/>
              <a:gd name="connsiteY25" fmla="*/ 2779492 h 10695515"/>
              <a:gd name="connsiteX26" fmla="*/ 4123785 w 4123786"/>
              <a:gd name="connsiteY26" fmla="*/ 3099544 h 10695515"/>
              <a:gd name="connsiteX27" fmla="*/ 4123785 w 4123786"/>
              <a:gd name="connsiteY27" fmla="*/ 4850102 h 10695515"/>
              <a:gd name="connsiteX28" fmla="*/ 4123785 w 4123786"/>
              <a:gd name="connsiteY28" fmla="*/ 10662081 h 10695515"/>
              <a:gd name="connsiteX29" fmla="*/ 4090258 w 4123786"/>
              <a:gd name="connsiteY29" fmla="*/ 10695514 h 10695515"/>
              <a:gd name="connsiteX30" fmla="*/ 4072751 w 4123786"/>
              <a:gd name="connsiteY30" fmla="*/ 10695514 h 10695515"/>
              <a:gd name="connsiteX31" fmla="*/ 4072751 w 4123786"/>
              <a:gd name="connsiteY31" fmla="*/ 10695515 h 10695515"/>
              <a:gd name="connsiteX32" fmla="*/ 68003 w 4123786"/>
              <a:gd name="connsiteY32" fmla="*/ 10695515 h 10695515"/>
              <a:gd name="connsiteX33" fmla="*/ 30530 w 4123786"/>
              <a:gd name="connsiteY33" fmla="*/ 10659953 h 10695515"/>
              <a:gd name="connsiteX34" fmla="*/ 30530 w 4123786"/>
              <a:gd name="connsiteY34" fmla="*/ 9043781 h 10695515"/>
              <a:gd name="connsiteX35" fmla="*/ 19986 w 4123786"/>
              <a:gd name="connsiteY35" fmla="*/ 8991028 h 10695515"/>
              <a:gd name="connsiteX36" fmla="*/ 30530 w 4123786"/>
              <a:gd name="connsiteY36" fmla="*/ 8936768 h 10695515"/>
              <a:gd name="connsiteX37" fmla="*/ 30530 w 4123786"/>
              <a:gd name="connsiteY37" fmla="*/ 8213677 h 10695515"/>
              <a:gd name="connsiteX38" fmla="*/ 30530 w 4123786"/>
              <a:gd name="connsiteY38" fmla="*/ 8117697 h 10695515"/>
              <a:gd name="connsiteX39" fmla="*/ 19292 w 4123786"/>
              <a:gd name="connsiteY39" fmla="*/ 8064088 h 10695515"/>
              <a:gd name="connsiteX40" fmla="*/ 6414 w 4123786"/>
              <a:gd name="connsiteY40" fmla="*/ 8009276 h 10695515"/>
              <a:gd name="connsiteX41" fmla="*/ 862 w 4123786"/>
              <a:gd name="connsiteY41" fmla="*/ 7956458 h 10695515"/>
              <a:gd name="connsiteX42" fmla="*/ 0 w 4123786"/>
              <a:gd name="connsiteY42" fmla="*/ 7915797 h 10695515"/>
              <a:gd name="connsiteX0" fmla="*/ 0 w 4123786"/>
              <a:gd name="connsiteY0" fmla="*/ 7915797 h 10695515"/>
              <a:gd name="connsiteX1" fmla="*/ 7600 w 4123786"/>
              <a:gd name="connsiteY1" fmla="*/ 7873197 h 10695515"/>
              <a:gd name="connsiteX2" fmla="*/ 4439 w 4123786"/>
              <a:gd name="connsiteY2" fmla="*/ 7844441 h 10695515"/>
              <a:gd name="connsiteX3" fmla="*/ 12582 w 4123786"/>
              <a:gd name="connsiteY3" fmla="*/ 7790887 h 10695515"/>
              <a:gd name="connsiteX4" fmla="*/ 20085 w 4123786"/>
              <a:gd name="connsiteY4" fmla="*/ 7712540 h 10695515"/>
              <a:gd name="connsiteX5" fmla="*/ 28081 w 4123786"/>
              <a:gd name="connsiteY5" fmla="*/ 7658609 h 10695515"/>
              <a:gd name="connsiteX6" fmla="*/ 30530 w 4123786"/>
              <a:gd name="connsiteY6" fmla="*/ 7648210 h 10695515"/>
              <a:gd name="connsiteX7" fmla="*/ 30530 w 4123786"/>
              <a:gd name="connsiteY7" fmla="*/ 7295316 h 10695515"/>
              <a:gd name="connsiteX8" fmla="*/ 27793 w 4123786"/>
              <a:gd name="connsiteY8" fmla="*/ 7269284 h 10695515"/>
              <a:gd name="connsiteX9" fmla="*/ 30530 w 4123786"/>
              <a:gd name="connsiteY9" fmla="*/ 7181458 h 10695515"/>
              <a:gd name="connsiteX10" fmla="*/ 26802 w 4123786"/>
              <a:gd name="connsiteY10" fmla="*/ 7168704 h 10695515"/>
              <a:gd name="connsiteX11" fmla="*/ 30530 w 4123786"/>
              <a:gd name="connsiteY11" fmla="*/ 7082840 h 10695515"/>
              <a:gd name="connsiteX12" fmla="*/ 27363 w 4123786"/>
              <a:gd name="connsiteY12" fmla="*/ 6988764 h 10695515"/>
              <a:gd name="connsiteX13" fmla="*/ 18853 w 4123786"/>
              <a:gd name="connsiteY13" fmla="*/ 6981739 h 10695515"/>
              <a:gd name="connsiteX14" fmla="*/ 18106 w 4123786"/>
              <a:gd name="connsiteY14" fmla="*/ 6961107 h 10695515"/>
              <a:gd name="connsiteX15" fmla="*/ 18269 w 4123786"/>
              <a:gd name="connsiteY15" fmla="*/ 6928626 h 10695515"/>
              <a:gd name="connsiteX16" fmla="*/ 27200 w 4123786"/>
              <a:gd name="connsiteY16" fmla="*/ 6855869 h 10695515"/>
              <a:gd name="connsiteX17" fmla="*/ 21919 w 4123786"/>
              <a:gd name="connsiteY17" fmla="*/ 40543 h 10695515"/>
              <a:gd name="connsiteX18" fmla="*/ 47162 w 4123786"/>
              <a:gd name="connsiteY18" fmla="*/ 4670 h 10695515"/>
              <a:gd name="connsiteX19" fmla="*/ 68017 w 4123786"/>
              <a:gd name="connsiteY19" fmla="*/ 37 h 10695515"/>
              <a:gd name="connsiteX20" fmla="*/ 447590 w 4123786"/>
              <a:gd name="connsiteY20" fmla="*/ 32 h 10695515"/>
              <a:gd name="connsiteX21" fmla="*/ 4090259 w 4123786"/>
              <a:gd name="connsiteY21" fmla="*/ 0 h 10695515"/>
              <a:gd name="connsiteX22" fmla="*/ 4123786 w 4123786"/>
              <a:gd name="connsiteY22" fmla="*/ 33528 h 10695515"/>
              <a:gd name="connsiteX23" fmla="*/ 4123786 w 4123786"/>
              <a:gd name="connsiteY23" fmla="*/ 2779490 h 10695515"/>
              <a:gd name="connsiteX24" fmla="*/ 4123785 w 4123786"/>
              <a:gd name="connsiteY24" fmla="*/ 2779492 h 10695515"/>
              <a:gd name="connsiteX25" fmla="*/ 4123785 w 4123786"/>
              <a:gd name="connsiteY25" fmla="*/ 3099544 h 10695515"/>
              <a:gd name="connsiteX26" fmla="*/ 4123785 w 4123786"/>
              <a:gd name="connsiteY26" fmla="*/ 4850102 h 10695515"/>
              <a:gd name="connsiteX27" fmla="*/ 4123785 w 4123786"/>
              <a:gd name="connsiteY27" fmla="*/ 10662081 h 10695515"/>
              <a:gd name="connsiteX28" fmla="*/ 4090258 w 4123786"/>
              <a:gd name="connsiteY28" fmla="*/ 10695514 h 10695515"/>
              <a:gd name="connsiteX29" fmla="*/ 4072751 w 4123786"/>
              <a:gd name="connsiteY29" fmla="*/ 10695514 h 10695515"/>
              <a:gd name="connsiteX30" fmla="*/ 4072751 w 4123786"/>
              <a:gd name="connsiteY30" fmla="*/ 10695515 h 10695515"/>
              <a:gd name="connsiteX31" fmla="*/ 68003 w 4123786"/>
              <a:gd name="connsiteY31" fmla="*/ 10695515 h 10695515"/>
              <a:gd name="connsiteX32" fmla="*/ 30530 w 4123786"/>
              <a:gd name="connsiteY32" fmla="*/ 10659953 h 10695515"/>
              <a:gd name="connsiteX33" fmla="*/ 30530 w 4123786"/>
              <a:gd name="connsiteY33" fmla="*/ 9043781 h 10695515"/>
              <a:gd name="connsiteX34" fmla="*/ 19986 w 4123786"/>
              <a:gd name="connsiteY34" fmla="*/ 8991028 h 10695515"/>
              <a:gd name="connsiteX35" fmla="*/ 30530 w 4123786"/>
              <a:gd name="connsiteY35" fmla="*/ 8936768 h 10695515"/>
              <a:gd name="connsiteX36" fmla="*/ 30530 w 4123786"/>
              <a:gd name="connsiteY36" fmla="*/ 8213677 h 10695515"/>
              <a:gd name="connsiteX37" fmla="*/ 30530 w 4123786"/>
              <a:gd name="connsiteY37" fmla="*/ 8117697 h 10695515"/>
              <a:gd name="connsiteX38" fmla="*/ 19292 w 4123786"/>
              <a:gd name="connsiteY38" fmla="*/ 8064088 h 10695515"/>
              <a:gd name="connsiteX39" fmla="*/ 6414 w 4123786"/>
              <a:gd name="connsiteY39" fmla="*/ 8009276 h 10695515"/>
              <a:gd name="connsiteX40" fmla="*/ 862 w 4123786"/>
              <a:gd name="connsiteY40" fmla="*/ 7956458 h 10695515"/>
              <a:gd name="connsiteX41" fmla="*/ 0 w 4123786"/>
              <a:gd name="connsiteY41" fmla="*/ 7915797 h 10695515"/>
              <a:gd name="connsiteX0" fmla="*/ 0 w 4123786"/>
              <a:gd name="connsiteY0" fmla="*/ 7915797 h 10695515"/>
              <a:gd name="connsiteX1" fmla="*/ 7600 w 4123786"/>
              <a:gd name="connsiteY1" fmla="*/ 7873197 h 10695515"/>
              <a:gd name="connsiteX2" fmla="*/ 4439 w 4123786"/>
              <a:gd name="connsiteY2" fmla="*/ 7844441 h 10695515"/>
              <a:gd name="connsiteX3" fmla="*/ 12582 w 4123786"/>
              <a:gd name="connsiteY3" fmla="*/ 7790887 h 10695515"/>
              <a:gd name="connsiteX4" fmla="*/ 20085 w 4123786"/>
              <a:gd name="connsiteY4" fmla="*/ 7712540 h 10695515"/>
              <a:gd name="connsiteX5" fmla="*/ 28081 w 4123786"/>
              <a:gd name="connsiteY5" fmla="*/ 7658609 h 10695515"/>
              <a:gd name="connsiteX6" fmla="*/ 30530 w 4123786"/>
              <a:gd name="connsiteY6" fmla="*/ 7648210 h 10695515"/>
              <a:gd name="connsiteX7" fmla="*/ 30530 w 4123786"/>
              <a:gd name="connsiteY7" fmla="*/ 7295316 h 10695515"/>
              <a:gd name="connsiteX8" fmla="*/ 27793 w 4123786"/>
              <a:gd name="connsiteY8" fmla="*/ 7269284 h 10695515"/>
              <a:gd name="connsiteX9" fmla="*/ 30530 w 4123786"/>
              <a:gd name="connsiteY9" fmla="*/ 7181458 h 10695515"/>
              <a:gd name="connsiteX10" fmla="*/ 26802 w 4123786"/>
              <a:gd name="connsiteY10" fmla="*/ 7168704 h 10695515"/>
              <a:gd name="connsiteX11" fmla="*/ 30530 w 4123786"/>
              <a:gd name="connsiteY11" fmla="*/ 7082840 h 10695515"/>
              <a:gd name="connsiteX12" fmla="*/ 27363 w 4123786"/>
              <a:gd name="connsiteY12" fmla="*/ 6988764 h 10695515"/>
              <a:gd name="connsiteX13" fmla="*/ 18853 w 4123786"/>
              <a:gd name="connsiteY13" fmla="*/ 6981739 h 10695515"/>
              <a:gd name="connsiteX14" fmla="*/ 18106 w 4123786"/>
              <a:gd name="connsiteY14" fmla="*/ 6961107 h 10695515"/>
              <a:gd name="connsiteX15" fmla="*/ 18269 w 4123786"/>
              <a:gd name="connsiteY15" fmla="*/ 6928626 h 10695515"/>
              <a:gd name="connsiteX16" fmla="*/ 27200 w 4123786"/>
              <a:gd name="connsiteY16" fmla="*/ 6855869 h 10695515"/>
              <a:gd name="connsiteX17" fmla="*/ 21919 w 4123786"/>
              <a:gd name="connsiteY17" fmla="*/ 40543 h 10695515"/>
              <a:gd name="connsiteX18" fmla="*/ 47162 w 4123786"/>
              <a:gd name="connsiteY18" fmla="*/ 4670 h 10695515"/>
              <a:gd name="connsiteX19" fmla="*/ 68017 w 4123786"/>
              <a:gd name="connsiteY19" fmla="*/ 37 h 10695515"/>
              <a:gd name="connsiteX20" fmla="*/ 4090259 w 4123786"/>
              <a:gd name="connsiteY20" fmla="*/ 0 h 10695515"/>
              <a:gd name="connsiteX21" fmla="*/ 4123786 w 4123786"/>
              <a:gd name="connsiteY21" fmla="*/ 33528 h 10695515"/>
              <a:gd name="connsiteX22" fmla="*/ 4123786 w 4123786"/>
              <a:gd name="connsiteY22" fmla="*/ 2779490 h 10695515"/>
              <a:gd name="connsiteX23" fmla="*/ 4123785 w 4123786"/>
              <a:gd name="connsiteY23" fmla="*/ 2779492 h 10695515"/>
              <a:gd name="connsiteX24" fmla="*/ 4123785 w 4123786"/>
              <a:gd name="connsiteY24" fmla="*/ 3099544 h 10695515"/>
              <a:gd name="connsiteX25" fmla="*/ 4123785 w 4123786"/>
              <a:gd name="connsiteY25" fmla="*/ 4850102 h 10695515"/>
              <a:gd name="connsiteX26" fmla="*/ 4123785 w 4123786"/>
              <a:gd name="connsiteY26" fmla="*/ 10662081 h 10695515"/>
              <a:gd name="connsiteX27" fmla="*/ 4090258 w 4123786"/>
              <a:gd name="connsiteY27" fmla="*/ 10695514 h 10695515"/>
              <a:gd name="connsiteX28" fmla="*/ 4072751 w 4123786"/>
              <a:gd name="connsiteY28" fmla="*/ 10695514 h 10695515"/>
              <a:gd name="connsiteX29" fmla="*/ 4072751 w 4123786"/>
              <a:gd name="connsiteY29" fmla="*/ 10695515 h 10695515"/>
              <a:gd name="connsiteX30" fmla="*/ 68003 w 4123786"/>
              <a:gd name="connsiteY30" fmla="*/ 10695515 h 10695515"/>
              <a:gd name="connsiteX31" fmla="*/ 30530 w 4123786"/>
              <a:gd name="connsiteY31" fmla="*/ 10659953 h 10695515"/>
              <a:gd name="connsiteX32" fmla="*/ 30530 w 4123786"/>
              <a:gd name="connsiteY32" fmla="*/ 9043781 h 10695515"/>
              <a:gd name="connsiteX33" fmla="*/ 19986 w 4123786"/>
              <a:gd name="connsiteY33" fmla="*/ 8991028 h 10695515"/>
              <a:gd name="connsiteX34" fmla="*/ 30530 w 4123786"/>
              <a:gd name="connsiteY34" fmla="*/ 8936768 h 10695515"/>
              <a:gd name="connsiteX35" fmla="*/ 30530 w 4123786"/>
              <a:gd name="connsiteY35" fmla="*/ 8213677 h 10695515"/>
              <a:gd name="connsiteX36" fmla="*/ 30530 w 4123786"/>
              <a:gd name="connsiteY36" fmla="*/ 8117697 h 10695515"/>
              <a:gd name="connsiteX37" fmla="*/ 19292 w 4123786"/>
              <a:gd name="connsiteY37" fmla="*/ 8064088 h 10695515"/>
              <a:gd name="connsiteX38" fmla="*/ 6414 w 4123786"/>
              <a:gd name="connsiteY38" fmla="*/ 8009276 h 10695515"/>
              <a:gd name="connsiteX39" fmla="*/ 862 w 4123786"/>
              <a:gd name="connsiteY39" fmla="*/ 7956458 h 10695515"/>
              <a:gd name="connsiteX40" fmla="*/ 0 w 4123786"/>
              <a:gd name="connsiteY40" fmla="*/ 7915797 h 10695515"/>
              <a:gd name="connsiteX0" fmla="*/ 0 w 4123786"/>
              <a:gd name="connsiteY0" fmla="*/ 7915797 h 10695515"/>
              <a:gd name="connsiteX1" fmla="*/ 7600 w 4123786"/>
              <a:gd name="connsiteY1" fmla="*/ 7873197 h 10695515"/>
              <a:gd name="connsiteX2" fmla="*/ 4439 w 4123786"/>
              <a:gd name="connsiteY2" fmla="*/ 7844441 h 10695515"/>
              <a:gd name="connsiteX3" fmla="*/ 12582 w 4123786"/>
              <a:gd name="connsiteY3" fmla="*/ 7790887 h 10695515"/>
              <a:gd name="connsiteX4" fmla="*/ 20085 w 4123786"/>
              <a:gd name="connsiteY4" fmla="*/ 7712540 h 10695515"/>
              <a:gd name="connsiteX5" fmla="*/ 28081 w 4123786"/>
              <a:gd name="connsiteY5" fmla="*/ 7658609 h 10695515"/>
              <a:gd name="connsiteX6" fmla="*/ 30530 w 4123786"/>
              <a:gd name="connsiteY6" fmla="*/ 7648210 h 10695515"/>
              <a:gd name="connsiteX7" fmla="*/ 30530 w 4123786"/>
              <a:gd name="connsiteY7" fmla="*/ 7295316 h 10695515"/>
              <a:gd name="connsiteX8" fmla="*/ 27793 w 4123786"/>
              <a:gd name="connsiteY8" fmla="*/ 7269284 h 10695515"/>
              <a:gd name="connsiteX9" fmla="*/ 30530 w 4123786"/>
              <a:gd name="connsiteY9" fmla="*/ 7181458 h 10695515"/>
              <a:gd name="connsiteX10" fmla="*/ 26802 w 4123786"/>
              <a:gd name="connsiteY10" fmla="*/ 7168704 h 10695515"/>
              <a:gd name="connsiteX11" fmla="*/ 30530 w 4123786"/>
              <a:gd name="connsiteY11" fmla="*/ 7082840 h 10695515"/>
              <a:gd name="connsiteX12" fmla="*/ 27363 w 4123786"/>
              <a:gd name="connsiteY12" fmla="*/ 6988764 h 10695515"/>
              <a:gd name="connsiteX13" fmla="*/ 18853 w 4123786"/>
              <a:gd name="connsiteY13" fmla="*/ 6981739 h 10695515"/>
              <a:gd name="connsiteX14" fmla="*/ 18106 w 4123786"/>
              <a:gd name="connsiteY14" fmla="*/ 6961107 h 10695515"/>
              <a:gd name="connsiteX15" fmla="*/ 18269 w 4123786"/>
              <a:gd name="connsiteY15" fmla="*/ 6928626 h 10695515"/>
              <a:gd name="connsiteX16" fmla="*/ 27200 w 4123786"/>
              <a:gd name="connsiteY16" fmla="*/ 6855869 h 10695515"/>
              <a:gd name="connsiteX17" fmla="*/ 21919 w 4123786"/>
              <a:gd name="connsiteY17" fmla="*/ 40543 h 10695515"/>
              <a:gd name="connsiteX18" fmla="*/ 47162 w 4123786"/>
              <a:gd name="connsiteY18" fmla="*/ 4670 h 10695515"/>
              <a:gd name="connsiteX19" fmla="*/ 68017 w 4123786"/>
              <a:gd name="connsiteY19" fmla="*/ 37 h 10695515"/>
              <a:gd name="connsiteX20" fmla="*/ 4090259 w 4123786"/>
              <a:gd name="connsiteY20" fmla="*/ 0 h 10695515"/>
              <a:gd name="connsiteX21" fmla="*/ 4123786 w 4123786"/>
              <a:gd name="connsiteY21" fmla="*/ 33528 h 10695515"/>
              <a:gd name="connsiteX22" fmla="*/ 4123786 w 4123786"/>
              <a:gd name="connsiteY22" fmla="*/ 2779490 h 10695515"/>
              <a:gd name="connsiteX23" fmla="*/ 4123785 w 4123786"/>
              <a:gd name="connsiteY23" fmla="*/ 3099544 h 10695515"/>
              <a:gd name="connsiteX24" fmla="*/ 4123785 w 4123786"/>
              <a:gd name="connsiteY24" fmla="*/ 4850102 h 10695515"/>
              <a:gd name="connsiteX25" fmla="*/ 4123785 w 4123786"/>
              <a:gd name="connsiteY25" fmla="*/ 10662081 h 10695515"/>
              <a:gd name="connsiteX26" fmla="*/ 4090258 w 4123786"/>
              <a:gd name="connsiteY26" fmla="*/ 10695514 h 10695515"/>
              <a:gd name="connsiteX27" fmla="*/ 4072751 w 4123786"/>
              <a:gd name="connsiteY27" fmla="*/ 10695514 h 10695515"/>
              <a:gd name="connsiteX28" fmla="*/ 4072751 w 4123786"/>
              <a:gd name="connsiteY28" fmla="*/ 10695515 h 10695515"/>
              <a:gd name="connsiteX29" fmla="*/ 68003 w 4123786"/>
              <a:gd name="connsiteY29" fmla="*/ 10695515 h 10695515"/>
              <a:gd name="connsiteX30" fmla="*/ 30530 w 4123786"/>
              <a:gd name="connsiteY30" fmla="*/ 10659953 h 10695515"/>
              <a:gd name="connsiteX31" fmla="*/ 30530 w 4123786"/>
              <a:gd name="connsiteY31" fmla="*/ 9043781 h 10695515"/>
              <a:gd name="connsiteX32" fmla="*/ 19986 w 4123786"/>
              <a:gd name="connsiteY32" fmla="*/ 8991028 h 10695515"/>
              <a:gd name="connsiteX33" fmla="*/ 30530 w 4123786"/>
              <a:gd name="connsiteY33" fmla="*/ 8936768 h 10695515"/>
              <a:gd name="connsiteX34" fmla="*/ 30530 w 4123786"/>
              <a:gd name="connsiteY34" fmla="*/ 8213677 h 10695515"/>
              <a:gd name="connsiteX35" fmla="*/ 30530 w 4123786"/>
              <a:gd name="connsiteY35" fmla="*/ 8117697 h 10695515"/>
              <a:gd name="connsiteX36" fmla="*/ 19292 w 4123786"/>
              <a:gd name="connsiteY36" fmla="*/ 8064088 h 10695515"/>
              <a:gd name="connsiteX37" fmla="*/ 6414 w 4123786"/>
              <a:gd name="connsiteY37" fmla="*/ 8009276 h 10695515"/>
              <a:gd name="connsiteX38" fmla="*/ 862 w 4123786"/>
              <a:gd name="connsiteY38" fmla="*/ 7956458 h 10695515"/>
              <a:gd name="connsiteX39" fmla="*/ 0 w 4123786"/>
              <a:gd name="connsiteY39" fmla="*/ 7915797 h 10695515"/>
              <a:gd name="connsiteX0" fmla="*/ 0 w 4123786"/>
              <a:gd name="connsiteY0" fmla="*/ 7915797 h 10695515"/>
              <a:gd name="connsiteX1" fmla="*/ 7600 w 4123786"/>
              <a:gd name="connsiteY1" fmla="*/ 7873197 h 10695515"/>
              <a:gd name="connsiteX2" fmla="*/ 4439 w 4123786"/>
              <a:gd name="connsiteY2" fmla="*/ 7844441 h 10695515"/>
              <a:gd name="connsiteX3" fmla="*/ 12582 w 4123786"/>
              <a:gd name="connsiteY3" fmla="*/ 7790887 h 10695515"/>
              <a:gd name="connsiteX4" fmla="*/ 20085 w 4123786"/>
              <a:gd name="connsiteY4" fmla="*/ 7712540 h 10695515"/>
              <a:gd name="connsiteX5" fmla="*/ 28081 w 4123786"/>
              <a:gd name="connsiteY5" fmla="*/ 7658609 h 10695515"/>
              <a:gd name="connsiteX6" fmla="*/ 30530 w 4123786"/>
              <a:gd name="connsiteY6" fmla="*/ 7648210 h 10695515"/>
              <a:gd name="connsiteX7" fmla="*/ 30530 w 4123786"/>
              <a:gd name="connsiteY7" fmla="*/ 7295316 h 10695515"/>
              <a:gd name="connsiteX8" fmla="*/ 27793 w 4123786"/>
              <a:gd name="connsiteY8" fmla="*/ 7269284 h 10695515"/>
              <a:gd name="connsiteX9" fmla="*/ 30530 w 4123786"/>
              <a:gd name="connsiteY9" fmla="*/ 7181458 h 10695515"/>
              <a:gd name="connsiteX10" fmla="*/ 26802 w 4123786"/>
              <a:gd name="connsiteY10" fmla="*/ 7168704 h 10695515"/>
              <a:gd name="connsiteX11" fmla="*/ 30530 w 4123786"/>
              <a:gd name="connsiteY11" fmla="*/ 7082840 h 10695515"/>
              <a:gd name="connsiteX12" fmla="*/ 27363 w 4123786"/>
              <a:gd name="connsiteY12" fmla="*/ 6988764 h 10695515"/>
              <a:gd name="connsiteX13" fmla="*/ 18853 w 4123786"/>
              <a:gd name="connsiteY13" fmla="*/ 6981739 h 10695515"/>
              <a:gd name="connsiteX14" fmla="*/ 18106 w 4123786"/>
              <a:gd name="connsiteY14" fmla="*/ 6961107 h 10695515"/>
              <a:gd name="connsiteX15" fmla="*/ 18269 w 4123786"/>
              <a:gd name="connsiteY15" fmla="*/ 6928626 h 10695515"/>
              <a:gd name="connsiteX16" fmla="*/ 27200 w 4123786"/>
              <a:gd name="connsiteY16" fmla="*/ 6855869 h 10695515"/>
              <a:gd name="connsiteX17" fmla="*/ 21919 w 4123786"/>
              <a:gd name="connsiteY17" fmla="*/ 40543 h 10695515"/>
              <a:gd name="connsiteX18" fmla="*/ 47162 w 4123786"/>
              <a:gd name="connsiteY18" fmla="*/ 4670 h 10695515"/>
              <a:gd name="connsiteX19" fmla="*/ 68017 w 4123786"/>
              <a:gd name="connsiteY19" fmla="*/ 37 h 10695515"/>
              <a:gd name="connsiteX20" fmla="*/ 4090259 w 4123786"/>
              <a:gd name="connsiteY20" fmla="*/ 0 h 10695515"/>
              <a:gd name="connsiteX21" fmla="*/ 4123786 w 4123786"/>
              <a:gd name="connsiteY21" fmla="*/ 33528 h 10695515"/>
              <a:gd name="connsiteX22" fmla="*/ 4123785 w 4123786"/>
              <a:gd name="connsiteY22" fmla="*/ 3099544 h 10695515"/>
              <a:gd name="connsiteX23" fmla="*/ 4123785 w 4123786"/>
              <a:gd name="connsiteY23" fmla="*/ 4850102 h 10695515"/>
              <a:gd name="connsiteX24" fmla="*/ 4123785 w 4123786"/>
              <a:gd name="connsiteY24" fmla="*/ 10662081 h 10695515"/>
              <a:gd name="connsiteX25" fmla="*/ 4090258 w 4123786"/>
              <a:gd name="connsiteY25" fmla="*/ 10695514 h 10695515"/>
              <a:gd name="connsiteX26" fmla="*/ 4072751 w 4123786"/>
              <a:gd name="connsiteY26" fmla="*/ 10695514 h 10695515"/>
              <a:gd name="connsiteX27" fmla="*/ 4072751 w 4123786"/>
              <a:gd name="connsiteY27" fmla="*/ 10695515 h 10695515"/>
              <a:gd name="connsiteX28" fmla="*/ 68003 w 4123786"/>
              <a:gd name="connsiteY28" fmla="*/ 10695515 h 10695515"/>
              <a:gd name="connsiteX29" fmla="*/ 30530 w 4123786"/>
              <a:gd name="connsiteY29" fmla="*/ 10659953 h 10695515"/>
              <a:gd name="connsiteX30" fmla="*/ 30530 w 4123786"/>
              <a:gd name="connsiteY30" fmla="*/ 9043781 h 10695515"/>
              <a:gd name="connsiteX31" fmla="*/ 19986 w 4123786"/>
              <a:gd name="connsiteY31" fmla="*/ 8991028 h 10695515"/>
              <a:gd name="connsiteX32" fmla="*/ 30530 w 4123786"/>
              <a:gd name="connsiteY32" fmla="*/ 8936768 h 10695515"/>
              <a:gd name="connsiteX33" fmla="*/ 30530 w 4123786"/>
              <a:gd name="connsiteY33" fmla="*/ 8213677 h 10695515"/>
              <a:gd name="connsiteX34" fmla="*/ 30530 w 4123786"/>
              <a:gd name="connsiteY34" fmla="*/ 8117697 h 10695515"/>
              <a:gd name="connsiteX35" fmla="*/ 19292 w 4123786"/>
              <a:gd name="connsiteY35" fmla="*/ 8064088 h 10695515"/>
              <a:gd name="connsiteX36" fmla="*/ 6414 w 4123786"/>
              <a:gd name="connsiteY36" fmla="*/ 8009276 h 10695515"/>
              <a:gd name="connsiteX37" fmla="*/ 862 w 4123786"/>
              <a:gd name="connsiteY37" fmla="*/ 7956458 h 10695515"/>
              <a:gd name="connsiteX38" fmla="*/ 0 w 4123786"/>
              <a:gd name="connsiteY38" fmla="*/ 7915797 h 10695515"/>
              <a:gd name="connsiteX0" fmla="*/ 0 w 4126269"/>
              <a:gd name="connsiteY0" fmla="*/ 7915797 h 10695515"/>
              <a:gd name="connsiteX1" fmla="*/ 7600 w 4126269"/>
              <a:gd name="connsiteY1" fmla="*/ 7873197 h 10695515"/>
              <a:gd name="connsiteX2" fmla="*/ 4439 w 4126269"/>
              <a:gd name="connsiteY2" fmla="*/ 7844441 h 10695515"/>
              <a:gd name="connsiteX3" fmla="*/ 12582 w 4126269"/>
              <a:gd name="connsiteY3" fmla="*/ 7790887 h 10695515"/>
              <a:gd name="connsiteX4" fmla="*/ 20085 w 4126269"/>
              <a:gd name="connsiteY4" fmla="*/ 7712540 h 10695515"/>
              <a:gd name="connsiteX5" fmla="*/ 28081 w 4126269"/>
              <a:gd name="connsiteY5" fmla="*/ 7658609 h 10695515"/>
              <a:gd name="connsiteX6" fmla="*/ 30530 w 4126269"/>
              <a:gd name="connsiteY6" fmla="*/ 7648210 h 10695515"/>
              <a:gd name="connsiteX7" fmla="*/ 30530 w 4126269"/>
              <a:gd name="connsiteY7" fmla="*/ 7295316 h 10695515"/>
              <a:gd name="connsiteX8" fmla="*/ 27793 w 4126269"/>
              <a:gd name="connsiteY8" fmla="*/ 7269284 h 10695515"/>
              <a:gd name="connsiteX9" fmla="*/ 30530 w 4126269"/>
              <a:gd name="connsiteY9" fmla="*/ 7181458 h 10695515"/>
              <a:gd name="connsiteX10" fmla="*/ 26802 w 4126269"/>
              <a:gd name="connsiteY10" fmla="*/ 7168704 h 10695515"/>
              <a:gd name="connsiteX11" fmla="*/ 30530 w 4126269"/>
              <a:gd name="connsiteY11" fmla="*/ 7082840 h 10695515"/>
              <a:gd name="connsiteX12" fmla="*/ 27363 w 4126269"/>
              <a:gd name="connsiteY12" fmla="*/ 6988764 h 10695515"/>
              <a:gd name="connsiteX13" fmla="*/ 18853 w 4126269"/>
              <a:gd name="connsiteY13" fmla="*/ 6981739 h 10695515"/>
              <a:gd name="connsiteX14" fmla="*/ 18106 w 4126269"/>
              <a:gd name="connsiteY14" fmla="*/ 6961107 h 10695515"/>
              <a:gd name="connsiteX15" fmla="*/ 18269 w 4126269"/>
              <a:gd name="connsiteY15" fmla="*/ 6928626 h 10695515"/>
              <a:gd name="connsiteX16" fmla="*/ 27200 w 4126269"/>
              <a:gd name="connsiteY16" fmla="*/ 6855869 h 10695515"/>
              <a:gd name="connsiteX17" fmla="*/ 21919 w 4126269"/>
              <a:gd name="connsiteY17" fmla="*/ 40543 h 10695515"/>
              <a:gd name="connsiteX18" fmla="*/ 47162 w 4126269"/>
              <a:gd name="connsiteY18" fmla="*/ 4670 h 10695515"/>
              <a:gd name="connsiteX19" fmla="*/ 68017 w 4126269"/>
              <a:gd name="connsiteY19" fmla="*/ 37 h 10695515"/>
              <a:gd name="connsiteX20" fmla="*/ 4090259 w 4126269"/>
              <a:gd name="connsiteY20" fmla="*/ 0 h 10695515"/>
              <a:gd name="connsiteX21" fmla="*/ 4123786 w 4126269"/>
              <a:gd name="connsiteY21" fmla="*/ 33528 h 10695515"/>
              <a:gd name="connsiteX22" fmla="*/ 4123785 w 4126269"/>
              <a:gd name="connsiteY22" fmla="*/ 4850102 h 10695515"/>
              <a:gd name="connsiteX23" fmla="*/ 4123785 w 4126269"/>
              <a:gd name="connsiteY23" fmla="*/ 10662081 h 10695515"/>
              <a:gd name="connsiteX24" fmla="*/ 4090258 w 4126269"/>
              <a:gd name="connsiteY24" fmla="*/ 10695514 h 10695515"/>
              <a:gd name="connsiteX25" fmla="*/ 4072751 w 4126269"/>
              <a:gd name="connsiteY25" fmla="*/ 10695514 h 10695515"/>
              <a:gd name="connsiteX26" fmla="*/ 4072751 w 4126269"/>
              <a:gd name="connsiteY26" fmla="*/ 10695515 h 10695515"/>
              <a:gd name="connsiteX27" fmla="*/ 68003 w 4126269"/>
              <a:gd name="connsiteY27" fmla="*/ 10695515 h 10695515"/>
              <a:gd name="connsiteX28" fmla="*/ 30530 w 4126269"/>
              <a:gd name="connsiteY28" fmla="*/ 10659953 h 10695515"/>
              <a:gd name="connsiteX29" fmla="*/ 30530 w 4126269"/>
              <a:gd name="connsiteY29" fmla="*/ 9043781 h 10695515"/>
              <a:gd name="connsiteX30" fmla="*/ 19986 w 4126269"/>
              <a:gd name="connsiteY30" fmla="*/ 8991028 h 10695515"/>
              <a:gd name="connsiteX31" fmla="*/ 30530 w 4126269"/>
              <a:gd name="connsiteY31" fmla="*/ 8936768 h 10695515"/>
              <a:gd name="connsiteX32" fmla="*/ 30530 w 4126269"/>
              <a:gd name="connsiteY32" fmla="*/ 8213677 h 10695515"/>
              <a:gd name="connsiteX33" fmla="*/ 30530 w 4126269"/>
              <a:gd name="connsiteY33" fmla="*/ 8117697 h 10695515"/>
              <a:gd name="connsiteX34" fmla="*/ 19292 w 4126269"/>
              <a:gd name="connsiteY34" fmla="*/ 8064088 h 10695515"/>
              <a:gd name="connsiteX35" fmla="*/ 6414 w 4126269"/>
              <a:gd name="connsiteY35" fmla="*/ 8009276 h 10695515"/>
              <a:gd name="connsiteX36" fmla="*/ 862 w 4126269"/>
              <a:gd name="connsiteY36" fmla="*/ 7956458 h 10695515"/>
              <a:gd name="connsiteX37" fmla="*/ 0 w 4126269"/>
              <a:gd name="connsiteY37" fmla="*/ 7915797 h 10695515"/>
              <a:gd name="connsiteX0" fmla="*/ 0 w 4127976"/>
              <a:gd name="connsiteY0" fmla="*/ 7915797 h 10695515"/>
              <a:gd name="connsiteX1" fmla="*/ 7600 w 4127976"/>
              <a:gd name="connsiteY1" fmla="*/ 7873197 h 10695515"/>
              <a:gd name="connsiteX2" fmla="*/ 4439 w 4127976"/>
              <a:gd name="connsiteY2" fmla="*/ 7844441 h 10695515"/>
              <a:gd name="connsiteX3" fmla="*/ 12582 w 4127976"/>
              <a:gd name="connsiteY3" fmla="*/ 7790887 h 10695515"/>
              <a:gd name="connsiteX4" fmla="*/ 20085 w 4127976"/>
              <a:gd name="connsiteY4" fmla="*/ 7712540 h 10695515"/>
              <a:gd name="connsiteX5" fmla="*/ 28081 w 4127976"/>
              <a:gd name="connsiteY5" fmla="*/ 7658609 h 10695515"/>
              <a:gd name="connsiteX6" fmla="*/ 30530 w 4127976"/>
              <a:gd name="connsiteY6" fmla="*/ 7648210 h 10695515"/>
              <a:gd name="connsiteX7" fmla="*/ 30530 w 4127976"/>
              <a:gd name="connsiteY7" fmla="*/ 7295316 h 10695515"/>
              <a:gd name="connsiteX8" fmla="*/ 27793 w 4127976"/>
              <a:gd name="connsiteY8" fmla="*/ 7269284 h 10695515"/>
              <a:gd name="connsiteX9" fmla="*/ 30530 w 4127976"/>
              <a:gd name="connsiteY9" fmla="*/ 7181458 h 10695515"/>
              <a:gd name="connsiteX10" fmla="*/ 26802 w 4127976"/>
              <a:gd name="connsiteY10" fmla="*/ 7168704 h 10695515"/>
              <a:gd name="connsiteX11" fmla="*/ 30530 w 4127976"/>
              <a:gd name="connsiteY11" fmla="*/ 7082840 h 10695515"/>
              <a:gd name="connsiteX12" fmla="*/ 27363 w 4127976"/>
              <a:gd name="connsiteY12" fmla="*/ 6988764 h 10695515"/>
              <a:gd name="connsiteX13" fmla="*/ 18853 w 4127976"/>
              <a:gd name="connsiteY13" fmla="*/ 6981739 h 10695515"/>
              <a:gd name="connsiteX14" fmla="*/ 18106 w 4127976"/>
              <a:gd name="connsiteY14" fmla="*/ 6961107 h 10695515"/>
              <a:gd name="connsiteX15" fmla="*/ 18269 w 4127976"/>
              <a:gd name="connsiteY15" fmla="*/ 6928626 h 10695515"/>
              <a:gd name="connsiteX16" fmla="*/ 27200 w 4127976"/>
              <a:gd name="connsiteY16" fmla="*/ 6855869 h 10695515"/>
              <a:gd name="connsiteX17" fmla="*/ 21919 w 4127976"/>
              <a:gd name="connsiteY17" fmla="*/ 40543 h 10695515"/>
              <a:gd name="connsiteX18" fmla="*/ 47162 w 4127976"/>
              <a:gd name="connsiteY18" fmla="*/ 4670 h 10695515"/>
              <a:gd name="connsiteX19" fmla="*/ 68017 w 4127976"/>
              <a:gd name="connsiteY19" fmla="*/ 37 h 10695515"/>
              <a:gd name="connsiteX20" fmla="*/ 4090259 w 4127976"/>
              <a:gd name="connsiteY20" fmla="*/ 0 h 10695515"/>
              <a:gd name="connsiteX21" fmla="*/ 4123786 w 4127976"/>
              <a:gd name="connsiteY21" fmla="*/ 33528 h 10695515"/>
              <a:gd name="connsiteX22" fmla="*/ 4123785 w 4127976"/>
              <a:gd name="connsiteY22" fmla="*/ 10662081 h 10695515"/>
              <a:gd name="connsiteX23" fmla="*/ 4090258 w 4127976"/>
              <a:gd name="connsiteY23" fmla="*/ 10695514 h 10695515"/>
              <a:gd name="connsiteX24" fmla="*/ 4072751 w 4127976"/>
              <a:gd name="connsiteY24" fmla="*/ 10695514 h 10695515"/>
              <a:gd name="connsiteX25" fmla="*/ 4072751 w 4127976"/>
              <a:gd name="connsiteY25" fmla="*/ 10695515 h 10695515"/>
              <a:gd name="connsiteX26" fmla="*/ 68003 w 4127976"/>
              <a:gd name="connsiteY26" fmla="*/ 10695515 h 10695515"/>
              <a:gd name="connsiteX27" fmla="*/ 30530 w 4127976"/>
              <a:gd name="connsiteY27" fmla="*/ 10659953 h 10695515"/>
              <a:gd name="connsiteX28" fmla="*/ 30530 w 4127976"/>
              <a:gd name="connsiteY28" fmla="*/ 9043781 h 10695515"/>
              <a:gd name="connsiteX29" fmla="*/ 19986 w 4127976"/>
              <a:gd name="connsiteY29" fmla="*/ 8991028 h 10695515"/>
              <a:gd name="connsiteX30" fmla="*/ 30530 w 4127976"/>
              <a:gd name="connsiteY30" fmla="*/ 8936768 h 10695515"/>
              <a:gd name="connsiteX31" fmla="*/ 30530 w 4127976"/>
              <a:gd name="connsiteY31" fmla="*/ 8213677 h 10695515"/>
              <a:gd name="connsiteX32" fmla="*/ 30530 w 4127976"/>
              <a:gd name="connsiteY32" fmla="*/ 8117697 h 10695515"/>
              <a:gd name="connsiteX33" fmla="*/ 19292 w 4127976"/>
              <a:gd name="connsiteY33" fmla="*/ 8064088 h 10695515"/>
              <a:gd name="connsiteX34" fmla="*/ 6414 w 4127976"/>
              <a:gd name="connsiteY34" fmla="*/ 8009276 h 10695515"/>
              <a:gd name="connsiteX35" fmla="*/ 862 w 4127976"/>
              <a:gd name="connsiteY35" fmla="*/ 7956458 h 10695515"/>
              <a:gd name="connsiteX36" fmla="*/ 0 w 4127976"/>
              <a:gd name="connsiteY36" fmla="*/ 7915797 h 10695515"/>
              <a:gd name="connsiteX0" fmla="*/ 0 w 4127976"/>
              <a:gd name="connsiteY0" fmla="*/ 7915797 h 10695515"/>
              <a:gd name="connsiteX1" fmla="*/ 7600 w 4127976"/>
              <a:gd name="connsiteY1" fmla="*/ 7873197 h 10695515"/>
              <a:gd name="connsiteX2" fmla="*/ 4439 w 4127976"/>
              <a:gd name="connsiteY2" fmla="*/ 7844441 h 10695515"/>
              <a:gd name="connsiteX3" fmla="*/ 12582 w 4127976"/>
              <a:gd name="connsiteY3" fmla="*/ 7790887 h 10695515"/>
              <a:gd name="connsiteX4" fmla="*/ 20085 w 4127976"/>
              <a:gd name="connsiteY4" fmla="*/ 7712540 h 10695515"/>
              <a:gd name="connsiteX5" fmla="*/ 28081 w 4127976"/>
              <a:gd name="connsiteY5" fmla="*/ 7658609 h 10695515"/>
              <a:gd name="connsiteX6" fmla="*/ 30530 w 4127976"/>
              <a:gd name="connsiteY6" fmla="*/ 7648210 h 10695515"/>
              <a:gd name="connsiteX7" fmla="*/ 30530 w 4127976"/>
              <a:gd name="connsiteY7" fmla="*/ 7295316 h 10695515"/>
              <a:gd name="connsiteX8" fmla="*/ 27793 w 4127976"/>
              <a:gd name="connsiteY8" fmla="*/ 7269284 h 10695515"/>
              <a:gd name="connsiteX9" fmla="*/ 30530 w 4127976"/>
              <a:gd name="connsiteY9" fmla="*/ 7181458 h 10695515"/>
              <a:gd name="connsiteX10" fmla="*/ 26802 w 4127976"/>
              <a:gd name="connsiteY10" fmla="*/ 7168704 h 10695515"/>
              <a:gd name="connsiteX11" fmla="*/ 30530 w 4127976"/>
              <a:gd name="connsiteY11" fmla="*/ 7082840 h 10695515"/>
              <a:gd name="connsiteX12" fmla="*/ 27363 w 4127976"/>
              <a:gd name="connsiteY12" fmla="*/ 6988764 h 10695515"/>
              <a:gd name="connsiteX13" fmla="*/ 18853 w 4127976"/>
              <a:gd name="connsiteY13" fmla="*/ 6981739 h 10695515"/>
              <a:gd name="connsiteX14" fmla="*/ 18106 w 4127976"/>
              <a:gd name="connsiteY14" fmla="*/ 6961107 h 10695515"/>
              <a:gd name="connsiteX15" fmla="*/ 18269 w 4127976"/>
              <a:gd name="connsiteY15" fmla="*/ 6928626 h 10695515"/>
              <a:gd name="connsiteX16" fmla="*/ 21919 w 4127976"/>
              <a:gd name="connsiteY16" fmla="*/ 40543 h 10695515"/>
              <a:gd name="connsiteX17" fmla="*/ 47162 w 4127976"/>
              <a:gd name="connsiteY17" fmla="*/ 4670 h 10695515"/>
              <a:gd name="connsiteX18" fmla="*/ 68017 w 4127976"/>
              <a:gd name="connsiteY18" fmla="*/ 37 h 10695515"/>
              <a:gd name="connsiteX19" fmla="*/ 4090259 w 4127976"/>
              <a:gd name="connsiteY19" fmla="*/ 0 h 10695515"/>
              <a:gd name="connsiteX20" fmla="*/ 4123786 w 4127976"/>
              <a:gd name="connsiteY20" fmla="*/ 33528 h 10695515"/>
              <a:gd name="connsiteX21" fmla="*/ 4123785 w 4127976"/>
              <a:gd name="connsiteY21" fmla="*/ 10662081 h 10695515"/>
              <a:gd name="connsiteX22" fmla="*/ 4090258 w 4127976"/>
              <a:gd name="connsiteY22" fmla="*/ 10695514 h 10695515"/>
              <a:gd name="connsiteX23" fmla="*/ 4072751 w 4127976"/>
              <a:gd name="connsiteY23" fmla="*/ 10695514 h 10695515"/>
              <a:gd name="connsiteX24" fmla="*/ 4072751 w 4127976"/>
              <a:gd name="connsiteY24" fmla="*/ 10695515 h 10695515"/>
              <a:gd name="connsiteX25" fmla="*/ 68003 w 4127976"/>
              <a:gd name="connsiteY25" fmla="*/ 10695515 h 10695515"/>
              <a:gd name="connsiteX26" fmla="*/ 30530 w 4127976"/>
              <a:gd name="connsiteY26" fmla="*/ 10659953 h 10695515"/>
              <a:gd name="connsiteX27" fmla="*/ 30530 w 4127976"/>
              <a:gd name="connsiteY27" fmla="*/ 9043781 h 10695515"/>
              <a:gd name="connsiteX28" fmla="*/ 19986 w 4127976"/>
              <a:gd name="connsiteY28" fmla="*/ 8991028 h 10695515"/>
              <a:gd name="connsiteX29" fmla="*/ 30530 w 4127976"/>
              <a:gd name="connsiteY29" fmla="*/ 8936768 h 10695515"/>
              <a:gd name="connsiteX30" fmla="*/ 30530 w 4127976"/>
              <a:gd name="connsiteY30" fmla="*/ 8213677 h 10695515"/>
              <a:gd name="connsiteX31" fmla="*/ 30530 w 4127976"/>
              <a:gd name="connsiteY31" fmla="*/ 8117697 h 10695515"/>
              <a:gd name="connsiteX32" fmla="*/ 19292 w 4127976"/>
              <a:gd name="connsiteY32" fmla="*/ 8064088 h 10695515"/>
              <a:gd name="connsiteX33" fmla="*/ 6414 w 4127976"/>
              <a:gd name="connsiteY33" fmla="*/ 8009276 h 10695515"/>
              <a:gd name="connsiteX34" fmla="*/ 862 w 4127976"/>
              <a:gd name="connsiteY34" fmla="*/ 7956458 h 10695515"/>
              <a:gd name="connsiteX35" fmla="*/ 0 w 4127976"/>
              <a:gd name="connsiteY35" fmla="*/ 7915797 h 10695515"/>
              <a:gd name="connsiteX0" fmla="*/ 0 w 4127976"/>
              <a:gd name="connsiteY0" fmla="*/ 7915797 h 10695515"/>
              <a:gd name="connsiteX1" fmla="*/ 7600 w 4127976"/>
              <a:gd name="connsiteY1" fmla="*/ 7873197 h 10695515"/>
              <a:gd name="connsiteX2" fmla="*/ 4439 w 4127976"/>
              <a:gd name="connsiteY2" fmla="*/ 7844441 h 10695515"/>
              <a:gd name="connsiteX3" fmla="*/ 12582 w 4127976"/>
              <a:gd name="connsiteY3" fmla="*/ 7790887 h 10695515"/>
              <a:gd name="connsiteX4" fmla="*/ 20085 w 4127976"/>
              <a:gd name="connsiteY4" fmla="*/ 7712540 h 10695515"/>
              <a:gd name="connsiteX5" fmla="*/ 28081 w 4127976"/>
              <a:gd name="connsiteY5" fmla="*/ 7658609 h 10695515"/>
              <a:gd name="connsiteX6" fmla="*/ 30530 w 4127976"/>
              <a:gd name="connsiteY6" fmla="*/ 7648210 h 10695515"/>
              <a:gd name="connsiteX7" fmla="*/ 30530 w 4127976"/>
              <a:gd name="connsiteY7" fmla="*/ 7295316 h 10695515"/>
              <a:gd name="connsiteX8" fmla="*/ 27793 w 4127976"/>
              <a:gd name="connsiteY8" fmla="*/ 7269284 h 10695515"/>
              <a:gd name="connsiteX9" fmla="*/ 30530 w 4127976"/>
              <a:gd name="connsiteY9" fmla="*/ 7181458 h 10695515"/>
              <a:gd name="connsiteX10" fmla="*/ 26802 w 4127976"/>
              <a:gd name="connsiteY10" fmla="*/ 7168704 h 10695515"/>
              <a:gd name="connsiteX11" fmla="*/ 30530 w 4127976"/>
              <a:gd name="connsiteY11" fmla="*/ 7082840 h 10695515"/>
              <a:gd name="connsiteX12" fmla="*/ 27363 w 4127976"/>
              <a:gd name="connsiteY12" fmla="*/ 6988764 h 10695515"/>
              <a:gd name="connsiteX13" fmla="*/ 18853 w 4127976"/>
              <a:gd name="connsiteY13" fmla="*/ 6981739 h 10695515"/>
              <a:gd name="connsiteX14" fmla="*/ 18106 w 4127976"/>
              <a:gd name="connsiteY14" fmla="*/ 6961107 h 10695515"/>
              <a:gd name="connsiteX15" fmla="*/ 21919 w 4127976"/>
              <a:gd name="connsiteY15" fmla="*/ 40543 h 10695515"/>
              <a:gd name="connsiteX16" fmla="*/ 47162 w 4127976"/>
              <a:gd name="connsiteY16" fmla="*/ 4670 h 10695515"/>
              <a:gd name="connsiteX17" fmla="*/ 68017 w 4127976"/>
              <a:gd name="connsiteY17" fmla="*/ 37 h 10695515"/>
              <a:gd name="connsiteX18" fmla="*/ 4090259 w 4127976"/>
              <a:gd name="connsiteY18" fmla="*/ 0 h 10695515"/>
              <a:gd name="connsiteX19" fmla="*/ 4123786 w 4127976"/>
              <a:gd name="connsiteY19" fmla="*/ 33528 h 10695515"/>
              <a:gd name="connsiteX20" fmla="*/ 4123785 w 4127976"/>
              <a:gd name="connsiteY20" fmla="*/ 10662081 h 10695515"/>
              <a:gd name="connsiteX21" fmla="*/ 4090258 w 4127976"/>
              <a:gd name="connsiteY21" fmla="*/ 10695514 h 10695515"/>
              <a:gd name="connsiteX22" fmla="*/ 4072751 w 4127976"/>
              <a:gd name="connsiteY22" fmla="*/ 10695514 h 10695515"/>
              <a:gd name="connsiteX23" fmla="*/ 4072751 w 4127976"/>
              <a:gd name="connsiteY23" fmla="*/ 10695515 h 10695515"/>
              <a:gd name="connsiteX24" fmla="*/ 68003 w 4127976"/>
              <a:gd name="connsiteY24" fmla="*/ 10695515 h 10695515"/>
              <a:gd name="connsiteX25" fmla="*/ 30530 w 4127976"/>
              <a:gd name="connsiteY25" fmla="*/ 10659953 h 10695515"/>
              <a:gd name="connsiteX26" fmla="*/ 30530 w 4127976"/>
              <a:gd name="connsiteY26" fmla="*/ 9043781 h 10695515"/>
              <a:gd name="connsiteX27" fmla="*/ 19986 w 4127976"/>
              <a:gd name="connsiteY27" fmla="*/ 8991028 h 10695515"/>
              <a:gd name="connsiteX28" fmla="*/ 30530 w 4127976"/>
              <a:gd name="connsiteY28" fmla="*/ 8936768 h 10695515"/>
              <a:gd name="connsiteX29" fmla="*/ 30530 w 4127976"/>
              <a:gd name="connsiteY29" fmla="*/ 8213677 h 10695515"/>
              <a:gd name="connsiteX30" fmla="*/ 30530 w 4127976"/>
              <a:gd name="connsiteY30" fmla="*/ 8117697 h 10695515"/>
              <a:gd name="connsiteX31" fmla="*/ 19292 w 4127976"/>
              <a:gd name="connsiteY31" fmla="*/ 8064088 h 10695515"/>
              <a:gd name="connsiteX32" fmla="*/ 6414 w 4127976"/>
              <a:gd name="connsiteY32" fmla="*/ 8009276 h 10695515"/>
              <a:gd name="connsiteX33" fmla="*/ 862 w 4127976"/>
              <a:gd name="connsiteY33" fmla="*/ 7956458 h 10695515"/>
              <a:gd name="connsiteX34" fmla="*/ 0 w 4127976"/>
              <a:gd name="connsiteY34" fmla="*/ 7915797 h 10695515"/>
              <a:gd name="connsiteX0" fmla="*/ 0 w 4127976"/>
              <a:gd name="connsiteY0" fmla="*/ 7915797 h 10695515"/>
              <a:gd name="connsiteX1" fmla="*/ 7600 w 4127976"/>
              <a:gd name="connsiteY1" fmla="*/ 7873197 h 10695515"/>
              <a:gd name="connsiteX2" fmla="*/ 4439 w 4127976"/>
              <a:gd name="connsiteY2" fmla="*/ 7844441 h 10695515"/>
              <a:gd name="connsiteX3" fmla="*/ 12582 w 4127976"/>
              <a:gd name="connsiteY3" fmla="*/ 7790887 h 10695515"/>
              <a:gd name="connsiteX4" fmla="*/ 20085 w 4127976"/>
              <a:gd name="connsiteY4" fmla="*/ 7712540 h 10695515"/>
              <a:gd name="connsiteX5" fmla="*/ 28081 w 4127976"/>
              <a:gd name="connsiteY5" fmla="*/ 7658609 h 10695515"/>
              <a:gd name="connsiteX6" fmla="*/ 30530 w 4127976"/>
              <a:gd name="connsiteY6" fmla="*/ 7648210 h 10695515"/>
              <a:gd name="connsiteX7" fmla="*/ 30530 w 4127976"/>
              <a:gd name="connsiteY7" fmla="*/ 7295316 h 10695515"/>
              <a:gd name="connsiteX8" fmla="*/ 27793 w 4127976"/>
              <a:gd name="connsiteY8" fmla="*/ 7269284 h 10695515"/>
              <a:gd name="connsiteX9" fmla="*/ 30530 w 4127976"/>
              <a:gd name="connsiteY9" fmla="*/ 7181458 h 10695515"/>
              <a:gd name="connsiteX10" fmla="*/ 26802 w 4127976"/>
              <a:gd name="connsiteY10" fmla="*/ 7168704 h 10695515"/>
              <a:gd name="connsiteX11" fmla="*/ 30530 w 4127976"/>
              <a:gd name="connsiteY11" fmla="*/ 7082840 h 10695515"/>
              <a:gd name="connsiteX12" fmla="*/ 27363 w 4127976"/>
              <a:gd name="connsiteY12" fmla="*/ 6988764 h 10695515"/>
              <a:gd name="connsiteX13" fmla="*/ 18853 w 4127976"/>
              <a:gd name="connsiteY13" fmla="*/ 6981739 h 10695515"/>
              <a:gd name="connsiteX14" fmla="*/ 21919 w 4127976"/>
              <a:gd name="connsiteY14" fmla="*/ 40543 h 10695515"/>
              <a:gd name="connsiteX15" fmla="*/ 47162 w 4127976"/>
              <a:gd name="connsiteY15" fmla="*/ 4670 h 10695515"/>
              <a:gd name="connsiteX16" fmla="*/ 68017 w 4127976"/>
              <a:gd name="connsiteY16" fmla="*/ 37 h 10695515"/>
              <a:gd name="connsiteX17" fmla="*/ 4090259 w 4127976"/>
              <a:gd name="connsiteY17" fmla="*/ 0 h 10695515"/>
              <a:gd name="connsiteX18" fmla="*/ 4123786 w 4127976"/>
              <a:gd name="connsiteY18" fmla="*/ 33528 h 10695515"/>
              <a:gd name="connsiteX19" fmla="*/ 4123785 w 4127976"/>
              <a:gd name="connsiteY19" fmla="*/ 10662081 h 10695515"/>
              <a:gd name="connsiteX20" fmla="*/ 4090258 w 4127976"/>
              <a:gd name="connsiteY20" fmla="*/ 10695514 h 10695515"/>
              <a:gd name="connsiteX21" fmla="*/ 4072751 w 4127976"/>
              <a:gd name="connsiteY21" fmla="*/ 10695514 h 10695515"/>
              <a:gd name="connsiteX22" fmla="*/ 4072751 w 4127976"/>
              <a:gd name="connsiteY22" fmla="*/ 10695515 h 10695515"/>
              <a:gd name="connsiteX23" fmla="*/ 68003 w 4127976"/>
              <a:gd name="connsiteY23" fmla="*/ 10695515 h 10695515"/>
              <a:gd name="connsiteX24" fmla="*/ 30530 w 4127976"/>
              <a:gd name="connsiteY24" fmla="*/ 10659953 h 10695515"/>
              <a:gd name="connsiteX25" fmla="*/ 30530 w 4127976"/>
              <a:gd name="connsiteY25" fmla="*/ 9043781 h 10695515"/>
              <a:gd name="connsiteX26" fmla="*/ 19986 w 4127976"/>
              <a:gd name="connsiteY26" fmla="*/ 8991028 h 10695515"/>
              <a:gd name="connsiteX27" fmla="*/ 30530 w 4127976"/>
              <a:gd name="connsiteY27" fmla="*/ 8936768 h 10695515"/>
              <a:gd name="connsiteX28" fmla="*/ 30530 w 4127976"/>
              <a:gd name="connsiteY28" fmla="*/ 8213677 h 10695515"/>
              <a:gd name="connsiteX29" fmla="*/ 30530 w 4127976"/>
              <a:gd name="connsiteY29" fmla="*/ 8117697 h 10695515"/>
              <a:gd name="connsiteX30" fmla="*/ 19292 w 4127976"/>
              <a:gd name="connsiteY30" fmla="*/ 8064088 h 10695515"/>
              <a:gd name="connsiteX31" fmla="*/ 6414 w 4127976"/>
              <a:gd name="connsiteY31" fmla="*/ 8009276 h 10695515"/>
              <a:gd name="connsiteX32" fmla="*/ 862 w 4127976"/>
              <a:gd name="connsiteY32" fmla="*/ 7956458 h 10695515"/>
              <a:gd name="connsiteX33" fmla="*/ 0 w 4127976"/>
              <a:gd name="connsiteY33" fmla="*/ 7915797 h 10695515"/>
              <a:gd name="connsiteX0" fmla="*/ 0 w 4127976"/>
              <a:gd name="connsiteY0" fmla="*/ 7915797 h 10695515"/>
              <a:gd name="connsiteX1" fmla="*/ 7600 w 4127976"/>
              <a:gd name="connsiteY1" fmla="*/ 7873197 h 10695515"/>
              <a:gd name="connsiteX2" fmla="*/ 4439 w 4127976"/>
              <a:gd name="connsiteY2" fmla="*/ 7844441 h 10695515"/>
              <a:gd name="connsiteX3" fmla="*/ 12582 w 4127976"/>
              <a:gd name="connsiteY3" fmla="*/ 7790887 h 10695515"/>
              <a:gd name="connsiteX4" fmla="*/ 20085 w 4127976"/>
              <a:gd name="connsiteY4" fmla="*/ 7712540 h 10695515"/>
              <a:gd name="connsiteX5" fmla="*/ 28081 w 4127976"/>
              <a:gd name="connsiteY5" fmla="*/ 7658609 h 10695515"/>
              <a:gd name="connsiteX6" fmla="*/ 30530 w 4127976"/>
              <a:gd name="connsiteY6" fmla="*/ 7648210 h 10695515"/>
              <a:gd name="connsiteX7" fmla="*/ 30530 w 4127976"/>
              <a:gd name="connsiteY7" fmla="*/ 7295316 h 10695515"/>
              <a:gd name="connsiteX8" fmla="*/ 27793 w 4127976"/>
              <a:gd name="connsiteY8" fmla="*/ 7269284 h 10695515"/>
              <a:gd name="connsiteX9" fmla="*/ 30530 w 4127976"/>
              <a:gd name="connsiteY9" fmla="*/ 7181458 h 10695515"/>
              <a:gd name="connsiteX10" fmla="*/ 26802 w 4127976"/>
              <a:gd name="connsiteY10" fmla="*/ 7168704 h 10695515"/>
              <a:gd name="connsiteX11" fmla="*/ 30530 w 4127976"/>
              <a:gd name="connsiteY11" fmla="*/ 7082840 h 10695515"/>
              <a:gd name="connsiteX12" fmla="*/ 27363 w 4127976"/>
              <a:gd name="connsiteY12" fmla="*/ 6988764 h 10695515"/>
              <a:gd name="connsiteX13" fmla="*/ 21919 w 4127976"/>
              <a:gd name="connsiteY13" fmla="*/ 40543 h 10695515"/>
              <a:gd name="connsiteX14" fmla="*/ 47162 w 4127976"/>
              <a:gd name="connsiteY14" fmla="*/ 4670 h 10695515"/>
              <a:gd name="connsiteX15" fmla="*/ 68017 w 4127976"/>
              <a:gd name="connsiteY15" fmla="*/ 37 h 10695515"/>
              <a:gd name="connsiteX16" fmla="*/ 4090259 w 4127976"/>
              <a:gd name="connsiteY16" fmla="*/ 0 h 10695515"/>
              <a:gd name="connsiteX17" fmla="*/ 4123786 w 4127976"/>
              <a:gd name="connsiteY17" fmla="*/ 33528 h 10695515"/>
              <a:gd name="connsiteX18" fmla="*/ 4123785 w 4127976"/>
              <a:gd name="connsiteY18" fmla="*/ 10662081 h 10695515"/>
              <a:gd name="connsiteX19" fmla="*/ 4090258 w 4127976"/>
              <a:gd name="connsiteY19" fmla="*/ 10695514 h 10695515"/>
              <a:gd name="connsiteX20" fmla="*/ 4072751 w 4127976"/>
              <a:gd name="connsiteY20" fmla="*/ 10695514 h 10695515"/>
              <a:gd name="connsiteX21" fmla="*/ 4072751 w 4127976"/>
              <a:gd name="connsiteY21" fmla="*/ 10695515 h 10695515"/>
              <a:gd name="connsiteX22" fmla="*/ 68003 w 4127976"/>
              <a:gd name="connsiteY22" fmla="*/ 10695515 h 10695515"/>
              <a:gd name="connsiteX23" fmla="*/ 30530 w 4127976"/>
              <a:gd name="connsiteY23" fmla="*/ 10659953 h 10695515"/>
              <a:gd name="connsiteX24" fmla="*/ 30530 w 4127976"/>
              <a:gd name="connsiteY24" fmla="*/ 9043781 h 10695515"/>
              <a:gd name="connsiteX25" fmla="*/ 19986 w 4127976"/>
              <a:gd name="connsiteY25" fmla="*/ 8991028 h 10695515"/>
              <a:gd name="connsiteX26" fmla="*/ 30530 w 4127976"/>
              <a:gd name="connsiteY26" fmla="*/ 8936768 h 10695515"/>
              <a:gd name="connsiteX27" fmla="*/ 30530 w 4127976"/>
              <a:gd name="connsiteY27" fmla="*/ 8213677 h 10695515"/>
              <a:gd name="connsiteX28" fmla="*/ 30530 w 4127976"/>
              <a:gd name="connsiteY28" fmla="*/ 8117697 h 10695515"/>
              <a:gd name="connsiteX29" fmla="*/ 19292 w 4127976"/>
              <a:gd name="connsiteY29" fmla="*/ 8064088 h 10695515"/>
              <a:gd name="connsiteX30" fmla="*/ 6414 w 4127976"/>
              <a:gd name="connsiteY30" fmla="*/ 8009276 h 10695515"/>
              <a:gd name="connsiteX31" fmla="*/ 862 w 4127976"/>
              <a:gd name="connsiteY31" fmla="*/ 7956458 h 10695515"/>
              <a:gd name="connsiteX32" fmla="*/ 0 w 4127976"/>
              <a:gd name="connsiteY32" fmla="*/ 7915797 h 10695515"/>
              <a:gd name="connsiteX0" fmla="*/ 0 w 4127976"/>
              <a:gd name="connsiteY0" fmla="*/ 7915797 h 10695515"/>
              <a:gd name="connsiteX1" fmla="*/ 7600 w 4127976"/>
              <a:gd name="connsiteY1" fmla="*/ 7873197 h 10695515"/>
              <a:gd name="connsiteX2" fmla="*/ 4439 w 4127976"/>
              <a:gd name="connsiteY2" fmla="*/ 7844441 h 10695515"/>
              <a:gd name="connsiteX3" fmla="*/ 12582 w 4127976"/>
              <a:gd name="connsiteY3" fmla="*/ 7790887 h 10695515"/>
              <a:gd name="connsiteX4" fmla="*/ 20085 w 4127976"/>
              <a:gd name="connsiteY4" fmla="*/ 7712540 h 10695515"/>
              <a:gd name="connsiteX5" fmla="*/ 28081 w 4127976"/>
              <a:gd name="connsiteY5" fmla="*/ 7658609 h 10695515"/>
              <a:gd name="connsiteX6" fmla="*/ 30530 w 4127976"/>
              <a:gd name="connsiteY6" fmla="*/ 7648210 h 10695515"/>
              <a:gd name="connsiteX7" fmla="*/ 30530 w 4127976"/>
              <a:gd name="connsiteY7" fmla="*/ 7295316 h 10695515"/>
              <a:gd name="connsiteX8" fmla="*/ 27793 w 4127976"/>
              <a:gd name="connsiteY8" fmla="*/ 7269284 h 10695515"/>
              <a:gd name="connsiteX9" fmla="*/ 30530 w 4127976"/>
              <a:gd name="connsiteY9" fmla="*/ 7181458 h 10695515"/>
              <a:gd name="connsiteX10" fmla="*/ 26802 w 4127976"/>
              <a:gd name="connsiteY10" fmla="*/ 7168704 h 10695515"/>
              <a:gd name="connsiteX11" fmla="*/ 30530 w 4127976"/>
              <a:gd name="connsiteY11" fmla="*/ 7082840 h 10695515"/>
              <a:gd name="connsiteX12" fmla="*/ 21919 w 4127976"/>
              <a:gd name="connsiteY12" fmla="*/ 40543 h 10695515"/>
              <a:gd name="connsiteX13" fmla="*/ 47162 w 4127976"/>
              <a:gd name="connsiteY13" fmla="*/ 4670 h 10695515"/>
              <a:gd name="connsiteX14" fmla="*/ 68017 w 4127976"/>
              <a:gd name="connsiteY14" fmla="*/ 37 h 10695515"/>
              <a:gd name="connsiteX15" fmla="*/ 4090259 w 4127976"/>
              <a:gd name="connsiteY15" fmla="*/ 0 h 10695515"/>
              <a:gd name="connsiteX16" fmla="*/ 4123786 w 4127976"/>
              <a:gd name="connsiteY16" fmla="*/ 33528 h 10695515"/>
              <a:gd name="connsiteX17" fmla="*/ 4123785 w 4127976"/>
              <a:gd name="connsiteY17" fmla="*/ 10662081 h 10695515"/>
              <a:gd name="connsiteX18" fmla="*/ 4090258 w 4127976"/>
              <a:gd name="connsiteY18" fmla="*/ 10695514 h 10695515"/>
              <a:gd name="connsiteX19" fmla="*/ 4072751 w 4127976"/>
              <a:gd name="connsiteY19" fmla="*/ 10695514 h 10695515"/>
              <a:gd name="connsiteX20" fmla="*/ 4072751 w 4127976"/>
              <a:gd name="connsiteY20" fmla="*/ 10695515 h 10695515"/>
              <a:gd name="connsiteX21" fmla="*/ 68003 w 4127976"/>
              <a:gd name="connsiteY21" fmla="*/ 10695515 h 10695515"/>
              <a:gd name="connsiteX22" fmla="*/ 30530 w 4127976"/>
              <a:gd name="connsiteY22" fmla="*/ 10659953 h 10695515"/>
              <a:gd name="connsiteX23" fmla="*/ 30530 w 4127976"/>
              <a:gd name="connsiteY23" fmla="*/ 9043781 h 10695515"/>
              <a:gd name="connsiteX24" fmla="*/ 19986 w 4127976"/>
              <a:gd name="connsiteY24" fmla="*/ 8991028 h 10695515"/>
              <a:gd name="connsiteX25" fmla="*/ 30530 w 4127976"/>
              <a:gd name="connsiteY25" fmla="*/ 8936768 h 10695515"/>
              <a:gd name="connsiteX26" fmla="*/ 30530 w 4127976"/>
              <a:gd name="connsiteY26" fmla="*/ 8213677 h 10695515"/>
              <a:gd name="connsiteX27" fmla="*/ 30530 w 4127976"/>
              <a:gd name="connsiteY27" fmla="*/ 8117697 h 10695515"/>
              <a:gd name="connsiteX28" fmla="*/ 19292 w 4127976"/>
              <a:gd name="connsiteY28" fmla="*/ 8064088 h 10695515"/>
              <a:gd name="connsiteX29" fmla="*/ 6414 w 4127976"/>
              <a:gd name="connsiteY29" fmla="*/ 8009276 h 10695515"/>
              <a:gd name="connsiteX30" fmla="*/ 862 w 4127976"/>
              <a:gd name="connsiteY30" fmla="*/ 7956458 h 10695515"/>
              <a:gd name="connsiteX31" fmla="*/ 0 w 4127976"/>
              <a:gd name="connsiteY31" fmla="*/ 7915797 h 10695515"/>
              <a:gd name="connsiteX0" fmla="*/ 0 w 4127114"/>
              <a:gd name="connsiteY0" fmla="*/ 7956458 h 10695515"/>
              <a:gd name="connsiteX1" fmla="*/ 6738 w 4127114"/>
              <a:gd name="connsiteY1" fmla="*/ 7873197 h 10695515"/>
              <a:gd name="connsiteX2" fmla="*/ 3577 w 4127114"/>
              <a:gd name="connsiteY2" fmla="*/ 7844441 h 10695515"/>
              <a:gd name="connsiteX3" fmla="*/ 11720 w 4127114"/>
              <a:gd name="connsiteY3" fmla="*/ 7790887 h 10695515"/>
              <a:gd name="connsiteX4" fmla="*/ 19223 w 4127114"/>
              <a:gd name="connsiteY4" fmla="*/ 7712540 h 10695515"/>
              <a:gd name="connsiteX5" fmla="*/ 27219 w 4127114"/>
              <a:gd name="connsiteY5" fmla="*/ 7658609 h 10695515"/>
              <a:gd name="connsiteX6" fmla="*/ 29668 w 4127114"/>
              <a:gd name="connsiteY6" fmla="*/ 7648210 h 10695515"/>
              <a:gd name="connsiteX7" fmla="*/ 29668 w 4127114"/>
              <a:gd name="connsiteY7" fmla="*/ 7295316 h 10695515"/>
              <a:gd name="connsiteX8" fmla="*/ 26931 w 4127114"/>
              <a:gd name="connsiteY8" fmla="*/ 7269284 h 10695515"/>
              <a:gd name="connsiteX9" fmla="*/ 29668 w 4127114"/>
              <a:gd name="connsiteY9" fmla="*/ 7181458 h 10695515"/>
              <a:gd name="connsiteX10" fmla="*/ 25940 w 4127114"/>
              <a:gd name="connsiteY10" fmla="*/ 7168704 h 10695515"/>
              <a:gd name="connsiteX11" fmla="*/ 29668 w 4127114"/>
              <a:gd name="connsiteY11" fmla="*/ 7082840 h 10695515"/>
              <a:gd name="connsiteX12" fmla="*/ 21057 w 4127114"/>
              <a:gd name="connsiteY12" fmla="*/ 40543 h 10695515"/>
              <a:gd name="connsiteX13" fmla="*/ 46300 w 4127114"/>
              <a:gd name="connsiteY13" fmla="*/ 4670 h 10695515"/>
              <a:gd name="connsiteX14" fmla="*/ 67155 w 4127114"/>
              <a:gd name="connsiteY14" fmla="*/ 37 h 10695515"/>
              <a:gd name="connsiteX15" fmla="*/ 4089397 w 4127114"/>
              <a:gd name="connsiteY15" fmla="*/ 0 h 10695515"/>
              <a:gd name="connsiteX16" fmla="*/ 4122924 w 4127114"/>
              <a:gd name="connsiteY16" fmla="*/ 33528 h 10695515"/>
              <a:gd name="connsiteX17" fmla="*/ 4122923 w 4127114"/>
              <a:gd name="connsiteY17" fmla="*/ 10662081 h 10695515"/>
              <a:gd name="connsiteX18" fmla="*/ 4089396 w 4127114"/>
              <a:gd name="connsiteY18" fmla="*/ 10695514 h 10695515"/>
              <a:gd name="connsiteX19" fmla="*/ 4071889 w 4127114"/>
              <a:gd name="connsiteY19" fmla="*/ 10695514 h 10695515"/>
              <a:gd name="connsiteX20" fmla="*/ 4071889 w 4127114"/>
              <a:gd name="connsiteY20" fmla="*/ 10695515 h 10695515"/>
              <a:gd name="connsiteX21" fmla="*/ 67141 w 4127114"/>
              <a:gd name="connsiteY21" fmla="*/ 10695515 h 10695515"/>
              <a:gd name="connsiteX22" fmla="*/ 29668 w 4127114"/>
              <a:gd name="connsiteY22" fmla="*/ 10659953 h 10695515"/>
              <a:gd name="connsiteX23" fmla="*/ 29668 w 4127114"/>
              <a:gd name="connsiteY23" fmla="*/ 9043781 h 10695515"/>
              <a:gd name="connsiteX24" fmla="*/ 19124 w 4127114"/>
              <a:gd name="connsiteY24" fmla="*/ 8991028 h 10695515"/>
              <a:gd name="connsiteX25" fmla="*/ 29668 w 4127114"/>
              <a:gd name="connsiteY25" fmla="*/ 8936768 h 10695515"/>
              <a:gd name="connsiteX26" fmla="*/ 29668 w 4127114"/>
              <a:gd name="connsiteY26" fmla="*/ 8213677 h 10695515"/>
              <a:gd name="connsiteX27" fmla="*/ 29668 w 4127114"/>
              <a:gd name="connsiteY27" fmla="*/ 8117697 h 10695515"/>
              <a:gd name="connsiteX28" fmla="*/ 18430 w 4127114"/>
              <a:gd name="connsiteY28" fmla="*/ 8064088 h 10695515"/>
              <a:gd name="connsiteX29" fmla="*/ 5552 w 4127114"/>
              <a:gd name="connsiteY29" fmla="*/ 8009276 h 10695515"/>
              <a:gd name="connsiteX30" fmla="*/ 0 w 4127114"/>
              <a:gd name="connsiteY30" fmla="*/ 7956458 h 10695515"/>
              <a:gd name="connsiteX0" fmla="*/ 2074 w 4123636"/>
              <a:gd name="connsiteY0" fmla="*/ 8009276 h 10695515"/>
              <a:gd name="connsiteX1" fmla="*/ 3260 w 4123636"/>
              <a:gd name="connsiteY1" fmla="*/ 7873197 h 10695515"/>
              <a:gd name="connsiteX2" fmla="*/ 99 w 4123636"/>
              <a:gd name="connsiteY2" fmla="*/ 7844441 h 10695515"/>
              <a:gd name="connsiteX3" fmla="*/ 8242 w 4123636"/>
              <a:gd name="connsiteY3" fmla="*/ 7790887 h 10695515"/>
              <a:gd name="connsiteX4" fmla="*/ 15745 w 4123636"/>
              <a:gd name="connsiteY4" fmla="*/ 7712540 h 10695515"/>
              <a:gd name="connsiteX5" fmla="*/ 23741 w 4123636"/>
              <a:gd name="connsiteY5" fmla="*/ 7658609 h 10695515"/>
              <a:gd name="connsiteX6" fmla="*/ 26190 w 4123636"/>
              <a:gd name="connsiteY6" fmla="*/ 7648210 h 10695515"/>
              <a:gd name="connsiteX7" fmla="*/ 26190 w 4123636"/>
              <a:gd name="connsiteY7" fmla="*/ 7295316 h 10695515"/>
              <a:gd name="connsiteX8" fmla="*/ 23453 w 4123636"/>
              <a:gd name="connsiteY8" fmla="*/ 7269284 h 10695515"/>
              <a:gd name="connsiteX9" fmla="*/ 26190 w 4123636"/>
              <a:gd name="connsiteY9" fmla="*/ 7181458 h 10695515"/>
              <a:gd name="connsiteX10" fmla="*/ 22462 w 4123636"/>
              <a:gd name="connsiteY10" fmla="*/ 7168704 h 10695515"/>
              <a:gd name="connsiteX11" fmla="*/ 26190 w 4123636"/>
              <a:gd name="connsiteY11" fmla="*/ 7082840 h 10695515"/>
              <a:gd name="connsiteX12" fmla="*/ 17579 w 4123636"/>
              <a:gd name="connsiteY12" fmla="*/ 40543 h 10695515"/>
              <a:gd name="connsiteX13" fmla="*/ 42822 w 4123636"/>
              <a:gd name="connsiteY13" fmla="*/ 4670 h 10695515"/>
              <a:gd name="connsiteX14" fmla="*/ 63677 w 4123636"/>
              <a:gd name="connsiteY14" fmla="*/ 37 h 10695515"/>
              <a:gd name="connsiteX15" fmla="*/ 4085919 w 4123636"/>
              <a:gd name="connsiteY15" fmla="*/ 0 h 10695515"/>
              <a:gd name="connsiteX16" fmla="*/ 4119446 w 4123636"/>
              <a:gd name="connsiteY16" fmla="*/ 33528 h 10695515"/>
              <a:gd name="connsiteX17" fmla="*/ 4119445 w 4123636"/>
              <a:gd name="connsiteY17" fmla="*/ 10662081 h 10695515"/>
              <a:gd name="connsiteX18" fmla="*/ 4085918 w 4123636"/>
              <a:gd name="connsiteY18" fmla="*/ 10695514 h 10695515"/>
              <a:gd name="connsiteX19" fmla="*/ 4068411 w 4123636"/>
              <a:gd name="connsiteY19" fmla="*/ 10695514 h 10695515"/>
              <a:gd name="connsiteX20" fmla="*/ 4068411 w 4123636"/>
              <a:gd name="connsiteY20" fmla="*/ 10695515 h 10695515"/>
              <a:gd name="connsiteX21" fmla="*/ 63663 w 4123636"/>
              <a:gd name="connsiteY21" fmla="*/ 10695515 h 10695515"/>
              <a:gd name="connsiteX22" fmla="*/ 26190 w 4123636"/>
              <a:gd name="connsiteY22" fmla="*/ 10659953 h 10695515"/>
              <a:gd name="connsiteX23" fmla="*/ 26190 w 4123636"/>
              <a:gd name="connsiteY23" fmla="*/ 9043781 h 10695515"/>
              <a:gd name="connsiteX24" fmla="*/ 15646 w 4123636"/>
              <a:gd name="connsiteY24" fmla="*/ 8991028 h 10695515"/>
              <a:gd name="connsiteX25" fmla="*/ 26190 w 4123636"/>
              <a:gd name="connsiteY25" fmla="*/ 8936768 h 10695515"/>
              <a:gd name="connsiteX26" fmla="*/ 26190 w 4123636"/>
              <a:gd name="connsiteY26" fmla="*/ 8213677 h 10695515"/>
              <a:gd name="connsiteX27" fmla="*/ 26190 w 4123636"/>
              <a:gd name="connsiteY27" fmla="*/ 8117697 h 10695515"/>
              <a:gd name="connsiteX28" fmla="*/ 14952 w 4123636"/>
              <a:gd name="connsiteY28" fmla="*/ 8064088 h 10695515"/>
              <a:gd name="connsiteX29" fmla="*/ 2074 w 4123636"/>
              <a:gd name="connsiteY29" fmla="*/ 8009276 h 10695515"/>
              <a:gd name="connsiteX0" fmla="*/ 2471 w 4124033"/>
              <a:gd name="connsiteY0" fmla="*/ 8009276 h 10695515"/>
              <a:gd name="connsiteX1" fmla="*/ 496 w 4124033"/>
              <a:gd name="connsiteY1" fmla="*/ 7844441 h 10695515"/>
              <a:gd name="connsiteX2" fmla="*/ 8639 w 4124033"/>
              <a:gd name="connsiteY2" fmla="*/ 7790887 h 10695515"/>
              <a:gd name="connsiteX3" fmla="*/ 16142 w 4124033"/>
              <a:gd name="connsiteY3" fmla="*/ 7712540 h 10695515"/>
              <a:gd name="connsiteX4" fmla="*/ 24138 w 4124033"/>
              <a:gd name="connsiteY4" fmla="*/ 7658609 h 10695515"/>
              <a:gd name="connsiteX5" fmla="*/ 26587 w 4124033"/>
              <a:gd name="connsiteY5" fmla="*/ 7648210 h 10695515"/>
              <a:gd name="connsiteX6" fmla="*/ 26587 w 4124033"/>
              <a:gd name="connsiteY6" fmla="*/ 7295316 h 10695515"/>
              <a:gd name="connsiteX7" fmla="*/ 23850 w 4124033"/>
              <a:gd name="connsiteY7" fmla="*/ 7269284 h 10695515"/>
              <a:gd name="connsiteX8" fmla="*/ 26587 w 4124033"/>
              <a:gd name="connsiteY8" fmla="*/ 7181458 h 10695515"/>
              <a:gd name="connsiteX9" fmla="*/ 22859 w 4124033"/>
              <a:gd name="connsiteY9" fmla="*/ 7168704 h 10695515"/>
              <a:gd name="connsiteX10" fmla="*/ 26587 w 4124033"/>
              <a:gd name="connsiteY10" fmla="*/ 7082840 h 10695515"/>
              <a:gd name="connsiteX11" fmla="*/ 17976 w 4124033"/>
              <a:gd name="connsiteY11" fmla="*/ 40543 h 10695515"/>
              <a:gd name="connsiteX12" fmla="*/ 43219 w 4124033"/>
              <a:gd name="connsiteY12" fmla="*/ 4670 h 10695515"/>
              <a:gd name="connsiteX13" fmla="*/ 64074 w 4124033"/>
              <a:gd name="connsiteY13" fmla="*/ 37 h 10695515"/>
              <a:gd name="connsiteX14" fmla="*/ 4086316 w 4124033"/>
              <a:gd name="connsiteY14" fmla="*/ 0 h 10695515"/>
              <a:gd name="connsiteX15" fmla="*/ 4119843 w 4124033"/>
              <a:gd name="connsiteY15" fmla="*/ 33528 h 10695515"/>
              <a:gd name="connsiteX16" fmla="*/ 4119842 w 4124033"/>
              <a:gd name="connsiteY16" fmla="*/ 10662081 h 10695515"/>
              <a:gd name="connsiteX17" fmla="*/ 4086315 w 4124033"/>
              <a:gd name="connsiteY17" fmla="*/ 10695514 h 10695515"/>
              <a:gd name="connsiteX18" fmla="*/ 4068808 w 4124033"/>
              <a:gd name="connsiteY18" fmla="*/ 10695514 h 10695515"/>
              <a:gd name="connsiteX19" fmla="*/ 4068808 w 4124033"/>
              <a:gd name="connsiteY19" fmla="*/ 10695515 h 10695515"/>
              <a:gd name="connsiteX20" fmla="*/ 64060 w 4124033"/>
              <a:gd name="connsiteY20" fmla="*/ 10695515 h 10695515"/>
              <a:gd name="connsiteX21" fmla="*/ 26587 w 4124033"/>
              <a:gd name="connsiteY21" fmla="*/ 10659953 h 10695515"/>
              <a:gd name="connsiteX22" fmla="*/ 26587 w 4124033"/>
              <a:gd name="connsiteY22" fmla="*/ 9043781 h 10695515"/>
              <a:gd name="connsiteX23" fmla="*/ 16043 w 4124033"/>
              <a:gd name="connsiteY23" fmla="*/ 8991028 h 10695515"/>
              <a:gd name="connsiteX24" fmla="*/ 26587 w 4124033"/>
              <a:gd name="connsiteY24" fmla="*/ 8936768 h 10695515"/>
              <a:gd name="connsiteX25" fmla="*/ 26587 w 4124033"/>
              <a:gd name="connsiteY25" fmla="*/ 8213677 h 10695515"/>
              <a:gd name="connsiteX26" fmla="*/ 26587 w 4124033"/>
              <a:gd name="connsiteY26" fmla="*/ 8117697 h 10695515"/>
              <a:gd name="connsiteX27" fmla="*/ 15349 w 4124033"/>
              <a:gd name="connsiteY27" fmla="*/ 8064088 h 10695515"/>
              <a:gd name="connsiteX28" fmla="*/ 2471 w 4124033"/>
              <a:gd name="connsiteY28" fmla="*/ 8009276 h 10695515"/>
              <a:gd name="connsiteX0" fmla="*/ 14853 w 4123537"/>
              <a:gd name="connsiteY0" fmla="*/ 8064088 h 10695515"/>
              <a:gd name="connsiteX1" fmla="*/ 0 w 4123537"/>
              <a:gd name="connsiteY1" fmla="*/ 7844441 h 10695515"/>
              <a:gd name="connsiteX2" fmla="*/ 8143 w 4123537"/>
              <a:gd name="connsiteY2" fmla="*/ 7790887 h 10695515"/>
              <a:gd name="connsiteX3" fmla="*/ 15646 w 4123537"/>
              <a:gd name="connsiteY3" fmla="*/ 7712540 h 10695515"/>
              <a:gd name="connsiteX4" fmla="*/ 23642 w 4123537"/>
              <a:gd name="connsiteY4" fmla="*/ 7658609 h 10695515"/>
              <a:gd name="connsiteX5" fmla="*/ 26091 w 4123537"/>
              <a:gd name="connsiteY5" fmla="*/ 7648210 h 10695515"/>
              <a:gd name="connsiteX6" fmla="*/ 26091 w 4123537"/>
              <a:gd name="connsiteY6" fmla="*/ 7295316 h 10695515"/>
              <a:gd name="connsiteX7" fmla="*/ 23354 w 4123537"/>
              <a:gd name="connsiteY7" fmla="*/ 7269284 h 10695515"/>
              <a:gd name="connsiteX8" fmla="*/ 26091 w 4123537"/>
              <a:gd name="connsiteY8" fmla="*/ 7181458 h 10695515"/>
              <a:gd name="connsiteX9" fmla="*/ 22363 w 4123537"/>
              <a:gd name="connsiteY9" fmla="*/ 7168704 h 10695515"/>
              <a:gd name="connsiteX10" fmla="*/ 26091 w 4123537"/>
              <a:gd name="connsiteY10" fmla="*/ 7082840 h 10695515"/>
              <a:gd name="connsiteX11" fmla="*/ 17480 w 4123537"/>
              <a:gd name="connsiteY11" fmla="*/ 40543 h 10695515"/>
              <a:gd name="connsiteX12" fmla="*/ 42723 w 4123537"/>
              <a:gd name="connsiteY12" fmla="*/ 4670 h 10695515"/>
              <a:gd name="connsiteX13" fmla="*/ 63578 w 4123537"/>
              <a:gd name="connsiteY13" fmla="*/ 37 h 10695515"/>
              <a:gd name="connsiteX14" fmla="*/ 4085820 w 4123537"/>
              <a:gd name="connsiteY14" fmla="*/ 0 h 10695515"/>
              <a:gd name="connsiteX15" fmla="*/ 4119347 w 4123537"/>
              <a:gd name="connsiteY15" fmla="*/ 33528 h 10695515"/>
              <a:gd name="connsiteX16" fmla="*/ 4119346 w 4123537"/>
              <a:gd name="connsiteY16" fmla="*/ 10662081 h 10695515"/>
              <a:gd name="connsiteX17" fmla="*/ 4085819 w 4123537"/>
              <a:gd name="connsiteY17" fmla="*/ 10695514 h 10695515"/>
              <a:gd name="connsiteX18" fmla="*/ 4068312 w 4123537"/>
              <a:gd name="connsiteY18" fmla="*/ 10695514 h 10695515"/>
              <a:gd name="connsiteX19" fmla="*/ 4068312 w 4123537"/>
              <a:gd name="connsiteY19" fmla="*/ 10695515 h 10695515"/>
              <a:gd name="connsiteX20" fmla="*/ 63564 w 4123537"/>
              <a:gd name="connsiteY20" fmla="*/ 10695515 h 10695515"/>
              <a:gd name="connsiteX21" fmla="*/ 26091 w 4123537"/>
              <a:gd name="connsiteY21" fmla="*/ 10659953 h 10695515"/>
              <a:gd name="connsiteX22" fmla="*/ 26091 w 4123537"/>
              <a:gd name="connsiteY22" fmla="*/ 9043781 h 10695515"/>
              <a:gd name="connsiteX23" fmla="*/ 15547 w 4123537"/>
              <a:gd name="connsiteY23" fmla="*/ 8991028 h 10695515"/>
              <a:gd name="connsiteX24" fmla="*/ 26091 w 4123537"/>
              <a:gd name="connsiteY24" fmla="*/ 8936768 h 10695515"/>
              <a:gd name="connsiteX25" fmla="*/ 26091 w 4123537"/>
              <a:gd name="connsiteY25" fmla="*/ 8213677 h 10695515"/>
              <a:gd name="connsiteX26" fmla="*/ 26091 w 4123537"/>
              <a:gd name="connsiteY26" fmla="*/ 8117697 h 10695515"/>
              <a:gd name="connsiteX27" fmla="*/ 14853 w 4123537"/>
              <a:gd name="connsiteY27" fmla="*/ 8064088 h 10695515"/>
              <a:gd name="connsiteX0" fmla="*/ 6714 w 4115398"/>
              <a:gd name="connsiteY0" fmla="*/ 8064088 h 10695515"/>
              <a:gd name="connsiteX1" fmla="*/ 4 w 4115398"/>
              <a:gd name="connsiteY1" fmla="*/ 7790887 h 10695515"/>
              <a:gd name="connsiteX2" fmla="*/ 7507 w 4115398"/>
              <a:gd name="connsiteY2" fmla="*/ 7712540 h 10695515"/>
              <a:gd name="connsiteX3" fmla="*/ 15503 w 4115398"/>
              <a:gd name="connsiteY3" fmla="*/ 7658609 h 10695515"/>
              <a:gd name="connsiteX4" fmla="*/ 17952 w 4115398"/>
              <a:gd name="connsiteY4" fmla="*/ 7648210 h 10695515"/>
              <a:gd name="connsiteX5" fmla="*/ 17952 w 4115398"/>
              <a:gd name="connsiteY5" fmla="*/ 7295316 h 10695515"/>
              <a:gd name="connsiteX6" fmla="*/ 15215 w 4115398"/>
              <a:gd name="connsiteY6" fmla="*/ 7269284 h 10695515"/>
              <a:gd name="connsiteX7" fmla="*/ 17952 w 4115398"/>
              <a:gd name="connsiteY7" fmla="*/ 7181458 h 10695515"/>
              <a:gd name="connsiteX8" fmla="*/ 14224 w 4115398"/>
              <a:gd name="connsiteY8" fmla="*/ 7168704 h 10695515"/>
              <a:gd name="connsiteX9" fmla="*/ 17952 w 4115398"/>
              <a:gd name="connsiteY9" fmla="*/ 7082840 h 10695515"/>
              <a:gd name="connsiteX10" fmla="*/ 9341 w 4115398"/>
              <a:gd name="connsiteY10" fmla="*/ 40543 h 10695515"/>
              <a:gd name="connsiteX11" fmla="*/ 34584 w 4115398"/>
              <a:gd name="connsiteY11" fmla="*/ 4670 h 10695515"/>
              <a:gd name="connsiteX12" fmla="*/ 55439 w 4115398"/>
              <a:gd name="connsiteY12" fmla="*/ 37 h 10695515"/>
              <a:gd name="connsiteX13" fmla="*/ 4077681 w 4115398"/>
              <a:gd name="connsiteY13" fmla="*/ 0 h 10695515"/>
              <a:gd name="connsiteX14" fmla="*/ 4111208 w 4115398"/>
              <a:gd name="connsiteY14" fmla="*/ 33528 h 10695515"/>
              <a:gd name="connsiteX15" fmla="*/ 4111207 w 4115398"/>
              <a:gd name="connsiteY15" fmla="*/ 10662081 h 10695515"/>
              <a:gd name="connsiteX16" fmla="*/ 4077680 w 4115398"/>
              <a:gd name="connsiteY16" fmla="*/ 10695514 h 10695515"/>
              <a:gd name="connsiteX17" fmla="*/ 4060173 w 4115398"/>
              <a:gd name="connsiteY17" fmla="*/ 10695514 h 10695515"/>
              <a:gd name="connsiteX18" fmla="*/ 4060173 w 4115398"/>
              <a:gd name="connsiteY18" fmla="*/ 10695515 h 10695515"/>
              <a:gd name="connsiteX19" fmla="*/ 55425 w 4115398"/>
              <a:gd name="connsiteY19" fmla="*/ 10695515 h 10695515"/>
              <a:gd name="connsiteX20" fmla="*/ 17952 w 4115398"/>
              <a:gd name="connsiteY20" fmla="*/ 10659953 h 10695515"/>
              <a:gd name="connsiteX21" fmla="*/ 17952 w 4115398"/>
              <a:gd name="connsiteY21" fmla="*/ 9043781 h 10695515"/>
              <a:gd name="connsiteX22" fmla="*/ 7408 w 4115398"/>
              <a:gd name="connsiteY22" fmla="*/ 8991028 h 10695515"/>
              <a:gd name="connsiteX23" fmla="*/ 17952 w 4115398"/>
              <a:gd name="connsiteY23" fmla="*/ 8936768 h 10695515"/>
              <a:gd name="connsiteX24" fmla="*/ 17952 w 4115398"/>
              <a:gd name="connsiteY24" fmla="*/ 8213677 h 10695515"/>
              <a:gd name="connsiteX25" fmla="*/ 17952 w 4115398"/>
              <a:gd name="connsiteY25" fmla="*/ 8117697 h 10695515"/>
              <a:gd name="connsiteX26" fmla="*/ 6714 w 4115398"/>
              <a:gd name="connsiteY26" fmla="*/ 8064088 h 10695515"/>
              <a:gd name="connsiteX0" fmla="*/ 293 w 4108977"/>
              <a:gd name="connsiteY0" fmla="*/ 8064088 h 10695515"/>
              <a:gd name="connsiteX1" fmla="*/ 18363 w 4108977"/>
              <a:gd name="connsiteY1" fmla="*/ 7826418 h 10695515"/>
              <a:gd name="connsiteX2" fmla="*/ 1086 w 4108977"/>
              <a:gd name="connsiteY2" fmla="*/ 7712540 h 10695515"/>
              <a:gd name="connsiteX3" fmla="*/ 9082 w 4108977"/>
              <a:gd name="connsiteY3" fmla="*/ 7658609 h 10695515"/>
              <a:gd name="connsiteX4" fmla="*/ 11531 w 4108977"/>
              <a:gd name="connsiteY4" fmla="*/ 7648210 h 10695515"/>
              <a:gd name="connsiteX5" fmla="*/ 11531 w 4108977"/>
              <a:gd name="connsiteY5" fmla="*/ 7295316 h 10695515"/>
              <a:gd name="connsiteX6" fmla="*/ 8794 w 4108977"/>
              <a:gd name="connsiteY6" fmla="*/ 7269284 h 10695515"/>
              <a:gd name="connsiteX7" fmla="*/ 11531 w 4108977"/>
              <a:gd name="connsiteY7" fmla="*/ 7181458 h 10695515"/>
              <a:gd name="connsiteX8" fmla="*/ 7803 w 4108977"/>
              <a:gd name="connsiteY8" fmla="*/ 7168704 h 10695515"/>
              <a:gd name="connsiteX9" fmla="*/ 11531 w 4108977"/>
              <a:gd name="connsiteY9" fmla="*/ 7082840 h 10695515"/>
              <a:gd name="connsiteX10" fmla="*/ 2920 w 4108977"/>
              <a:gd name="connsiteY10" fmla="*/ 40543 h 10695515"/>
              <a:gd name="connsiteX11" fmla="*/ 28163 w 4108977"/>
              <a:gd name="connsiteY11" fmla="*/ 4670 h 10695515"/>
              <a:gd name="connsiteX12" fmla="*/ 49018 w 4108977"/>
              <a:gd name="connsiteY12" fmla="*/ 37 h 10695515"/>
              <a:gd name="connsiteX13" fmla="*/ 4071260 w 4108977"/>
              <a:gd name="connsiteY13" fmla="*/ 0 h 10695515"/>
              <a:gd name="connsiteX14" fmla="*/ 4104787 w 4108977"/>
              <a:gd name="connsiteY14" fmla="*/ 33528 h 10695515"/>
              <a:gd name="connsiteX15" fmla="*/ 4104786 w 4108977"/>
              <a:gd name="connsiteY15" fmla="*/ 10662081 h 10695515"/>
              <a:gd name="connsiteX16" fmla="*/ 4071259 w 4108977"/>
              <a:gd name="connsiteY16" fmla="*/ 10695514 h 10695515"/>
              <a:gd name="connsiteX17" fmla="*/ 4053752 w 4108977"/>
              <a:gd name="connsiteY17" fmla="*/ 10695514 h 10695515"/>
              <a:gd name="connsiteX18" fmla="*/ 4053752 w 4108977"/>
              <a:gd name="connsiteY18" fmla="*/ 10695515 h 10695515"/>
              <a:gd name="connsiteX19" fmla="*/ 49004 w 4108977"/>
              <a:gd name="connsiteY19" fmla="*/ 10695515 h 10695515"/>
              <a:gd name="connsiteX20" fmla="*/ 11531 w 4108977"/>
              <a:gd name="connsiteY20" fmla="*/ 10659953 h 10695515"/>
              <a:gd name="connsiteX21" fmla="*/ 11531 w 4108977"/>
              <a:gd name="connsiteY21" fmla="*/ 9043781 h 10695515"/>
              <a:gd name="connsiteX22" fmla="*/ 987 w 4108977"/>
              <a:gd name="connsiteY22" fmla="*/ 8991028 h 10695515"/>
              <a:gd name="connsiteX23" fmla="*/ 11531 w 4108977"/>
              <a:gd name="connsiteY23" fmla="*/ 8936768 h 10695515"/>
              <a:gd name="connsiteX24" fmla="*/ 11531 w 4108977"/>
              <a:gd name="connsiteY24" fmla="*/ 8213677 h 10695515"/>
              <a:gd name="connsiteX25" fmla="*/ 11531 w 4108977"/>
              <a:gd name="connsiteY25" fmla="*/ 8117697 h 10695515"/>
              <a:gd name="connsiteX26" fmla="*/ 293 w 4108977"/>
              <a:gd name="connsiteY26" fmla="*/ 8064088 h 10695515"/>
              <a:gd name="connsiteX0" fmla="*/ 10544 w 4107990"/>
              <a:gd name="connsiteY0" fmla="*/ 8117697 h 10695515"/>
              <a:gd name="connsiteX1" fmla="*/ 17376 w 4107990"/>
              <a:gd name="connsiteY1" fmla="*/ 7826418 h 10695515"/>
              <a:gd name="connsiteX2" fmla="*/ 99 w 4107990"/>
              <a:gd name="connsiteY2" fmla="*/ 7712540 h 10695515"/>
              <a:gd name="connsiteX3" fmla="*/ 8095 w 4107990"/>
              <a:gd name="connsiteY3" fmla="*/ 7658609 h 10695515"/>
              <a:gd name="connsiteX4" fmla="*/ 10544 w 4107990"/>
              <a:gd name="connsiteY4" fmla="*/ 7648210 h 10695515"/>
              <a:gd name="connsiteX5" fmla="*/ 10544 w 4107990"/>
              <a:gd name="connsiteY5" fmla="*/ 7295316 h 10695515"/>
              <a:gd name="connsiteX6" fmla="*/ 7807 w 4107990"/>
              <a:gd name="connsiteY6" fmla="*/ 7269284 h 10695515"/>
              <a:gd name="connsiteX7" fmla="*/ 10544 w 4107990"/>
              <a:gd name="connsiteY7" fmla="*/ 7181458 h 10695515"/>
              <a:gd name="connsiteX8" fmla="*/ 6816 w 4107990"/>
              <a:gd name="connsiteY8" fmla="*/ 7168704 h 10695515"/>
              <a:gd name="connsiteX9" fmla="*/ 10544 w 4107990"/>
              <a:gd name="connsiteY9" fmla="*/ 7082840 h 10695515"/>
              <a:gd name="connsiteX10" fmla="*/ 1933 w 4107990"/>
              <a:gd name="connsiteY10" fmla="*/ 40543 h 10695515"/>
              <a:gd name="connsiteX11" fmla="*/ 27176 w 4107990"/>
              <a:gd name="connsiteY11" fmla="*/ 4670 h 10695515"/>
              <a:gd name="connsiteX12" fmla="*/ 48031 w 4107990"/>
              <a:gd name="connsiteY12" fmla="*/ 37 h 10695515"/>
              <a:gd name="connsiteX13" fmla="*/ 4070273 w 4107990"/>
              <a:gd name="connsiteY13" fmla="*/ 0 h 10695515"/>
              <a:gd name="connsiteX14" fmla="*/ 4103800 w 4107990"/>
              <a:gd name="connsiteY14" fmla="*/ 33528 h 10695515"/>
              <a:gd name="connsiteX15" fmla="*/ 4103799 w 4107990"/>
              <a:gd name="connsiteY15" fmla="*/ 10662081 h 10695515"/>
              <a:gd name="connsiteX16" fmla="*/ 4070272 w 4107990"/>
              <a:gd name="connsiteY16" fmla="*/ 10695514 h 10695515"/>
              <a:gd name="connsiteX17" fmla="*/ 4052765 w 4107990"/>
              <a:gd name="connsiteY17" fmla="*/ 10695514 h 10695515"/>
              <a:gd name="connsiteX18" fmla="*/ 4052765 w 4107990"/>
              <a:gd name="connsiteY18" fmla="*/ 10695515 h 10695515"/>
              <a:gd name="connsiteX19" fmla="*/ 48017 w 4107990"/>
              <a:gd name="connsiteY19" fmla="*/ 10695515 h 10695515"/>
              <a:gd name="connsiteX20" fmla="*/ 10544 w 4107990"/>
              <a:gd name="connsiteY20" fmla="*/ 10659953 h 10695515"/>
              <a:gd name="connsiteX21" fmla="*/ 10544 w 4107990"/>
              <a:gd name="connsiteY21" fmla="*/ 9043781 h 10695515"/>
              <a:gd name="connsiteX22" fmla="*/ 0 w 4107990"/>
              <a:gd name="connsiteY22" fmla="*/ 8991028 h 10695515"/>
              <a:gd name="connsiteX23" fmla="*/ 10544 w 4107990"/>
              <a:gd name="connsiteY23" fmla="*/ 8936768 h 10695515"/>
              <a:gd name="connsiteX24" fmla="*/ 10544 w 4107990"/>
              <a:gd name="connsiteY24" fmla="*/ 8213677 h 10695515"/>
              <a:gd name="connsiteX25" fmla="*/ 10544 w 4107990"/>
              <a:gd name="connsiteY25" fmla="*/ 8117697 h 10695515"/>
              <a:gd name="connsiteX0" fmla="*/ 10445 w 4107891"/>
              <a:gd name="connsiteY0" fmla="*/ 8117697 h 10695515"/>
              <a:gd name="connsiteX1" fmla="*/ 17277 w 4107891"/>
              <a:gd name="connsiteY1" fmla="*/ 7826418 h 10695515"/>
              <a:gd name="connsiteX2" fmla="*/ 0 w 4107891"/>
              <a:gd name="connsiteY2" fmla="*/ 7712540 h 10695515"/>
              <a:gd name="connsiteX3" fmla="*/ 7996 w 4107891"/>
              <a:gd name="connsiteY3" fmla="*/ 7658609 h 10695515"/>
              <a:gd name="connsiteX4" fmla="*/ 10445 w 4107891"/>
              <a:gd name="connsiteY4" fmla="*/ 7648210 h 10695515"/>
              <a:gd name="connsiteX5" fmla="*/ 10445 w 4107891"/>
              <a:gd name="connsiteY5" fmla="*/ 7295316 h 10695515"/>
              <a:gd name="connsiteX6" fmla="*/ 7708 w 4107891"/>
              <a:gd name="connsiteY6" fmla="*/ 7269284 h 10695515"/>
              <a:gd name="connsiteX7" fmla="*/ 10445 w 4107891"/>
              <a:gd name="connsiteY7" fmla="*/ 7181458 h 10695515"/>
              <a:gd name="connsiteX8" fmla="*/ 6717 w 4107891"/>
              <a:gd name="connsiteY8" fmla="*/ 7168704 h 10695515"/>
              <a:gd name="connsiteX9" fmla="*/ 10445 w 4107891"/>
              <a:gd name="connsiteY9" fmla="*/ 7082840 h 10695515"/>
              <a:gd name="connsiteX10" fmla="*/ 1834 w 4107891"/>
              <a:gd name="connsiteY10" fmla="*/ 40543 h 10695515"/>
              <a:gd name="connsiteX11" fmla="*/ 27077 w 4107891"/>
              <a:gd name="connsiteY11" fmla="*/ 4670 h 10695515"/>
              <a:gd name="connsiteX12" fmla="*/ 47932 w 4107891"/>
              <a:gd name="connsiteY12" fmla="*/ 37 h 10695515"/>
              <a:gd name="connsiteX13" fmla="*/ 4070174 w 4107891"/>
              <a:gd name="connsiteY13" fmla="*/ 0 h 10695515"/>
              <a:gd name="connsiteX14" fmla="*/ 4103701 w 4107891"/>
              <a:gd name="connsiteY14" fmla="*/ 33528 h 10695515"/>
              <a:gd name="connsiteX15" fmla="*/ 4103700 w 4107891"/>
              <a:gd name="connsiteY15" fmla="*/ 10662081 h 10695515"/>
              <a:gd name="connsiteX16" fmla="*/ 4070173 w 4107891"/>
              <a:gd name="connsiteY16" fmla="*/ 10695514 h 10695515"/>
              <a:gd name="connsiteX17" fmla="*/ 4052666 w 4107891"/>
              <a:gd name="connsiteY17" fmla="*/ 10695514 h 10695515"/>
              <a:gd name="connsiteX18" fmla="*/ 4052666 w 4107891"/>
              <a:gd name="connsiteY18" fmla="*/ 10695515 h 10695515"/>
              <a:gd name="connsiteX19" fmla="*/ 47918 w 4107891"/>
              <a:gd name="connsiteY19" fmla="*/ 10695515 h 10695515"/>
              <a:gd name="connsiteX20" fmla="*/ 10445 w 4107891"/>
              <a:gd name="connsiteY20" fmla="*/ 10659953 h 10695515"/>
              <a:gd name="connsiteX21" fmla="*/ 10445 w 4107891"/>
              <a:gd name="connsiteY21" fmla="*/ 9043781 h 10695515"/>
              <a:gd name="connsiteX22" fmla="*/ 10445 w 4107891"/>
              <a:gd name="connsiteY22" fmla="*/ 8936768 h 10695515"/>
              <a:gd name="connsiteX23" fmla="*/ 10445 w 4107891"/>
              <a:gd name="connsiteY23" fmla="*/ 8213677 h 10695515"/>
              <a:gd name="connsiteX24" fmla="*/ 10445 w 4107891"/>
              <a:gd name="connsiteY24" fmla="*/ 8117697 h 10695515"/>
              <a:gd name="connsiteX0" fmla="*/ 10445 w 4107891"/>
              <a:gd name="connsiteY0" fmla="*/ 8117697 h 10695515"/>
              <a:gd name="connsiteX1" fmla="*/ 17277 w 4107891"/>
              <a:gd name="connsiteY1" fmla="*/ 7826418 h 10695515"/>
              <a:gd name="connsiteX2" fmla="*/ 0 w 4107891"/>
              <a:gd name="connsiteY2" fmla="*/ 7712540 h 10695515"/>
              <a:gd name="connsiteX3" fmla="*/ 7996 w 4107891"/>
              <a:gd name="connsiteY3" fmla="*/ 7658609 h 10695515"/>
              <a:gd name="connsiteX4" fmla="*/ 10445 w 4107891"/>
              <a:gd name="connsiteY4" fmla="*/ 7648210 h 10695515"/>
              <a:gd name="connsiteX5" fmla="*/ 10445 w 4107891"/>
              <a:gd name="connsiteY5" fmla="*/ 7295316 h 10695515"/>
              <a:gd name="connsiteX6" fmla="*/ 7708 w 4107891"/>
              <a:gd name="connsiteY6" fmla="*/ 7269284 h 10695515"/>
              <a:gd name="connsiteX7" fmla="*/ 10445 w 4107891"/>
              <a:gd name="connsiteY7" fmla="*/ 7181458 h 10695515"/>
              <a:gd name="connsiteX8" fmla="*/ 6717 w 4107891"/>
              <a:gd name="connsiteY8" fmla="*/ 7168704 h 10695515"/>
              <a:gd name="connsiteX9" fmla="*/ 10445 w 4107891"/>
              <a:gd name="connsiteY9" fmla="*/ 7082840 h 10695515"/>
              <a:gd name="connsiteX10" fmla="*/ 1834 w 4107891"/>
              <a:gd name="connsiteY10" fmla="*/ 40543 h 10695515"/>
              <a:gd name="connsiteX11" fmla="*/ 27077 w 4107891"/>
              <a:gd name="connsiteY11" fmla="*/ 4670 h 10695515"/>
              <a:gd name="connsiteX12" fmla="*/ 47932 w 4107891"/>
              <a:gd name="connsiteY12" fmla="*/ 37 h 10695515"/>
              <a:gd name="connsiteX13" fmla="*/ 4070174 w 4107891"/>
              <a:gd name="connsiteY13" fmla="*/ 0 h 10695515"/>
              <a:gd name="connsiteX14" fmla="*/ 4103701 w 4107891"/>
              <a:gd name="connsiteY14" fmla="*/ 33528 h 10695515"/>
              <a:gd name="connsiteX15" fmla="*/ 4103700 w 4107891"/>
              <a:gd name="connsiteY15" fmla="*/ 10662081 h 10695515"/>
              <a:gd name="connsiteX16" fmla="*/ 4070173 w 4107891"/>
              <a:gd name="connsiteY16" fmla="*/ 10695514 h 10695515"/>
              <a:gd name="connsiteX17" fmla="*/ 4052666 w 4107891"/>
              <a:gd name="connsiteY17" fmla="*/ 10695514 h 10695515"/>
              <a:gd name="connsiteX18" fmla="*/ 4052666 w 4107891"/>
              <a:gd name="connsiteY18" fmla="*/ 10695515 h 10695515"/>
              <a:gd name="connsiteX19" fmla="*/ 47918 w 4107891"/>
              <a:gd name="connsiteY19" fmla="*/ 10695515 h 10695515"/>
              <a:gd name="connsiteX20" fmla="*/ 10445 w 4107891"/>
              <a:gd name="connsiteY20" fmla="*/ 10659953 h 10695515"/>
              <a:gd name="connsiteX21" fmla="*/ 10445 w 4107891"/>
              <a:gd name="connsiteY21" fmla="*/ 9043781 h 10695515"/>
              <a:gd name="connsiteX22" fmla="*/ 10445 w 4107891"/>
              <a:gd name="connsiteY22" fmla="*/ 8213677 h 10695515"/>
              <a:gd name="connsiteX23" fmla="*/ 10445 w 4107891"/>
              <a:gd name="connsiteY23" fmla="*/ 8117697 h 10695515"/>
              <a:gd name="connsiteX0" fmla="*/ 10445 w 4107891"/>
              <a:gd name="connsiteY0" fmla="*/ 8117697 h 10695515"/>
              <a:gd name="connsiteX1" fmla="*/ 17277 w 4107891"/>
              <a:gd name="connsiteY1" fmla="*/ 7826418 h 10695515"/>
              <a:gd name="connsiteX2" fmla="*/ 0 w 4107891"/>
              <a:gd name="connsiteY2" fmla="*/ 7712540 h 10695515"/>
              <a:gd name="connsiteX3" fmla="*/ 7996 w 4107891"/>
              <a:gd name="connsiteY3" fmla="*/ 7658609 h 10695515"/>
              <a:gd name="connsiteX4" fmla="*/ 10445 w 4107891"/>
              <a:gd name="connsiteY4" fmla="*/ 7648210 h 10695515"/>
              <a:gd name="connsiteX5" fmla="*/ 10445 w 4107891"/>
              <a:gd name="connsiteY5" fmla="*/ 7295316 h 10695515"/>
              <a:gd name="connsiteX6" fmla="*/ 7708 w 4107891"/>
              <a:gd name="connsiteY6" fmla="*/ 7269284 h 10695515"/>
              <a:gd name="connsiteX7" fmla="*/ 10445 w 4107891"/>
              <a:gd name="connsiteY7" fmla="*/ 7181458 h 10695515"/>
              <a:gd name="connsiteX8" fmla="*/ 6717 w 4107891"/>
              <a:gd name="connsiteY8" fmla="*/ 7168704 h 10695515"/>
              <a:gd name="connsiteX9" fmla="*/ 10445 w 4107891"/>
              <a:gd name="connsiteY9" fmla="*/ 7082840 h 10695515"/>
              <a:gd name="connsiteX10" fmla="*/ 1834 w 4107891"/>
              <a:gd name="connsiteY10" fmla="*/ 40543 h 10695515"/>
              <a:gd name="connsiteX11" fmla="*/ 27077 w 4107891"/>
              <a:gd name="connsiteY11" fmla="*/ 4670 h 10695515"/>
              <a:gd name="connsiteX12" fmla="*/ 47932 w 4107891"/>
              <a:gd name="connsiteY12" fmla="*/ 37 h 10695515"/>
              <a:gd name="connsiteX13" fmla="*/ 4070174 w 4107891"/>
              <a:gd name="connsiteY13" fmla="*/ 0 h 10695515"/>
              <a:gd name="connsiteX14" fmla="*/ 4103701 w 4107891"/>
              <a:gd name="connsiteY14" fmla="*/ 33528 h 10695515"/>
              <a:gd name="connsiteX15" fmla="*/ 4103700 w 4107891"/>
              <a:gd name="connsiteY15" fmla="*/ 10662081 h 10695515"/>
              <a:gd name="connsiteX16" fmla="*/ 4070173 w 4107891"/>
              <a:gd name="connsiteY16" fmla="*/ 10695514 h 10695515"/>
              <a:gd name="connsiteX17" fmla="*/ 4052666 w 4107891"/>
              <a:gd name="connsiteY17" fmla="*/ 10695514 h 10695515"/>
              <a:gd name="connsiteX18" fmla="*/ 4052666 w 4107891"/>
              <a:gd name="connsiteY18" fmla="*/ 10695515 h 10695515"/>
              <a:gd name="connsiteX19" fmla="*/ 47918 w 4107891"/>
              <a:gd name="connsiteY19" fmla="*/ 10695515 h 10695515"/>
              <a:gd name="connsiteX20" fmla="*/ 10445 w 4107891"/>
              <a:gd name="connsiteY20" fmla="*/ 10659953 h 10695515"/>
              <a:gd name="connsiteX21" fmla="*/ 10445 w 4107891"/>
              <a:gd name="connsiteY21" fmla="*/ 8213677 h 10695515"/>
              <a:gd name="connsiteX22" fmla="*/ 10445 w 4107891"/>
              <a:gd name="connsiteY22" fmla="*/ 8117697 h 10695515"/>
              <a:gd name="connsiteX0" fmla="*/ 9074 w 4106520"/>
              <a:gd name="connsiteY0" fmla="*/ 8117697 h 10695515"/>
              <a:gd name="connsiteX1" fmla="*/ 15906 w 4106520"/>
              <a:gd name="connsiteY1" fmla="*/ 7826418 h 10695515"/>
              <a:gd name="connsiteX2" fmla="*/ 6625 w 4106520"/>
              <a:gd name="connsiteY2" fmla="*/ 7658609 h 10695515"/>
              <a:gd name="connsiteX3" fmla="*/ 9074 w 4106520"/>
              <a:gd name="connsiteY3" fmla="*/ 7648210 h 10695515"/>
              <a:gd name="connsiteX4" fmla="*/ 9074 w 4106520"/>
              <a:gd name="connsiteY4" fmla="*/ 7295316 h 10695515"/>
              <a:gd name="connsiteX5" fmla="*/ 6337 w 4106520"/>
              <a:gd name="connsiteY5" fmla="*/ 7269284 h 10695515"/>
              <a:gd name="connsiteX6" fmla="*/ 9074 w 4106520"/>
              <a:gd name="connsiteY6" fmla="*/ 7181458 h 10695515"/>
              <a:gd name="connsiteX7" fmla="*/ 5346 w 4106520"/>
              <a:gd name="connsiteY7" fmla="*/ 7168704 h 10695515"/>
              <a:gd name="connsiteX8" fmla="*/ 9074 w 4106520"/>
              <a:gd name="connsiteY8" fmla="*/ 7082840 h 10695515"/>
              <a:gd name="connsiteX9" fmla="*/ 463 w 4106520"/>
              <a:gd name="connsiteY9" fmla="*/ 40543 h 10695515"/>
              <a:gd name="connsiteX10" fmla="*/ 25706 w 4106520"/>
              <a:gd name="connsiteY10" fmla="*/ 4670 h 10695515"/>
              <a:gd name="connsiteX11" fmla="*/ 46561 w 4106520"/>
              <a:gd name="connsiteY11" fmla="*/ 37 h 10695515"/>
              <a:gd name="connsiteX12" fmla="*/ 4068803 w 4106520"/>
              <a:gd name="connsiteY12" fmla="*/ 0 h 10695515"/>
              <a:gd name="connsiteX13" fmla="*/ 4102330 w 4106520"/>
              <a:gd name="connsiteY13" fmla="*/ 33528 h 10695515"/>
              <a:gd name="connsiteX14" fmla="*/ 4102329 w 4106520"/>
              <a:gd name="connsiteY14" fmla="*/ 10662081 h 10695515"/>
              <a:gd name="connsiteX15" fmla="*/ 4068802 w 4106520"/>
              <a:gd name="connsiteY15" fmla="*/ 10695514 h 10695515"/>
              <a:gd name="connsiteX16" fmla="*/ 4051295 w 4106520"/>
              <a:gd name="connsiteY16" fmla="*/ 10695514 h 10695515"/>
              <a:gd name="connsiteX17" fmla="*/ 4051295 w 4106520"/>
              <a:gd name="connsiteY17" fmla="*/ 10695515 h 10695515"/>
              <a:gd name="connsiteX18" fmla="*/ 46547 w 4106520"/>
              <a:gd name="connsiteY18" fmla="*/ 10695515 h 10695515"/>
              <a:gd name="connsiteX19" fmla="*/ 9074 w 4106520"/>
              <a:gd name="connsiteY19" fmla="*/ 10659953 h 10695515"/>
              <a:gd name="connsiteX20" fmla="*/ 9074 w 4106520"/>
              <a:gd name="connsiteY20" fmla="*/ 8213677 h 10695515"/>
              <a:gd name="connsiteX21" fmla="*/ 9074 w 4106520"/>
              <a:gd name="connsiteY21" fmla="*/ 8117697 h 10695515"/>
              <a:gd name="connsiteX0" fmla="*/ 9074 w 4106520"/>
              <a:gd name="connsiteY0" fmla="*/ 8117697 h 10695515"/>
              <a:gd name="connsiteX1" fmla="*/ 15906 w 4106520"/>
              <a:gd name="connsiteY1" fmla="*/ 7826418 h 10695515"/>
              <a:gd name="connsiteX2" fmla="*/ 6625 w 4106520"/>
              <a:gd name="connsiteY2" fmla="*/ 7658609 h 10695515"/>
              <a:gd name="connsiteX3" fmla="*/ 9074 w 4106520"/>
              <a:gd name="connsiteY3" fmla="*/ 7295316 h 10695515"/>
              <a:gd name="connsiteX4" fmla="*/ 6337 w 4106520"/>
              <a:gd name="connsiteY4" fmla="*/ 7269284 h 10695515"/>
              <a:gd name="connsiteX5" fmla="*/ 9074 w 4106520"/>
              <a:gd name="connsiteY5" fmla="*/ 7181458 h 10695515"/>
              <a:gd name="connsiteX6" fmla="*/ 5346 w 4106520"/>
              <a:gd name="connsiteY6" fmla="*/ 7168704 h 10695515"/>
              <a:gd name="connsiteX7" fmla="*/ 9074 w 4106520"/>
              <a:gd name="connsiteY7" fmla="*/ 7082840 h 10695515"/>
              <a:gd name="connsiteX8" fmla="*/ 463 w 4106520"/>
              <a:gd name="connsiteY8" fmla="*/ 40543 h 10695515"/>
              <a:gd name="connsiteX9" fmla="*/ 25706 w 4106520"/>
              <a:gd name="connsiteY9" fmla="*/ 4670 h 10695515"/>
              <a:gd name="connsiteX10" fmla="*/ 46561 w 4106520"/>
              <a:gd name="connsiteY10" fmla="*/ 37 h 10695515"/>
              <a:gd name="connsiteX11" fmla="*/ 4068803 w 4106520"/>
              <a:gd name="connsiteY11" fmla="*/ 0 h 10695515"/>
              <a:gd name="connsiteX12" fmla="*/ 4102330 w 4106520"/>
              <a:gd name="connsiteY12" fmla="*/ 33528 h 10695515"/>
              <a:gd name="connsiteX13" fmla="*/ 4102329 w 4106520"/>
              <a:gd name="connsiteY13" fmla="*/ 10662081 h 10695515"/>
              <a:gd name="connsiteX14" fmla="*/ 4068802 w 4106520"/>
              <a:gd name="connsiteY14" fmla="*/ 10695514 h 10695515"/>
              <a:gd name="connsiteX15" fmla="*/ 4051295 w 4106520"/>
              <a:gd name="connsiteY15" fmla="*/ 10695514 h 10695515"/>
              <a:gd name="connsiteX16" fmla="*/ 4051295 w 4106520"/>
              <a:gd name="connsiteY16" fmla="*/ 10695515 h 10695515"/>
              <a:gd name="connsiteX17" fmla="*/ 46547 w 4106520"/>
              <a:gd name="connsiteY17" fmla="*/ 10695515 h 10695515"/>
              <a:gd name="connsiteX18" fmla="*/ 9074 w 4106520"/>
              <a:gd name="connsiteY18" fmla="*/ 10659953 h 10695515"/>
              <a:gd name="connsiteX19" fmla="*/ 9074 w 4106520"/>
              <a:gd name="connsiteY19" fmla="*/ 8213677 h 10695515"/>
              <a:gd name="connsiteX20" fmla="*/ 9074 w 4106520"/>
              <a:gd name="connsiteY20" fmla="*/ 8117697 h 10695515"/>
              <a:gd name="connsiteX0" fmla="*/ 9074 w 4106520"/>
              <a:gd name="connsiteY0" fmla="*/ 8117697 h 10695515"/>
              <a:gd name="connsiteX1" fmla="*/ 6625 w 4106520"/>
              <a:gd name="connsiteY1" fmla="*/ 7658609 h 10695515"/>
              <a:gd name="connsiteX2" fmla="*/ 9074 w 4106520"/>
              <a:gd name="connsiteY2" fmla="*/ 7295316 h 10695515"/>
              <a:gd name="connsiteX3" fmla="*/ 6337 w 4106520"/>
              <a:gd name="connsiteY3" fmla="*/ 7269284 h 10695515"/>
              <a:gd name="connsiteX4" fmla="*/ 9074 w 4106520"/>
              <a:gd name="connsiteY4" fmla="*/ 7181458 h 10695515"/>
              <a:gd name="connsiteX5" fmla="*/ 5346 w 4106520"/>
              <a:gd name="connsiteY5" fmla="*/ 7168704 h 10695515"/>
              <a:gd name="connsiteX6" fmla="*/ 9074 w 4106520"/>
              <a:gd name="connsiteY6" fmla="*/ 7082840 h 10695515"/>
              <a:gd name="connsiteX7" fmla="*/ 463 w 4106520"/>
              <a:gd name="connsiteY7" fmla="*/ 40543 h 10695515"/>
              <a:gd name="connsiteX8" fmla="*/ 25706 w 4106520"/>
              <a:gd name="connsiteY8" fmla="*/ 4670 h 10695515"/>
              <a:gd name="connsiteX9" fmla="*/ 46561 w 4106520"/>
              <a:gd name="connsiteY9" fmla="*/ 37 h 10695515"/>
              <a:gd name="connsiteX10" fmla="*/ 4068803 w 4106520"/>
              <a:gd name="connsiteY10" fmla="*/ 0 h 10695515"/>
              <a:gd name="connsiteX11" fmla="*/ 4102330 w 4106520"/>
              <a:gd name="connsiteY11" fmla="*/ 33528 h 10695515"/>
              <a:gd name="connsiteX12" fmla="*/ 4102329 w 4106520"/>
              <a:gd name="connsiteY12" fmla="*/ 10662081 h 10695515"/>
              <a:gd name="connsiteX13" fmla="*/ 4068802 w 4106520"/>
              <a:gd name="connsiteY13" fmla="*/ 10695514 h 10695515"/>
              <a:gd name="connsiteX14" fmla="*/ 4051295 w 4106520"/>
              <a:gd name="connsiteY14" fmla="*/ 10695514 h 10695515"/>
              <a:gd name="connsiteX15" fmla="*/ 4051295 w 4106520"/>
              <a:gd name="connsiteY15" fmla="*/ 10695515 h 10695515"/>
              <a:gd name="connsiteX16" fmla="*/ 46547 w 4106520"/>
              <a:gd name="connsiteY16" fmla="*/ 10695515 h 10695515"/>
              <a:gd name="connsiteX17" fmla="*/ 9074 w 4106520"/>
              <a:gd name="connsiteY17" fmla="*/ 10659953 h 10695515"/>
              <a:gd name="connsiteX18" fmla="*/ 9074 w 4106520"/>
              <a:gd name="connsiteY18" fmla="*/ 8213677 h 10695515"/>
              <a:gd name="connsiteX19" fmla="*/ 9074 w 4106520"/>
              <a:gd name="connsiteY19" fmla="*/ 8117697 h 10695515"/>
              <a:gd name="connsiteX0" fmla="*/ 9074 w 4106520"/>
              <a:gd name="connsiteY0" fmla="*/ 8117697 h 10695515"/>
              <a:gd name="connsiteX1" fmla="*/ 9074 w 4106520"/>
              <a:gd name="connsiteY1" fmla="*/ 7295316 h 10695515"/>
              <a:gd name="connsiteX2" fmla="*/ 6337 w 4106520"/>
              <a:gd name="connsiteY2" fmla="*/ 7269284 h 10695515"/>
              <a:gd name="connsiteX3" fmla="*/ 9074 w 4106520"/>
              <a:gd name="connsiteY3" fmla="*/ 7181458 h 10695515"/>
              <a:gd name="connsiteX4" fmla="*/ 5346 w 4106520"/>
              <a:gd name="connsiteY4" fmla="*/ 7168704 h 10695515"/>
              <a:gd name="connsiteX5" fmla="*/ 9074 w 4106520"/>
              <a:gd name="connsiteY5" fmla="*/ 7082840 h 10695515"/>
              <a:gd name="connsiteX6" fmla="*/ 463 w 4106520"/>
              <a:gd name="connsiteY6" fmla="*/ 40543 h 10695515"/>
              <a:gd name="connsiteX7" fmla="*/ 25706 w 4106520"/>
              <a:gd name="connsiteY7" fmla="*/ 4670 h 10695515"/>
              <a:gd name="connsiteX8" fmla="*/ 46561 w 4106520"/>
              <a:gd name="connsiteY8" fmla="*/ 37 h 10695515"/>
              <a:gd name="connsiteX9" fmla="*/ 4068803 w 4106520"/>
              <a:gd name="connsiteY9" fmla="*/ 0 h 10695515"/>
              <a:gd name="connsiteX10" fmla="*/ 4102330 w 4106520"/>
              <a:gd name="connsiteY10" fmla="*/ 33528 h 10695515"/>
              <a:gd name="connsiteX11" fmla="*/ 4102329 w 4106520"/>
              <a:gd name="connsiteY11" fmla="*/ 10662081 h 10695515"/>
              <a:gd name="connsiteX12" fmla="*/ 4068802 w 4106520"/>
              <a:gd name="connsiteY12" fmla="*/ 10695514 h 10695515"/>
              <a:gd name="connsiteX13" fmla="*/ 4051295 w 4106520"/>
              <a:gd name="connsiteY13" fmla="*/ 10695514 h 10695515"/>
              <a:gd name="connsiteX14" fmla="*/ 4051295 w 4106520"/>
              <a:gd name="connsiteY14" fmla="*/ 10695515 h 10695515"/>
              <a:gd name="connsiteX15" fmla="*/ 46547 w 4106520"/>
              <a:gd name="connsiteY15" fmla="*/ 10695515 h 10695515"/>
              <a:gd name="connsiteX16" fmla="*/ 9074 w 4106520"/>
              <a:gd name="connsiteY16" fmla="*/ 10659953 h 10695515"/>
              <a:gd name="connsiteX17" fmla="*/ 9074 w 4106520"/>
              <a:gd name="connsiteY17" fmla="*/ 8213677 h 10695515"/>
              <a:gd name="connsiteX18" fmla="*/ 9074 w 4106520"/>
              <a:gd name="connsiteY18" fmla="*/ 8117697 h 10695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106520" h="10695515">
                <a:moveTo>
                  <a:pt x="9074" y="8117697"/>
                </a:moveTo>
                <a:cubicBezTo>
                  <a:pt x="9074" y="7964637"/>
                  <a:pt x="9530" y="7436718"/>
                  <a:pt x="9074" y="7295316"/>
                </a:cubicBezTo>
                <a:lnTo>
                  <a:pt x="6337" y="7269284"/>
                </a:lnTo>
                <a:cubicBezTo>
                  <a:pt x="7249" y="7240009"/>
                  <a:pt x="8162" y="7210733"/>
                  <a:pt x="9074" y="7181458"/>
                </a:cubicBezTo>
                <a:lnTo>
                  <a:pt x="5346" y="7168704"/>
                </a:lnTo>
                <a:lnTo>
                  <a:pt x="9074" y="7082840"/>
                </a:lnTo>
                <a:cubicBezTo>
                  <a:pt x="8260" y="5894813"/>
                  <a:pt x="-2309" y="1220238"/>
                  <a:pt x="463" y="40543"/>
                </a:cubicBezTo>
                <a:cubicBezTo>
                  <a:pt x="8877" y="19945"/>
                  <a:pt x="11191" y="16628"/>
                  <a:pt x="25706" y="4670"/>
                </a:cubicBezTo>
                <a:lnTo>
                  <a:pt x="46561" y="37"/>
                </a:lnTo>
                <a:lnTo>
                  <a:pt x="4068803" y="0"/>
                </a:lnTo>
                <a:cubicBezTo>
                  <a:pt x="4087300" y="52"/>
                  <a:pt x="4102283" y="15032"/>
                  <a:pt x="4102330" y="33528"/>
                </a:cubicBezTo>
                <a:cubicBezTo>
                  <a:pt x="4107918" y="1810541"/>
                  <a:pt x="4107917" y="8885083"/>
                  <a:pt x="4102329" y="10662081"/>
                </a:cubicBezTo>
                <a:cubicBezTo>
                  <a:pt x="4102224" y="10680541"/>
                  <a:pt x="4087261" y="10695466"/>
                  <a:pt x="4068802" y="10695514"/>
                </a:cubicBezTo>
                <a:lnTo>
                  <a:pt x="4051295" y="10695514"/>
                </a:lnTo>
                <a:lnTo>
                  <a:pt x="4051295" y="10695515"/>
                </a:lnTo>
                <a:lnTo>
                  <a:pt x="46547" y="10695515"/>
                </a:lnTo>
                <a:cubicBezTo>
                  <a:pt x="25857" y="10695403"/>
                  <a:pt x="9128" y="10679532"/>
                  <a:pt x="9074" y="10659953"/>
                </a:cubicBezTo>
                <a:lnTo>
                  <a:pt x="9074" y="8213677"/>
                </a:lnTo>
                <a:lnTo>
                  <a:pt x="9074" y="8117697"/>
                </a:lnTo>
                <a:close/>
              </a:path>
            </a:pathLst>
          </a:custGeom>
          <a:solidFill>
            <a:srgbClr val="FFFFFF"/>
          </a:solidFill>
          <a:ln w="9525" cap="flat">
            <a:noFill/>
            <a:prstDash val="solid"/>
            <a:miter/>
          </a:ln>
        </p:spPr>
        <p:txBody>
          <a:bodyPr rtlCol="0" anchor="ctr"/>
          <a:lstStyle/>
          <a:p>
            <a:endParaRPr lang="en-US"/>
          </a:p>
        </p:txBody>
      </p:sp>
      <p:pic>
        <p:nvPicPr>
          <p:cNvPr id="5" name="Content Placeholder 4">
            <a:extLst>
              <a:ext uri="{FF2B5EF4-FFF2-40B4-BE49-F238E27FC236}">
                <a16:creationId xmlns:a16="http://schemas.microsoft.com/office/drawing/2014/main" id="{2654A1CD-AC4B-5820-ABC6-427046AB8F98}"/>
              </a:ext>
            </a:extLst>
          </p:cNvPr>
          <p:cNvPicPr>
            <a:picLocks noGrp="1" noChangeAspect="1"/>
          </p:cNvPicPr>
          <p:nvPr>
            <p:ph idx="1"/>
          </p:nvPr>
        </p:nvPicPr>
        <p:blipFill>
          <a:blip r:embed="rId2"/>
          <a:stretch>
            <a:fillRect/>
          </a:stretch>
        </p:blipFill>
        <p:spPr>
          <a:xfrm>
            <a:off x="902288" y="1802356"/>
            <a:ext cx="10574133" cy="2802145"/>
          </a:xfrm>
          <a:prstGeom prst="rect">
            <a:avLst/>
          </a:prstGeom>
        </p:spPr>
      </p:pic>
      <p:sp>
        <p:nvSpPr>
          <p:cNvPr id="2" name="Title 1">
            <a:extLst>
              <a:ext uri="{FF2B5EF4-FFF2-40B4-BE49-F238E27FC236}">
                <a16:creationId xmlns:a16="http://schemas.microsoft.com/office/drawing/2014/main" id="{4C8C6FE4-A69A-6245-12E5-129600781442}"/>
              </a:ext>
            </a:extLst>
          </p:cNvPr>
          <p:cNvSpPr>
            <a:spLocks noGrp="1"/>
          </p:cNvSpPr>
          <p:nvPr>
            <p:ph type="title"/>
          </p:nvPr>
        </p:nvSpPr>
        <p:spPr>
          <a:xfrm>
            <a:off x="2345635" y="3840480"/>
            <a:ext cx="8269356" cy="2256287"/>
          </a:xfrm>
        </p:spPr>
        <p:txBody>
          <a:bodyPr vert="horz" lIns="91440" tIns="45720" rIns="91440" bIns="45720" rtlCol="0" anchor="b">
            <a:normAutofit/>
          </a:bodyPr>
          <a:lstStyle/>
          <a:p>
            <a:pPr algn="r"/>
            <a:r>
              <a:rPr lang="en-US" sz="5400"/>
              <a:t>How electrons are TRANSFERRED?</a:t>
            </a:r>
          </a:p>
        </p:txBody>
      </p:sp>
      <p:sp>
        <p:nvSpPr>
          <p:cNvPr id="22" name="Freeform: Shape 21">
            <a:extLst>
              <a:ext uri="{FF2B5EF4-FFF2-40B4-BE49-F238E27FC236}">
                <a16:creationId xmlns:a16="http://schemas.microsoft.com/office/drawing/2014/main" id="{165B8C92-2D61-44A2-857C-E6980C2A22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5287043">
            <a:off x="740665" y="-390458"/>
            <a:ext cx="464589" cy="1890251"/>
          </a:xfrm>
          <a:custGeom>
            <a:avLst/>
            <a:gdLst>
              <a:gd name="connsiteX0" fmla="*/ 0 w 555597"/>
              <a:gd name="connsiteY0" fmla="*/ 83880 h 1999290"/>
              <a:gd name="connsiteX1" fmla="*/ 49282 w 555597"/>
              <a:gd name="connsiteY1" fmla="*/ 71215 h 1999290"/>
              <a:gd name="connsiteX2" fmla="*/ 174397 w 555597"/>
              <a:gd name="connsiteY2" fmla="*/ 45224 h 1999290"/>
              <a:gd name="connsiteX3" fmla="*/ 242049 w 555597"/>
              <a:gd name="connsiteY3" fmla="*/ 54744 h 1999290"/>
              <a:gd name="connsiteX4" fmla="*/ 326503 w 555597"/>
              <a:gd name="connsiteY4" fmla="*/ 39434 h 1999290"/>
              <a:gd name="connsiteX5" fmla="*/ 343350 w 555597"/>
              <a:gd name="connsiteY5" fmla="*/ 40491 h 1999290"/>
              <a:gd name="connsiteX6" fmla="*/ 349790 w 555597"/>
              <a:gd name="connsiteY6" fmla="*/ 52348 h 1999290"/>
              <a:gd name="connsiteX7" fmla="*/ 355722 w 555597"/>
              <a:gd name="connsiteY7" fmla="*/ 54552 h 1999290"/>
              <a:gd name="connsiteX8" fmla="*/ 374741 w 555597"/>
              <a:gd name="connsiteY8" fmla="*/ 39676 h 1999290"/>
              <a:gd name="connsiteX9" fmla="*/ 469664 w 555597"/>
              <a:gd name="connsiteY9" fmla="*/ 48453 h 1999290"/>
              <a:gd name="connsiteX10" fmla="*/ 521607 w 555597"/>
              <a:gd name="connsiteY10" fmla="*/ 10408 h 1999290"/>
              <a:gd name="connsiteX11" fmla="*/ 555597 w 555597"/>
              <a:gd name="connsiteY11" fmla="*/ 0 h 1999290"/>
              <a:gd name="connsiteX12" fmla="*/ 555597 w 555597"/>
              <a:gd name="connsiteY12" fmla="*/ 1995494 h 1999290"/>
              <a:gd name="connsiteX13" fmla="*/ 537215 w 555597"/>
              <a:gd name="connsiteY13" fmla="*/ 1991185 h 1999290"/>
              <a:gd name="connsiteX14" fmla="*/ 479386 w 555597"/>
              <a:gd name="connsiteY14" fmla="*/ 1992931 h 1999290"/>
              <a:gd name="connsiteX15" fmla="*/ 462617 w 555597"/>
              <a:gd name="connsiteY15" fmla="*/ 1999290 h 1999290"/>
              <a:gd name="connsiteX16" fmla="*/ 420522 w 555597"/>
              <a:gd name="connsiteY16" fmla="*/ 1999290 h 1999290"/>
              <a:gd name="connsiteX17" fmla="*/ 382909 w 555597"/>
              <a:gd name="connsiteY17" fmla="*/ 1988738 h 1999290"/>
              <a:gd name="connsiteX18" fmla="*/ 295360 w 555597"/>
              <a:gd name="connsiteY18" fmla="*/ 1977122 h 1999290"/>
              <a:gd name="connsiteX19" fmla="*/ 256969 w 555597"/>
              <a:gd name="connsiteY19" fmla="*/ 1970444 h 1999290"/>
              <a:gd name="connsiteX20" fmla="*/ 227096 w 555597"/>
              <a:gd name="connsiteY20" fmla="*/ 1951548 h 1999290"/>
              <a:gd name="connsiteX21" fmla="*/ 222890 w 555597"/>
              <a:gd name="connsiteY21" fmla="*/ 1935696 h 1999290"/>
              <a:gd name="connsiteX22" fmla="*/ 202274 w 555597"/>
              <a:gd name="connsiteY22" fmla="*/ 1929911 h 1999290"/>
              <a:gd name="connsiteX23" fmla="*/ 197448 w 555597"/>
              <a:gd name="connsiteY23" fmla="*/ 1925621 h 1999290"/>
              <a:gd name="connsiteX24" fmla="*/ 169099 w 555597"/>
              <a:gd name="connsiteY24" fmla="*/ 1903786 h 1999290"/>
              <a:gd name="connsiteX25" fmla="*/ 92344 w 555597"/>
              <a:gd name="connsiteY25" fmla="*/ 1925464 h 1999290"/>
              <a:gd name="connsiteX26" fmla="*/ 11266 w 555597"/>
              <a:gd name="connsiteY26" fmla="*/ 1895947 h 1999290"/>
              <a:gd name="connsiteX27" fmla="*/ 0 w 555597"/>
              <a:gd name="connsiteY27" fmla="*/ 1893933 h 19992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55597" h="1999290">
                <a:moveTo>
                  <a:pt x="0" y="83880"/>
                </a:moveTo>
                <a:lnTo>
                  <a:pt x="49282" y="71215"/>
                </a:lnTo>
                <a:cubicBezTo>
                  <a:pt x="91656" y="63184"/>
                  <a:pt x="135655" y="58277"/>
                  <a:pt x="174397" y="45224"/>
                </a:cubicBezTo>
                <a:cubicBezTo>
                  <a:pt x="225837" y="94025"/>
                  <a:pt x="195077" y="47856"/>
                  <a:pt x="242049" y="54744"/>
                </a:cubicBezTo>
                <a:lnTo>
                  <a:pt x="326503" y="39434"/>
                </a:lnTo>
                <a:lnTo>
                  <a:pt x="343350" y="40491"/>
                </a:lnTo>
                <a:lnTo>
                  <a:pt x="349790" y="52348"/>
                </a:lnTo>
                <a:lnTo>
                  <a:pt x="355722" y="54552"/>
                </a:lnTo>
                <a:lnTo>
                  <a:pt x="374741" y="39676"/>
                </a:lnTo>
                <a:cubicBezTo>
                  <a:pt x="402796" y="31662"/>
                  <a:pt x="441033" y="50452"/>
                  <a:pt x="469664" y="48453"/>
                </a:cubicBezTo>
                <a:cubicBezTo>
                  <a:pt x="478380" y="29604"/>
                  <a:pt x="496522" y="19255"/>
                  <a:pt x="521607" y="10408"/>
                </a:cubicBezTo>
                <a:lnTo>
                  <a:pt x="555597" y="0"/>
                </a:lnTo>
                <a:lnTo>
                  <a:pt x="555597" y="1995494"/>
                </a:lnTo>
                <a:lnTo>
                  <a:pt x="537215" y="1991185"/>
                </a:lnTo>
                <a:cubicBezTo>
                  <a:pt x="514565" y="1988101"/>
                  <a:pt x="490837" y="1988688"/>
                  <a:pt x="479386" y="1992931"/>
                </a:cubicBezTo>
                <a:lnTo>
                  <a:pt x="462617" y="1999290"/>
                </a:lnTo>
                <a:lnTo>
                  <a:pt x="420522" y="1999290"/>
                </a:lnTo>
                <a:lnTo>
                  <a:pt x="382909" y="1988738"/>
                </a:lnTo>
                <a:cubicBezTo>
                  <a:pt x="350860" y="1976654"/>
                  <a:pt x="320299" y="1963332"/>
                  <a:pt x="295360" y="1977122"/>
                </a:cubicBezTo>
                <a:cubicBezTo>
                  <a:pt x="281004" y="1978006"/>
                  <a:pt x="268406" y="1975325"/>
                  <a:pt x="256969" y="1970444"/>
                </a:cubicBezTo>
                <a:lnTo>
                  <a:pt x="227096" y="1951548"/>
                </a:lnTo>
                <a:lnTo>
                  <a:pt x="222890" y="1935696"/>
                </a:lnTo>
                <a:lnTo>
                  <a:pt x="202274" y="1929911"/>
                </a:lnTo>
                <a:lnTo>
                  <a:pt x="197448" y="1925621"/>
                </a:lnTo>
                <a:cubicBezTo>
                  <a:pt x="188240" y="1917376"/>
                  <a:pt x="178991" y="1909643"/>
                  <a:pt x="169099" y="1903786"/>
                </a:cubicBezTo>
                <a:cubicBezTo>
                  <a:pt x="158518" y="1969055"/>
                  <a:pt x="83191" y="1864739"/>
                  <a:pt x="92344" y="1925464"/>
                </a:cubicBezTo>
                <a:cubicBezTo>
                  <a:pt x="36140" y="1904645"/>
                  <a:pt x="59596" y="1967908"/>
                  <a:pt x="11266" y="1895947"/>
                </a:cubicBezTo>
                <a:lnTo>
                  <a:pt x="0" y="1893933"/>
                </a:lnTo>
                <a:close/>
              </a:path>
            </a:pathLst>
          </a:custGeom>
          <a:blipFill dpi="0" rotWithShape="1">
            <a:blip r:embed="rId3">
              <a:alphaModFix amt="84000"/>
            </a:blip>
            <a:srcRect/>
            <a:tile tx="0" ty="0" sx="100000" sy="100000" flip="none" algn="tl"/>
          </a:blipFill>
          <a:ln>
            <a:noFill/>
          </a:ln>
          <a:effectLst>
            <a:outerShdw blurRad="63500" dist="12700" dir="8100000" algn="tr" rotWithShape="0">
              <a:prstClr val="black">
                <a:alpha val="32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24" name="Group 23">
            <a:extLst>
              <a:ext uri="{FF2B5EF4-FFF2-40B4-BE49-F238E27FC236}">
                <a16:creationId xmlns:a16="http://schemas.microsoft.com/office/drawing/2014/main" id="{4BD4796F-4D50-4634-A058-0EEBBC75A51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74436" y="6388259"/>
            <a:ext cx="358083" cy="368964"/>
            <a:chOff x="4135740" y="1795926"/>
            <a:chExt cx="558732" cy="575710"/>
          </a:xfrm>
        </p:grpSpPr>
        <p:grpSp>
          <p:nvGrpSpPr>
            <p:cNvPr id="25" name="Group 24">
              <a:extLst>
                <a:ext uri="{FF2B5EF4-FFF2-40B4-BE49-F238E27FC236}">
                  <a16:creationId xmlns:a16="http://schemas.microsoft.com/office/drawing/2014/main" id="{AFCC4C22-47D5-430A-918F-5F0BC92101B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4135740" y="1795926"/>
              <a:ext cx="558732" cy="575710"/>
              <a:chOff x="1028007" y="1706560"/>
              <a:chExt cx="575710" cy="575710"/>
            </a:xfrm>
          </p:grpSpPr>
          <p:cxnSp>
            <p:nvCxnSpPr>
              <p:cNvPr id="27" name="Straight Connector 26">
                <a:extLst>
                  <a:ext uri="{FF2B5EF4-FFF2-40B4-BE49-F238E27FC236}">
                    <a16:creationId xmlns:a16="http://schemas.microsoft.com/office/drawing/2014/main" id="{0E1F53A8-026D-49F9-8C99-4D93566EA21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28007" y="1994415"/>
                <a:ext cx="57571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29F1A894-FB93-4D02-91C3-2E6004FF575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6200000">
                <a:off x="1028007" y="1994415"/>
                <a:ext cx="57571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6" name="Oval 25">
              <a:extLst>
                <a:ext uri="{FF2B5EF4-FFF2-40B4-BE49-F238E27FC236}">
                  <a16:creationId xmlns:a16="http://schemas.microsoft.com/office/drawing/2014/main" id="{78BEE1C4-1B24-44C9-909C-3C3ACE161B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36389" y="1946248"/>
              <a:ext cx="157434" cy="157434"/>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67242794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758E4FA-C4A9-4D94-828D-0C4D6ED972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4BA3935-5258-425A-B52A-BBF28BCE0E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480000">
            <a:off x="572212" y="282178"/>
            <a:ext cx="5455259" cy="5894485"/>
          </a:xfrm>
          <a:prstGeom prst="rect">
            <a:avLst/>
          </a:prstGeom>
          <a:solidFill>
            <a:schemeClr val="tx1">
              <a:lumMod val="95000"/>
            </a:schemeClr>
          </a:solidFill>
          <a:ln>
            <a:noFill/>
          </a:ln>
          <a:effectLst>
            <a:outerShdw blurRad="50800" dist="254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CDD1AA99-03AE-49F6-9116-9CA2BBCA04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280000">
            <a:off x="435827" y="609334"/>
            <a:ext cx="5725215" cy="5235577"/>
          </a:xfrm>
          <a:custGeom>
            <a:avLst/>
            <a:gdLst>
              <a:gd name="connsiteX0" fmla="*/ 0 w 4401242"/>
              <a:gd name="connsiteY0" fmla="*/ 4137242 h 5590022"/>
              <a:gd name="connsiteX1" fmla="*/ 5579 w 4401242"/>
              <a:gd name="connsiteY1" fmla="*/ 4114978 h 5590022"/>
              <a:gd name="connsiteX2" fmla="*/ 3258 w 4401242"/>
              <a:gd name="connsiteY2" fmla="*/ 4099949 h 5590022"/>
              <a:gd name="connsiteX3" fmla="*/ 9236 w 4401242"/>
              <a:gd name="connsiteY3" fmla="*/ 4071959 h 5590022"/>
              <a:gd name="connsiteX4" fmla="*/ 14743 w 4401242"/>
              <a:gd name="connsiteY4" fmla="*/ 4031013 h 5590022"/>
              <a:gd name="connsiteX5" fmla="*/ 20613 w 4401242"/>
              <a:gd name="connsiteY5" fmla="*/ 4002827 h 5590022"/>
              <a:gd name="connsiteX6" fmla="*/ 22410 w 4401242"/>
              <a:gd name="connsiteY6" fmla="*/ 3997392 h 5590022"/>
              <a:gd name="connsiteX7" fmla="*/ 22410 w 4401242"/>
              <a:gd name="connsiteY7" fmla="*/ 3812956 h 5590022"/>
              <a:gd name="connsiteX8" fmla="*/ 20401 w 4401242"/>
              <a:gd name="connsiteY8" fmla="*/ 3799351 h 5590022"/>
              <a:gd name="connsiteX9" fmla="*/ 22410 w 4401242"/>
              <a:gd name="connsiteY9" fmla="*/ 3753450 h 5590022"/>
              <a:gd name="connsiteX10" fmla="*/ 19673 w 4401242"/>
              <a:gd name="connsiteY10" fmla="*/ 3746784 h 5590022"/>
              <a:gd name="connsiteX11" fmla="*/ 22410 w 4401242"/>
              <a:gd name="connsiteY11" fmla="*/ 3701909 h 5590022"/>
              <a:gd name="connsiteX12" fmla="*/ 20086 w 4401242"/>
              <a:gd name="connsiteY12" fmla="*/ 3652741 h 5590022"/>
              <a:gd name="connsiteX13" fmla="*/ 13839 w 4401242"/>
              <a:gd name="connsiteY13" fmla="*/ 3649070 h 5590022"/>
              <a:gd name="connsiteX14" fmla="*/ 13290 w 4401242"/>
              <a:gd name="connsiteY14" fmla="*/ 3638287 h 5590022"/>
              <a:gd name="connsiteX15" fmla="*/ 13410 w 4401242"/>
              <a:gd name="connsiteY15" fmla="*/ 3621311 h 5590022"/>
              <a:gd name="connsiteX16" fmla="*/ 19966 w 4401242"/>
              <a:gd name="connsiteY16" fmla="*/ 3583286 h 5590022"/>
              <a:gd name="connsiteX17" fmla="*/ 16089 w 4401242"/>
              <a:gd name="connsiteY17" fmla="*/ 21355 h 5590022"/>
              <a:gd name="connsiteX18" fmla="*/ 34619 w 4401242"/>
              <a:gd name="connsiteY18" fmla="*/ 2606 h 5590022"/>
              <a:gd name="connsiteX19" fmla="*/ 49927 w 4401242"/>
              <a:gd name="connsiteY19" fmla="*/ 185 h 5590022"/>
              <a:gd name="connsiteX20" fmla="*/ 917193 w 4401242"/>
              <a:gd name="connsiteY20" fmla="*/ 11 h 5590022"/>
              <a:gd name="connsiteX21" fmla="*/ 938319 w 4401242"/>
              <a:gd name="connsiteY21" fmla="*/ 10 h 5590022"/>
              <a:gd name="connsiteX22" fmla="*/ 938338 w 4401242"/>
              <a:gd name="connsiteY22" fmla="*/ 0 h 5590022"/>
              <a:gd name="connsiteX23" fmla="*/ 4365378 w 4401242"/>
              <a:gd name="connsiteY23" fmla="*/ 0 h 5590022"/>
              <a:gd name="connsiteX24" fmla="*/ 4397257 w 4401242"/>
              <a:gd name="connsiteY24" fmla="*/ 31881 h 5590022"/>
              <a:gd name="connsiteX25" fmla="*/ 4397256 w 4401242"/>
              <a:gd name="connsiteY25" fmla="*/ 5558231 h 5590022"/>
              <a:gd name="connsiteX26" fmla="*/ 4365377 w 4401242"/>
              <a:gd name="connsiteY26" fmla="*/ 5590021 h 5590022"/>
              <a:gd name="connsiteX27" fmla="*/ 4322085 w 4401242"/>
              <a:gd name="connsiteY27" fmla="*/ 5590021 h 5590022"/>
              <a:gd name="connsiteX28" fmla="*/ 4322083 w 4401242"/>
              <a:gd name="connsiteY28" fmla="*/ 5590022 h 5590022"/>
              <a:gd name="connsiteX29" fmla="*/ 49916 w 4401242"/>
              <a:gd name="connsiteY29" fmla="*/ 5590022 h 5590022"/>
              <a:gd name="connsiteX30" fmla="*/ 22410 w 4401242"/>
              <a:gd name="connsiteY30" fmla="*/ 5571435 h 5590022"/>
              <a:gd name="connsiteX31" fmla="*/ 22410 w 4401242"/>
              <a:gd name="connsiteY31" fmla="*/ 4726767 h 5590022"/>
              <a:gd name="connsiteX32" fmla="*/ 14670 w 4401242"/>
              <a:gd name="connsiteY32" fmla="*/ 4699196 h 5590022"/>
              <a:gd name="connsiteX33" fmla="*/ 22410 w 4401242"/>
              <a:gd name="connsiteY33" fmla="*/ 4670837 h 5590022"/>
              <a:gd name="connsiteX34" fmla="*/ 22410 w 4401242"/>
              <a:gd name="connsiteY34" fmla="*/ 4292925 h 5590022"/>
              <a:gd name="connsiteX35" fmla="*/ 22410 w 4401242"/>
              <a:gd name="connsiteY35" fmla="*/ 4242762 h 5590022"/>
              <a:gd name="connsiteX36" fmla="*/ 14161 w 4401242"/>
              <a:gd name="connsiteY36" fmla="*/ 4214744 h 5590022"/>
              <a:gd name="connsiteX37" fmla="*/ 4708 w 4401242"/>
              <a:gd name="connsiteY37" fmla="*/ 4186098 h 5590022"/>
              <a:gd name="connsiteX38" fmla="*/ 632 w 4401242"/>
              <a:gd name="connsiteY38" fmla="*/ 4158493 h 5590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4401242" h="5590022">
                <a:moveTo>
                  <a:pt x="0" y="4137242"/>
                </a:moveTo>
                <a:lnTo>
                  <a:pt x="5579" y="4114978"/>
                </a:lnTo>
                <a:cubicBezTo>
                  <a:pt x="6121" y="4108762"/>
                  <a:pt x="2648" y="4107119"/>
                  <a:pt x="3258" y="4099949"/>
                </a:cubicBezTo>
                <a:lnTo>
                  <a:pt x="9236" y="4071959"/>
                </a:lnTo>
                <a:lnTo>
                  <a:pt x="14743" y="4031013"/>
                </a:lnTo>
                <a:lnTo>
                  <a:pt x="20613" y="4002827"/>
                </a:lnTo>
                <a:lnTo>
                  <a:pt x="22410" y="3997392"/>
                </a:lnTo>
                <a:lnTo>
                  <a:pt x="22410" y="3812956"/>
                </a:lnTo>
                <a:lnTo>
                  <a:pt x="20401" y="3799351"/>
                </a:lnTo>
                <a:lnTo>
                  <a:pt x="22410" y="3753450"/>
                </a:lnTo>
                <a:lnTo>
                  <a:pt x="19673" y="3746784"/>
                </a:lnTo>
                <a:lnTo>
                  <a:pt x="22410" y="3701909"/>
                </a:lnTo>
                <a:cubicBezTo>
                  <a:pt x="22023" y="3687048"/>
                  <a:pt x="22634" y="3661297"/>
                  <a:pt x="20086" y="3652741"/>
                </a:cubicBezTo>
                <a:lnTo>
                  <a:pt x="13839" y="3649070"/>
                </a:lnTo>
                <a:lnTo>
                  <a:pt x="13290" y="3638287"/>
                </a:lnTo>
                <a:cubicBezTo>
                  <a:pt x="13769" y="3637498"/>
                  <a:pt x="13370" y="3621952"/>
                  <a:pt x="13410" y="3621311"/>
                </a:cubicBezTo>
                <a:lnTo>
                  <a:pt x="19966" y="3583286"/>
                </a:lnTo>
                <a:lnTo>
                  <a:pt x="16089" y="21355"/>
                </a:lnTo>
                <a:cubicBezTo>
                  <a:pt x="22266" y="10589"/>
                  <a:pt x="23964" y="8856"/>
                  <a:pt x="34619" y="2606"/>
                </a:cubicBezTo>
                <a:lnTo>
                  <a:pt x="49927" y="185"/>
                </a:lnTo>
                <a:cubicBezTo>
                  <a:pt x="228245" y="83"/>
                  <a:pt x="539504" y="31"/>
                  <a:pt x="917193" y="11"/>
                </a:cubicBezTo>
                <a:lnTo>
                  <a:pt x="938319" y="10"/>
                </a:lnTo>
                <a:lnTo>
                  <a:pt x="938338" y="0"/>
                </a:lnTo>
                <a:lnTo>
                  <a:pt x="4365378" y="0"/>
                </a:lnTo>
                <a:cubicBezTo>
                  <a:pt x="4382966" y="50"/>
                  <a:pt x="4397213" y="14294"/>
                  <a:pt x="4397257" y="31881"/>
                </a:cubicBezTo>
                <a:cubicBezTo>
                  <a:pt x="4402571" y="958253"/>
                  <a:pt x="4402570" y="4631875"/>
                  <a:pt x="4397256" y="5558231"/>
                </a:cubicBezTo>
                <a:cubicBezTo>
                  <a:pt x="4397157" y="5575784"/>
                  <a:pt x="4382929" y="5589975"/>
                  <a:pt x="4365377" y="5590021"/>
                </a:cubicBezTo>
                <a:lnTo>
                  <a:pt x="4322085" y="5590021"/>
                </a:lnTo>
                <a:lnTo>
                  <a:pt x="4322083" y="5590022"/>
                </a:lnTo>
                <a:lnTo>
                  <a:pt x="49916" y="5590022"/>
                </a:lnTo>
                <a:cubicBezTo>
                  <a:pt x="34729" y="5589963"/>
                  <a:pt x="22450" y="5581668"/>
                  <a:pt x="22410" y="5571435"/>
                </a:cubicBezTo>
                <a:lnTo>
                  <a:pt x="22410" y="4726767"/>
                </a:lnTo>
                <a:lnTo>
                  <a:pt x="14670" y="4699196"/>
                </a:lnTo>
                <a:cubicBezTo>
                  <a:pt x="15011" y="4683722"/>
                  <a:pt x="19831" y="4680290"/>
                  <a:pt x="22410" y="4670837"/>
                </a:cubicBezTo>
                <a:lnTo>
                  <a:pt x="22410" y="4292925"/>
                </a:lnTo>
                <a:lnTo>
                  <a:pt x="22410" y="4242762"/>
                </a:lnTo>
                <a:lnTo>
                  <a:pt x="14161" y="4214744"/>
                </a:lnTo>
                <a:cubicBezTo>
                  <a:pt x="20757" y="4203473"/>
                  <a:pt x="7860" y="4195229"/>
                  <a:pt x="4708" y="4186098"/>
                </a:cubicBezTo>
                <a:lnTo>
                  <a:pt x="632" y="4158493"/>
                </a:lnTo>
                <a:close/>
              </a:path>
            </a:pathLst>
          </a:custGeom>
          <a:solidFill>
            <a:srgbClr val="FFFFFF"/>
          </a:solidFill>
          <a:ln w="9525" cap="flat">
            <a:noFill/>
            <a:prstDash val="solid"/>
            <a:miter/>
          </a:ln>
        </p:spPr>
        <p:txBody>
          <a:bodyPr rtlCol="0" anchor="ctr"/>
          <a:lstStyle/>
          <a:p>
            <a:endParaRPr lang="en-US"/>
          </a:p>
        </p:txBody>
      </p:sp>
      <p:pic>
        <p:nvPicPr>
          <p:cNvPr id="7" name="Graphic 6" descr="Scientist">
            <a:extLst>
              <a:ext uri="{FF2B5EF4-FFF2-40B4-BE49-F238E27FC236}">
                <a16:creationId xmlns:a16="http://schemas.microsoft.com/office/drawing/2014/main" id="{7A196C26-FC39-BF45-7EEB-5CB64442518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21492079">
            <a:off x="929859" y="862172"/>
            <a:ext cx="4746677" cy="4746677"/>
          </a:xfrm>
          <a:prstGeom prst="rect">
            <a:avLst/>
          </a:prstGeom>
        </p:spPr>
      </p:pic>
      <p:sp>
        <p:nvSpPr>
          <p:cNvPr id="2" name="Title 1">
            <a:extLst>
              <a:ext uri="{FF2B5EF4-FFF2-40B4-BE49-F238E27FC236}">
                <a16:creationId xmlns:a16="http://schemas.microsoft.com/office/drawing/2014/main" id="{7EB3FF2D-5378-65AF-E04A-A90183E285E7}"/>
              </a:ext>
            </a:extLst>
          </p:cNvPr>
          <p:cNvSpPr>
            <a:spLocks noGrp="1"/>
          </p:cNvSpPr>
          <p:nvPr>
            <p:ph type="title"/>
          </p:nvPr>
        </p:nvSpPr>
        <p:spPr>
          <a:xfrm>
            <a:off x="5519057" y="3584988"/>
            <a:ext cx="5987143" cy="2037483"/>
          </a:xfrm>
        </p:spPr>
        <p:txBody>
          <a:bodyPr anchor="b">
            <a:normAutofit/>
          </a:bodyPr>
          <a:lstStyle/>
          <a:p>
            <a:r>
              <a:rPr lang="en-US" sz="5400"/>
              <a:t>Practice</a:t>
            </a:r>
          </a:p>
        </p:txBody>
      </p:sp>
      <p:sp>
        <p:nvSpPr>
          <p:cNvPr id="16" name="Freeform: Shape 15">
            <a:extLst>
              <a:ext uri="{FF2B5EF4-FFF2-40B4-BE49-F238E27FC236}">
                <a16:creationId xmlns:a16="http://schemas.microsoft.com/office/drawing/2014/main" id="{D50DB571-3A12-4BED-AAD9-9F00B1138D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514120">
            <a:off x="470659" y="-333929"/>
            <a:ext cx="500911" cy="1868387"/>
          </a:xfrm>
          <a:custGeom>
            <a:avLst/>
            <a:gdLst>
              <a:gd name="connsiteX0" fmla="*/ 0 w 555597"/>
              <a:gd name="connsiteY0" fmla="*/ 83880 h 1999290"/>
              <a:gd name="connsiteX1" fmla="*/ 49282 w 555597"/>
              <a:gd name="connsiteY1" fmla="*/ 71215 h 1999290"/>
              <a:gd name="connsiteX2" fmla="*/ 174397 w 555597"/>
              <a:gd name="connsiteY2" fmla="*/ 45224 h 1999290"/>
              <a:gd name="connsiteX3" fmla="*/ 242049 w 555597"/>
              <a:gd name="connsiteY3" fmla="*/ 54744 h 1999290"/>
              <a:gd name="connsiteX4" fmla="*/ 326503 w 555597"/>
              <a:gd name="connsiteY4" fmla="*/ 39434 h 1999290"/>
              <a:gd name="connsiteX5" fmla="*/ 343350 w 555597"/>
              <a:gd name="connsiteY5" fmla="*/ 40491 h 1999290"/>
              <a:gd name="connsiteX6" fmla="*/ 349790 w 555597"/>
              <a:gd name="connsiteY6" fmla="*/ 52348 h 1999290"/>
              <a:gd name="connsiteX7" fmla="*/ 355722 w 555597"/>
              <a:gd name="connsiteY7" fmla="*/ 54552 h 1999290"/>
              <a:gd name="connsiteX8" fmla="*/ 374741 w 555597"/>
              <a:gd name="connsiteY8" fmla="*/ 39676 h 1999290"/>
              <a:gd name="connsiteX9" fmla="*/ 469664 w 555597"/>
              <a:gd name="connsiteY9" fmla="*/ 48453 h 1999290"/>
              <a:gd name="connsiteX10" fmla="*/ 521607 w 555597"/>
              <a:gd name="connsiteY10" fmla="*/ 10408 h 1999290"/>
              <a:gd name="connsiteX11" fmla="*/ 555597 w 555597"/>
              <a:gd name="connsiteY11" fmla="*/ 0 h 1999290"/>
              <a:gd name="connsiteX12" fmla="*/ 555597 w 555597"/>
              <a:gd name="connsiteY12" fmla="*/ 1995494 h 1999290"/>
              <a:gd name="connsiteX13" fmla="*/ 537215 w 555597"/>
              <a:gd name="connsiteY13" fmla="*/ 1991185 h 1999290"/>
              <a:gd name="connsiteX14" fmla="*/ 479386 w 555597"/>
              <a:gd name="connsiteY14" fmla="*/ 1992931 h 1999290"/>
              <a:gd name="connsiteX15" fmla="*/ 462617 w 555597"/>
              <a:gd name="connsiteY15" fmla="*/ 1999290 h 1999290"/>
              <a:gd name="connsiteX16" fmla="*/ 420522 w 555597"/>
              <a:gd name="connsiteY16" fmla="*/ 1999290 h 1999290"/>
              <a:gd name="connsiteX17" fmla="*/ 382909 w 555597"/>
              <a:gd name="connsiteY17" fmla="*/ 1988738 h 1999290"/>
              <a:gd name="connsiteX18" fmla="*/ 295360 w 555597"/>
              <a:gd name="connsiteY18" fmla="*/ 1977122 h 1999290"/>
              <a:gd name="connsiteX19" fmla="*/ 256969 w 555597"/>
              <a:gd name="connsiteY19" fmla="*/ 1970444 h 1999290"/>
              <a:gd name="connsiteX20" fmla="*/ 227096 w 555597"/>
              <a:gd name="connsiteY20" fmla="*/ 1951548 h 1999290"/>
              <a:gd name="connsiteX21" fmla="*/ 222890 w 555597"/>
              <a:gd name="connsiteY21" fmla="*/ 1935696 h 1999290"/>
              <a:gd name="connsiteX22" fmla="*/ 202274 w 555597"/>
              <a:gd name="connsiteY22" fmla="*/ 1929911 h 1999290"/>
              <a:gd name="connsiteX23" fmla="*/ 197448 w 555597"/>
              <a:gd name="connsiteY23" fmla="*/ 1925621 h 1999290"/>
              <a:gd name="connsiteX24" fmla="*/ 169099 w 555597"/>
              <a:gd name="connsiteY24" fmla="*/ 1903786 h 1999290"/>
              <a:gd name="connsiteX25" fmla="*/ 92344 w 555597"/>
              <a:gd name="connsiteY25" fmla="*/ 1925464 h 1999290"/>
              <a:gd name="connsiteX26" fmla="*/ 11266 w 555597"/>
              <a:gd name="connsiteY26" fmla="*/ 1895947 h 1999290"/>
              <a:gd name="connsiteX27" fmla="*/ 0 w 555597"/>
              <a:gd name="connsiteY27" fmla="*/ 1893933 h 19992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55597" h="1999290">
                <a:moveTo>
                  <a:pt x="0" y="83880"/>
                </a:moveTo>
                <a:lnTo>
                  <a:pt x="49282" y="71215"/>
                </a:lnTo>
                <a:cubicBezTo>
                  <a:pt x="91656" y="63184"/>
                  <a:pt x="135655" y="58277"/>
                  <a:pt x="174397" y="45224"/>
                </a:cubicBezTo>
                <a:cubicBezTo>
                  <a:pt x="225837" y="94025"/>
                  <a:pt x="195077" y="47856"/>
                  <a:pt x="242049" y="54744"/>
                </a:cubicBezTo>
                <a:lnTo>
                  <a:pt x="326503" y="39434"/>
                </a:lnTo>
                <a:lnTo>
                  <a:pt x="343350" y="40491"/>
                </a:lnTo>
                <a:lnTo>
                  <a:pt x="349790" y="52348"/>
                </a:lnTo>
                <a:lnTo>
                  <a:pt x="355722" y="54552"/>
                </a:lnTo>
                <a:lnTo>
                  <a:pt x="374741" y="39676"/>
                </a:lnTo>
                <a:cubicBezTo>
                  <a:pt x="402796" y="31662"/>
                  <a:pt x="441033" y="50452"/>
                  <a:pt x="469664" y="48453"/>
                </a:cubicBezTo>
                <a:cubicBezTo>
                  <a:pt x="478380" y="29604"/>
                  <a:pt x="496522" y="19255"/>
                  <a:pt x="521607" y="10408"/>
                </a:cubicBezTo>
                <a:lnTo>
                  <a:pt x="555597" y="0"/>
                </a:lnTo>
                <a:lnTo>
                  <a:pt x="555597" y="1995494"/>
                </a:lnTo>
                <a:lnTo>
                  <a:pt x="537215" y="1991185"/>
                </a:lnTo>
                <a:cubicBezTo>
                  <a:pt x="514565" y="1988101"/>
                  <a:pt x="490837" y="1988688"/>
                  <a:pt x="479386" y="1992931"/>
                </a:cubicBezTo>
                <a:lnTo>
                  <a:pt x="462617" y="1999290"/>
                </a:lnTo>
                <a:lnTo>
                  <a:pt x="420522" y="1999290"/>
                </a:lnTo>
                <a:lnTo>
                  <a:pt x="382909" y="1988738"/>
                </a:lnTo>
                <a:cubicBezTo>
                  <a:pt x="350860" y="1976654"/>
                  <a:pt x="320299" y="1963332"/>
                  <a:pt x="295360" y="1977122"/>
                </a:cubicBezTo>
                <a:cubicBezTo>
                  <a:pt x="281004" y="1978006"/>
                  <a:pt x="268406" y="1975325"/>
                  <a:pt x="256969" y="1970444"/>
                </a:cubicBezTo>
                <a:lnTo>
                  <a:pt x="227096" y="1951548"/>
                </a:lnTo>
                <a:lnTo>
                  <a:pt x="222890" y="1935696"/>
                </a:lnTo>
                <a:lnTo>
                  <a:pt x="202274" y="1929911"/>
                </a:lnTo>
                <a:lnTo>
                  <a:pt x="197448" y="1925621"/>
                </a:lnTo>
                <a:cubicBezTo>
                  <a:pt x="188240" y="1917376"/>
                  <a:pt x="178991" y="1909643"/>
                  <a:pt x="169099" y="1903786"/>
                </a:cubicBezTo>
                <a:cubicBezTo>
                  <a:pt x="158518" y="1969055"/>
                  <a:pt x="83191" y="1864739"/>
                  <a:pt x="92344" y="1925464"/>
                </a:cubicBezTo>
                <a:cubicBezTo>
                  <a:pt x="36140" y="1904645"/>
                  <a:pt x="59596" y="1967908"/>
                  <a:pt x="11266" y="1895947"/>
                </a:cubicBezTo>
                <a:lnTo>
                  <a:pt x="0" y="1893933"/>
                </a:lnTo>
                <a:close/>
              </a:path>
            </a:pathLst>
          </a:custGeom>
          <a:blipFill dpi="0" rotWithShape="1">
            <a:blip r:embed="rId4">
              <a:alphaModFix amt="84000"/>
            </a:blip>
            <a:srcRect/>
            <a:tile tx="0" ty="0" sx="100000" sy="100000" flip="none" algn="tl"/>
          </a:blipFill>
          <a:ln>
            <a:noFill/>
          </a:ln>
          <a:effectLst>
            <a:outerShdw blurRad="63500" dist="12700" dir="8100000" algn="tr" rotWithShape="0">
              <a:prstClr val="black">
                <a:alpha val="32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8F10797F-6C1E-23CB-8DD3-922E7A853D67}"/>
              </a:ext>
            </a:extLst>
          </p:cNvPr>
          <p:cNvSpPr>
            <a:spLocks noGrp="1"/>
          </p:cNvSpPr>
          <p:nvPr>
            <p:ph idx="1"/>
          </p:nvPr>
        </p:nvSpPr>
        <p:spPr>
          <a:xfrm>
            <a:off x="6817057" y="796413"/>
            <a:ext cx="4297328" cy="2687797"/>
          </a:xfrm>
        </p:spPr>
        <p:txBody>
          <a:bodyPr>
            <a:noAutofit/>
          </a:bodyPr>
          <a:lstStyle/>
          <a:p>
            <a:pPr marL="0" indent="0">
              <a:buNone/>
            </a:pPr>
            <a:r>
              <a:rPr lang="en-US" sz="2800" dirty="0"/>
              <a:t>Use sodium chloride as an example, use dot diagram of each element and explain how MgCl</a:t>
            </a:r>
            <a:r>
              <a:rPr lang="en-US" sz="2800" baseline="-25000" dirty="0"/>
              <a:t>2</a:t>
            </a:r>
            <a:r>
              <a:rPr lang="en-US" sz="2800" dirty="0"/>
              <a:t> and Al</a:t>
            </a:r>
            <a:r>
              <a:rPr lang="en-US" sz="2800" baseline="-25000" dirty="0"/>
              <a:t>2</a:t>
            </a:r>
            <a:r>
              <a:rPr lang="en-US" sz="2800" dirty="0"/>
              <a:t>O</a:t>
            </a:r>
            <a:r>
              <a:rPr lang="en-US" sz="2800" baseline="-25000" dirty="0"/>
              <a:t>3 </a:t>
            </a:r>
            <a:r>
              <a:rPr lang="en-US" sz="2800" dirty="0"/>
              <a:t>are formed.</a:t>
            </a:r>
          </a:p>
        </p:txBody>
      </p:sp>
      <p:grpSp>
        <p:nvGrpSpPr>
          <p:cNvPr id="18" name="Group 17">
            <a:extLst>
              <a:ext uri="{FF2B5EF4-FFF2-40B4-BE49-F238E27FC236}">
                <a16:creationId xmlns:a16="http://schemas.microsoft.com/office/drawing/2014/main" id="{AC05837C-1102-4D24-9745-5D479508753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74436" y="6388259"/>
            <a:ext cx="358083" cy="368964"/>
            <a:chOff x="4135740" y="1795926"/>
            <a:chExt cx="558732" cy="575710"/>
          </a:xfrm>
        </p:grpSpPr>
        <p:grpSp>
          <p:nvGrpSpPr>
            <p:cNvPr id="19" name="Group 18">
              <a:extLst>
                <a:ext uri="{FF2B5EF4-FFF2-40B4-BE49-F238E27FC236}">
                  <a16:creationId xmlns:a16="http://schemas.microsoft.com/office/drawing/2014/main" id="{F6E0B0FD-D6DB-4660-A369-0B3722B2372E}"/>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4135740" y="1795926"/>
              <a:ext cx="558732" cy="575710"/>
              <a:chOff x="1028007" y="1706560"/>
              <a:chExt cx="575710" cy="575710"/>
            </a:xfrm>
          </p:grpSpPr>
          <p:cxnSp>
            <p:nvCxnSpPr>
              <p:cNvPr id="21" name="Straight Connector 20">
                <a:extLst>
                  <a:ext uri="{FF2B5EF4-FFF2-40B4-BE49-F238E27FC236}">
                    <a16:creationId xmlns:a16="http://schemas.microsoft.com/office/drawing/2014/main" id="{449F612E-2AC0-47A5-9CAE-71263025113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28007" y="1994415"/>
                <a:ext cx="57571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5F0A1FBB-5EAE-46FC-8024-C1610192375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6200000">
                <a:off x="1028007" y="1994415"/>
                <a:ext cx="57571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0" name="Oval 19">
              <a:extLst>
                <a:ext uri="{FF2B5EF4-FFF2-40B4-BE49-F238E27FC236}">
                  <a16:creationId xmlns:a16="http://schemas.microsoft.com/office/drawing/2014/main" id="{41CDB003-27ED-43D6-887A-E9126BC784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36389" y="1946248"/>
              <a:ext cx="157434" cy="157434"/>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5973125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23F5135F-115E-423C-BE4A-B56C35DC9F3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74436" y="6388259"/>
            <a:ext cx="358083" cy="368964"/>
            <a:chOff x="4135740" y="1795926"/>
            <a:chExt cx="558732" cy="575710"/>
          </a:xfrm>
        </p:grpSpPr>
        <p:grpSp>
          <p:nvGrpSpPr>
            <p:cNvPr id="10" name="Group 9">
              <a:extLst>
                <a:ext uri="{FF2B5EF4-FFF2-40B4-BE49-F238E27FC236}">
                  <a16:creationId xmlns:a16="http://schemas.microsoft.com/office/drawing/2014/main" id="{82C1E318-0F1F-4920-8C7D-FBAC66631B5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4135740" y="1795926"/>
              <a:ext cx="558732" cy="575710"/>
              <a:chOff x="1028007" y="1706560"/>
              <a:chExt cx="575710" cy="575710"/>
            </a:xfrm>
          </p:grpSpPr>
          <p:cxnSp>
            <p:nvCxnSpPr>
              <p:cNvPr id="12" name="Straight Connector 11">
                <a:extLst>
                  <a:ext uri="{FF2B5EF4-FFF2-40B4-BE49-F238E27FC236}">
                    <a16:creationId xmlns:a16="http://schemas.microsoft.com/office/drawing/2014/main" id="{DE4A7237-B6EB-4FB7-8B68-7C27438D477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28007" y="1994415"/>
                <a:ext cx="57571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84E00FDE-0838-4B5B-A782-6B6C92DB0A8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6200000">
                <a:off x="1028007" y="1994415"/>
                <a:ext cx="57571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 name="Oval 10">
              <a:extLst>
                <a:ext uri="{FF2B5EF4-FFF2-40B4-BE49-F238E27FC236}">
                  <a16:creationId xmlns:a16="http://schemas.microsoft.com/office/drawing/2014/main" id="{2BC1B2F3-8E83-4A70-B103-979C67EECE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36389" y="1946248"/>
              <a:ext cx="157434" cy="157434"/>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useBgFill="1">
        <p:nvSpPr>
          <p:cNvPr id="15" name="Rectangle 14">
            <a:extLst>
              <a:ext uri="{FF2B5EF4-FFF2-40B4-BE49-F238E27FC236}">
                <a16:creationId xmlns:a16="http://schemas.microsoft.com/office/drawing/2014/main" id="{45D307FA-6EBE-462C-99A2-25512D13EC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EAF34AB-AE16-45B5-ABC1-801F062234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blipFill dpi="0" rotWithShape="1">
            <a:blip r:embed="rId2"/>
            <a:srcRect/>
            <a:tile tx="0" ty="0" sx="100000" sy="100000" flip="none" algn="tl"/>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Solo journey">
            <a:extLst>
              <a:ext uri="{FF2B5EF4-FFF2-40B4-BE49-F238E27FC236}">
                <a16:creationId xmlns:a16="http://schemas.microsoft.com/office/drawing/2014/main" id="{1727D5A0-CDA4-3A80-BFC0-32C8D7B2FEE7}"/>
              </a:ext>
            </a:extLst>
          </p:cNvPr>
          <p:cNvPicPr>
            <a:picLocks noChangeAspect="1"/>
          </p:cNvPicPr>
          <p:nvPr/>
        </p:nvPicPr>
        <p:blipFill rotWithShape="1">
          <a:blip r:embed="rId3">
            <a:alphaModFix amt="84000"/>
          </a:blip>
          <a:srcRect t="14293" b="10707"/>
          <a:stretch/>
        </p:blipFill>
        <p:spPr>
          <a:xfrm>
            <a:off x="20" y="10"/>
            <a:ext cx="12191980" cy="6857990"/>
          </a:xfrm>
          <a:prstGeom prst="rect">
            <a:avLst/>
          </a:prstGeom>
        </p:spPr>
      </p:pic>
      <p:sp>
        <p:nvSpPr>
          <p:cNvPr id="19" name="Rectangle 18">
            <a:extLst>
              <a:ext uri="{FF2B5EF4-FFF2-40B4-BE49-F238E27FC236}">
                <a16:creationId xmlns:a16="http://schemas.microsoft.com/office/drawing/2014/main" id="{7B20F68C-33F0-439B-8625-CDC2BA6761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729944" y="729943"/>
            <a:ext cx="6858000" cy="5398113"/>
          </a:xfrm>
          <a:prstGeom prst="rect">
            <a:avLst/>
          </a:prstGeom>
          <a:gradFill flip="none" rotWithShape="1">
            <a:gsLst>
              <a:gs pos="0">
                <a:srgbClr val="000000">
                  <a:alpha val="35000"/>
                </a:srgbClr>
              </a:gs>
              <a:gs pos="100000">
                <a:srgbClr val="000000">
                  <a:alpha val="0"/>
                </a:srgbClr>
              </a:gs>
              <a:gs pos="37000">
                <a:srgbClr val="000000">
                  <a:alpha val="20000"/>
                </a:srgb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8B4C6720-D71A-85B9-694C-C36953977D85}"/>
              </a:ext>
            </a:extLst>
          </p:cNvPr>
          <p:cNvSpPr>
            <a:spLocks noGrp="1"/>
          </p:cNvSpPr>
          <p:nvPr>
            <p:ph type="title"/>
          </p:nvPr>
        </p:nvSpPr>
        <p:spPr>
          <a:xfrm>
            <a:off x="842356" y="853440"/>
            <a:ext cx="4063873" cy="1569719"/>
          </a:xfrm>
        </p:spPr>
        <p:txBody>
          <a:bodyPr vert="horz" lIns="91440" tIns="45720" rIns="91440" bIns="45720" rtlCol="0" anchor="t">
            <a:normAutofit/>
          </a:bodyPr>
          <a:lstStyle/>
          <a:p>
            <a:r>
              <a:rPr lang="en-US" sz="3200" i="1" kern="1200">
                <a:solidFill>
                  <a:srgbClr val="000000"/>
                </a:solidFill>
                <a:highlight>
                  <a:srgbClr val="FFFF00"/>
                </a:highlight>
                <a:latin typeface="+mj-lt"/>
                <a:ea typeface="+mj-ea"/>
                <a:cs typeface="+mj-cs"/>
              </a:rPr>
              <a:t>A Conceptual Understanding</a:t>
            </a:r>
          </a:p>
        </p:txBody>
      </p:sp>
      <p:sp>
        <p:nvSpPr>
          <p:cNvPr id="3" name="Content Placeholder 2">
            <a:extLst>
              <a:ext uri="{FF2B5EF4-FFF2-40B4-BE49-F238E27FC236}">
                <a16:creationId xmlns:a16="http://schemas.microsoft.com/office/drawing/2014/main" id="{063A5F37-7CDB-68C4-9BC0-54F860883900}"/>
              </a:ext>
            </a:extLst>
          </p:cNvPr>
          <p:cNvSpPr>
            <a:spLocks noGrp="1"/>
          </p:cNvSpPr>
          <p:nvPr>
            <p:ph idx="1"/>
          </p:nvPr>
        </p:nvSpPr>
        <p:spPr>
          <a:xfrm>
            <a:off x="842355" y="2423160"/>
            <a:ext cx="4063874" cy="1569718"/>
          </a:xfrm>
        </p:spPr>
        <p:txBody>
          <a:bodyPr vert="horz" lIns="91440" tIns="45720" rIns="91440" bIns="45720" rtlCol="0">
            <a:noAutofit/>
          </a:bodyPr>
          <a:lstStyle/>
          <a:p>
            <a:pPr marL="0" indent="0">
              <a:buNone/>
            </a:pPr>
            <a:r>
              <a:rPr lang="en-US" sz="2800" kern="1200" dirty="0">
                <a:solidFill>
                  <a:srgbClr val="FFFFFF"/>
                </a:solidFill>
                <a:latin typeface="+mn-lt"/>
                <a:ea typeface="+mn-ea"/>
                <a:cs typeface="+mn-cs"/>
              </a:rPr>
              <a:t>What determines the strength of the attraction between cations and anions?</a:t>
            </a:r>
          </a:p>
        </p:txBody>
      </p:sp>
      <p:grpSp>
        <p:nvGrpSpPr>
          <p:cNvPr id="21" name="Group 20">
            <a:extLst>
              <a:ext uri="{FF2B5EF4-FFF2-40B4-BE49-F238E27FC236}">
                <a16:creationId xmlns:a16="http://schemas.microsoft.com/office/drawing/2014/main" id="{EA453187-2CF0-46A9-AA9B-8918BA68D0B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74436" y="6388259"/>
            <a:ext cx="358083" cy="368964"/>
            <a:chOff x="4135740" y="1795926"/>
            <a:chExt cx="558732" cy="575710"/>
          </a:xfrm>
        </p:grpSpPr>
        <p:grpSp>
          <p:nvGrpSpPr>
            <p:cNvPr id="22" name="Group 21">
              <a:extLst>
                <a:ext uri="{FF2B5EF4-FFF2-40B4-BE49-F238E27FC236}">
                  <a16:creationId xmlns:a16="http://schemas.microsoft.com/office/drawing/2014/main" id="{16B33614-B2DD-490C-BEA3-564129B6AA42}"/>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4135740" y="1795926"/>
              <a:ext cx="558732" cy="575710"/>
              <a:chOff x="1028007" y="1706560"/>
              <a:chExt cx="575710" cy="575710"/>
            </a:xfrm>
          </p:grpSpPr>
          <p:cxnSp>
            <p:nvCxnSpPr>
              <p:cNvPr id="24" name="Straight Connector 23">
                <a:extLst>
                  <a:ext uri="{FF2B5EF4-FFF2-40B4-BE49-F238E27FC236}">
                    <a16:creationId xmlns:a16="http://schemas.microsoft.com/office/drawing/2014/main" id="{BA8B0DBA-6761-4CDC-8B71-C1594FC5B0A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28007" y="1994415"/>
                <a:ext cx="575710" cy="0"/>
              </a:xfrm>
              <a:prstGeom prst="line">
                <a:avLst/>
              </a:prstGeom>
              <a:ln w="9525">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21A15258-2360-45C1-8DBA-ACD6A100262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6200000">
                <a:off x="1028007" y="1994415"/>
                <a:ext cx="575710" cy="0"/>
              </a:xfrm>
              <a:prstGeom prst="line">
                <a:avLst/>
              </a:prstGeom>
              <a:ln w="9525">
                <a:solidFill>
                  <a:srgbClr val="FFFFFF"/>
                </a:solidFill>
              </a:ln>
            </p:spPr>
            <p:style>
              <a:lnRef idx="1">
                <a:schemeClr val="accent1"/>
              </a:lnRef>
              <a:fillRef idx="0">
                <a:schemeClr val="accent1"/>
              </a:fillRef>
              <a:effectRef idx="0">
                <a:schemeClr val="accent1"/>
              </a:effectRef>
              <a:fontRef idx="minor">
                <a:schemeClr val="tx1"/>
              </a:fontRef>
            </p:style>
          </p:cxnSp>
        </p:grpSp>
        <p:sp>
          <p:nvSpPr>
            <p:cNvPr id="23" name="Oval 22">
              <a:extLst>
                <a:ext uri="{FF2B5EF4-FFF2-40B4-BE49-F238E27FC236}">
                  <a16:creationId xmlns:a16="http://schemas.microsoft.com/office/drawing/2014/main" id="{0AE5B18B-E1A6-4A04-86B9-294AC2BCFE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36389" y="1946248"/>
              <a:ext cx="157434" cy="157434"/>
            </a:xfrm>
            <a:prstGeom prst="ellipse">
              <a:avLst/>
            </a:prstGeom>
            <a:noFill/>
            <a:ln w="952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3248637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D01812-7FA2-FAF0-88D5-9A779907E365}"/>
              </a:ext>
            </a:extLst>
          </p:cNvPr>
          <p:cNvSpPr>
            <a:spLocks noGrp="1"/>
          </p:cNvSpPr>
          <p:nvPr>
            <p:ph type="title"/>
          </p:nvPr>
        </p:nvSpPr>
        <p:spPr/>
        <p:txBody>
          <a:bodyPr/>
          <a:lstStyle/>
          <a:p>
            <a:r>
              <a:rPr lang="en-US" dirty="0"/>
              <a:t>Compounds containing ionic bond</a:t>
            </a:r>
          </a:p>
        </p:txBody>
      </p:sp>
      <p:sp>
        <p:nvSpPr>
          <p:cNvPr id="3" name="Content Placeholder 2">
            <a:extLst>
              <a:ext uri="{FF2B5EF4-FFF2-40B4-BE49-F238E27FC236}">
                <a16:creationId xmlns:a16="http://schemas.microsoft.com/office/drawing/2014/main" id="{808360BC-DA50-63CE-0FFF-19F56293B815}"/>
              </a:ext>
            </a:extLst>
          </p:cNvPr>
          <p:cNvSpPr>
            <a:spLocks noGrp="1"/>
          </p:cNvSpPr>
          <p:nvPr>
            <p:ph idx="1"/>
          </p:nvPr>
        </p:nvSpPr>
        <p:spPr/>
        <p:txBody>
          <a:bodyPr/>
          <a:lstStyle/>
          <a:p>
            <a:r>
              <a:rPr lang="en-US" dirty="0"/>
              <a:t>Compounds containing ionic bonds are called ionic compound.</a:t>
            </a:r>
          </a:p>
          <a:p>
            <a:r>
              <a:rPr lang="en-US" dirty="0"/>
              <a:t>Ionic compounds are hard and bristle</a:t>
            </a:r>
          </a:p>
          <a:p>
            <a:r>
              <a:rPr lang="en-US" dirty="0"/>
              <a:t>Ionic compounds usually have high melting and boiling point</a:t>
            </a:r>
          </a:p>
          <a:p>
            <a:r>
              <a:rPr lang="en-US" dirty="0"/>
              <a:t>Ionic compounds do not conduct electricity in solid state but conducts electricity in aqueous or molten state.</a:t>
            </a:r>
          </a:p>
          <a:p>
            <a:r>
              <a:rPr lang="en-US" dirty="0"/>
              <a:t>They have different abilities to conduct electricity in aqueous state.</a:t>
            </a:r>
          </a:p>
          <a:p>
            <a:endParaRPr lang="en-US" dirty="0"/>
          </a:p>
        </p:txBody>
      </p:sp>
    </p:spTree>
    <p:extLst>
      <p:ext uri="{BB962C8B-B14F-4D97-AF65-F5344CB8AC3E}">
        <p14:creationId xmlns:p14="http://schemas.microsoft.com/office/powerpoint/2010/main" val="367614646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A600B0-10DC-6314-CEF3-B44D9E093DA2}"/>
              </a:ext>
            </a:extLst>
          </p:cNvPr>
          <p:cNvSpPr>
            <a:spLocks noGrp="1"/>
          </p:cNvSpPr>
          <p:nvPr>
            <p:ph type="title"/>
          </p:nvPr>
        </p:nvSpPr>
        <p:spPr/>
        <p:txBody>
          <a:bodyPr/>
          <a:lstStyle/>
          <a:p>
            <a:r>
              <a:rPr lang="en-US" dirty="0"/>
              <a:t>Practice</a:t>
            </a:r>
          </a:p>
        </p:txBody>
      </p:sp>
      <p:sp>
        <p:nvSpPr>
          <p:cNvPr id="3" name="Content Placeholder 2">
            <a:extLst>
              <a:ext uri="{FF2B5EF4-FFF2-40B4-BE49-F238E27FC236}">
                <a16:creationId xmlns:a16="http://schemas.microsoft.com/office/drawing/2014/main" id="{22F8508C-3904-ECAF-9657-A45CA2C2E75B}"/>
              </a:ext>
            </a:extLst>
          </p:cNvPr>
          <p:cNvSpPr>
            <a:spLocks noGrp="1"/>
          </p:cNvSpPr>
          <p:nvPr>
            <p:ph idx="1"/>
          </p:nvPr>
        </p:nvSpPr>
        <p:spPr/>
        <p:txBody>
          <a:bodyPr/>
          <a:lstStyle/>
          <a:p>
            <a:pPr marL="0" indent="0">
              <a:buNone/>
            </a:pPr>
            <a:r>
              <a:rPr lang="en-US" dirty="0"/>
              <a:t>Identify which of the following compounds are ionic compounds</a:t>
            </a:r>
          </a:p>
          <a:p>
            <a:pPr marL="0" indent="0">
              <a:buNone/>
            </a:pPr>
            <a:endParaRPr lang="en-US" dirty="0"/>
          </a:p>
          <a:p>
            <a:pPr marL="0" indent="0">
              <a:buNone/>
            </a:pPr>
            <a:r>
              <a:rPr lang="en-US" sz="2400" dirty="0"/>
              <a:t>HCl			MgSO</a:t>
            </a:r>
            <a:r>
              <a:rPr lang="en-US" sz="2400" baseline="-25000" dirty="0"/>
              <a:t>4</a:t>
            </a:r>
            <a:r>
              <a:rPr lang="en-US" sz="2400" dirty="0"/>
              <a:t>			Graphite(</a:t>
            </a:r>
            <a:r>
              <a:rPr lang="zh-CN" altLang="en-US" sz="2400" dirty="0"/>
              <a:t>石墨）</a:t>
            </a:r>
            <a:endParaRPr lang="en-US" altLang="zh-CN" sz="2400" dirty="0"/>
          </a:p>
          <a:p>
            <a:pPr marL="0" indent="0">
              <a:buNone/>
            </a:pPr>
            <a:endParaRPr lang="en-US" sz="2400" dirty="0"/>
          </a:p>
          <a:p>
            <a:pPr marL="0" indent="0">
              <a:buNone/>
            </a:pPr>
            <a:endParaRPr lang="en-US" sz="2400" dirty="0"/>
          </a:p>
          <a:p>
            <a:pPr marL="0" indent="0">
              <a:buNone/>
            </a:pPr>
            <a:r>
              <a:rPr lang="en-US" sz="2400" dirty="0"/>
              <a:t>C</a:t>
            </a:r>
            <a:r>
              <a:rPr lang="en-US" sz="2400" baseline="-25000" dirty="0"/>
              <a:t>6</a:t>
            </a:r>
            <a:r>
              <a:rPr lang="en-US" sz="2400" dirty="0"/>
              <a:t>H</a:t>
            </a:r>
            <a:r>
              <a:rPr lang="en-US" sz="2400" baseline="-25000" dirty="0"/>
              <a:t>12</a:t>
            </a:r>
            <a:r>
              <a:rPr lang="en-US" sz="2400" dirty="0"/>
              <a:t>O</a:t>
            </a:r>
            <a:r>
              <a:rPr lang="en-US" sz="2400" baseline="-25000" dirty="0"/>
              <a:t>6			</a:t>
            </a:r>
            <a:r>
              <a:rPr lang="en-US" sz="2400" dirty="0"/>
              <a:t>P</a:t>
            </a:r>
            <a:r>
              <a:rPr lang="en-US" sz="2400" baseline="-25000" dirty="0"/>
              <a:t>2</a:t>
            </a:r>
            <a:r>
              <a:rPr lang="en-US" sz="2400" dirty="0"/>
              <a:t>O</a:t>
            </a:r>
            <a:r>
              <a:rPr lang="en-US" sz="2400" baseline="-25000" dirty="0"/>
              <a:t>5			</a:t>
            </a:r>
            <a:r>
              <a:rPr lang="en-US" sz="2400" dirty="0"/>
              <a:t>H</a:t>
            </a:r>
            <a:r>
              <a:rPr lang="en-US" sz="2400" baseline="-25000" dirty="0"/>
              <a:t>2</a:t>
            </a:r>
            <a:r>
              <a:rPr lang="en-US" sz="2400" dirty="0"/>
              <a:t>SO</a:t>
            </a:r>
            <a:r>
              <a:rPr lang="en-US" sz="2400" baseline="-25000" dirty="0"/>
              <a:t>4</a:t>
            </a:r>
            <a:endParaRPr lang="en-US" sz="2400" dirty="0"/>
          </a:p>
        </p:txBody>
      </p:sp>
    </p:spTree>
    <p:extLst>
      <p:ext uri="{BB962C8B-B14F-4D97-AF65-F5344CB8AC3E}">
        <p14:creationId xmlns:p14="http://schemas.microsoft.com/office/powerpoint/2010/main" val="267009800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BCB98-3F3D-C21A-034F-D93F8A4A0ADF}"/>
              </a:ext>
            </a:extLst>
          </p:cNvPr>
          <p:cNvSpPr>
            <a:spLocks noGrp="1"/>
          </p:cNvSpPr>
          <p:nvPr>
            <p:ph type="title"/>
          </p:nvPr>
        </p:nvSpPr>
        <p:spPr/>
        <p:txBody>
          <a:bodyPr/>
          <a:lstStyle/>
          <a:p>
            <a:r>
              <a:rPr lang="en-US" dirty="0"/>
              <a:t>Class Demo- Strong and Weak Electrolyte</a:t>
            </a:r>
          </a:p>
        </p:txBody>
      </p:sp>
      <p:sp>
        <p:nvSpPr>
          <p:cNvPr id="3" name="Content Placeholder 2">
            <a:extLst>
              <a:ext uri="{FF2B5EF4-FFF2-40B4-BE49-F238E27FC236}">
                <a16:creationId xmlns:a16="http://schemas.microsoft.com/office/drawing/2014/main" id="{90EBD171-A9D3-DEBD-DCD4-B47349A20899}"/>
              </a:ext>
            </a:extLst>
          </p:cNvPr>
          <p:cNvSpPr>
            <a:spLocks noGrp="1"/>
          </p:cNvSpPr>
          <p:nvPr>
            <p:ph idx="1"/>
          </p:nvPr>
        </p:nvSpPr>
        <p:spPr/>
        <p:txBody>
          <a:bodyPr>
            <a:normAutofit fontScale="92500"/>
          </a:bodyPr>
          <a:lstStyle/>
          <a:p>
            <a:pPr marL="0" indent="0">
              <a:buNone/>
            </a:pPr>
            <a:r>
              <a:rPr lang="en-US" sz="2600" dirty="0"/>
              <a:t>Electrolyte</a:t>
            </a:r>
          </a:p>
          <a:p>
            <a:r>
              <a:rPr lang="en-US" sz="2400" dirty="0"/>
              <a:t>Chemicals able to conduct electricity in aqueous state</a:t>
            </a:r>
          </a:p>
          <a:p>
            <a:r>
              <a:rPr lang="en-US" sz="2400" dirty="0"/>
              <a:t>Electrolytes are not necessarily ionic compounds</a:t>
            </a:r>
          </a:p>
          <a:p>
            <a:r>
              <a:rPr lang="en-US" sz="2400" b="0" i="0" dirty="0">
                <a:effectLst/>
              </a:rPr>
              <a:t>A strong electrolyte is an electrolyte that dissolves almost completely in water. An example of a strong electrolyte is Hydrogen Chloride (HCl). A weak electrolyte is an electrolyte that doesn't dissolve completely in water.</a:t>
            </a:r>
            <a:endParaRPr lang="en-US" sz="2400" dirty="0"/>
          </a:p>
          <a:p>
            <a:endParaRPr lang="en-US" dirty="0"/>
          </a:p>
        </p:txBody>
      </p:sp>
    </p:spTree>
    <p:extLst>
      <p:ext uri="{BB962C8B-B14F-4D97-AF65-F5344CB8AC3E}">
        <p14:creationId xmlns:p14="http://schemas.microsoft.com/office/powerpoint/2010/main" val="415646020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40F9F56E-5A69-4F79-A578-5963B46C14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6CDA1E9-D479-1663-5105-7E9219768246}"/>
              </a:ext>
            </a:extLst>
          </p:cNvPr>
          <p:cNvSpPr>
            <a:spLocks noGrp="1"/>
          </p:cNvSpPr>
          <p:nvPr>
            <p:ph type="title"/>
          </p:nvPr>
        </p:nvSpPr>
        <p:spPr>
          <a:xfrm>
            <a:off x="1219199" y="365125"/>
            <a:ext cx="5509684" cy="1578930"/>
          </a:xfrm>
        </p:spPr>
        <p:txBody>
          <a:bodyPr>
            <a:normAutofit/>
          </a:bodyPr>
          <a:lstStyle/>
          <a:p>
            <a:r>
              <a:rPr lang="en-US"/>
              <a:t>W</a:t>
            </a:r>
            <a:r>
              <a:rPr lang="en-US" altLang="zh-CN"/>
              <a:t>hat is NaCl?</a:t>
            </a:r>
            <a:endParaRPr lang="en-US" dirty="0"/>
          </a:p>
        </p:txBody>
      </p:sp>
      <p:sp>
        <p:nvSpPr>
          <p:cNvPr id="3" name="Content Placeholder 2">
            <a:extLst>
              <a:ext uri="{FF2B5EF4-FFF2-40B4-BE49-F238E27FC236}">
                <a16:creationId xmlns:a16="http://schemas.microsoft.com/office/drawing/2014/main" id="{CD1D68DF-DD07-8ECE-00F2-98CDCAC72E71}"/>
              </a:ext>
            </a:extLst>
          </p:cNvPr>
          <p:cNvSpPr>
            <a:spLocks noGrp="1"/>
          </p:cNvSpPr>
          <p:nvPr>
            <p:ph idx="1"/>
          </p:nvPr>
        </p:nvSpPr>
        <p:spPr>
          <a:xfrm>
            <a:off x="1219200" y="2331288"/>
            <a:ext cx="5509684" cy="3840912"/>
          </a:xfrm>
        </p:spPr>
        <p:txBody>
          <a:bodyPr>
            <a:normAutofit/>
          </a:bodyPr>
          <a:lstStyle/>
          <a:p>
            <a:r>
              <a:rPr lang="en-US"/>
              <a:t>As a result of these electrostatic forces of attraction, each ion is surrounded by opposite charge ions which give rise to the formation of a three-dimensional solid ionic crystal lattice.</a:t>
            </a:r>
          </a:p>
          <a:p>
            <a:r>
              <a:rPr lang="en-US"/>
              <a:t>A crystal is a solid whose constituent particles are arranged in space following a pattern to form geometric figures.</a:t>
            </a:r>
          </a:p>
          <a:p>
            <a:endParaRPr lang="en-US" dirty="0"/>
          </a:p>
        </p:txBody>
      </p:sp>
      <p:sp>
        <p:nvSpPr>
          <p:cNvPr id="2057" name="Rectangle 13">
            <a:extLst>
              <a:ext uri="{FF2B5EF4-FFF2-40B4-BE49-F238E27FC236}">
                <a16:creationId xmlns:a16="http://schemas.microsoft.com/office/drawing/2014/main" id="{E99323BC-1B70-447E-A2E4-BD7851671A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54245">
            <a:off x="7357309" y="579304"/>
            <a:ext cx="4207231" cy="5687459"/>
          </a:xfrm>
          <a:custGeom>
            <a:avLst/>
            <a:gdLst>
              <a:gd name="connsiteX0" fmla="*/ 0 w 4212976"/>
              <a:gd name="connsiteY0" fmla="*/ 0 h 5687201"/>
              <a:gd name="connsiteX1" fmla="*/ 4212976 w 4212976"/>
              <a:gd name="connsiteY1" fmla="*/ 0 h 5687201"/>
              <a:gd name="connsiteX2" fmla="*/ 4212976 w 4212976"/>
              <a:gd name="connsiteY2" fmla="*/ 5687201 h 5687201"/>
              <a:gd name="connsiteX3" fmla="*/ 0 w 4212976"/>
              <a:gd name="connsiteY3" fmla="*/ 5687201 h 5687201"/>
              <a:gd name="connsiteX4" fmla="*/ 0 w 4212976"/>
              <a:gd name="connsiteY4" fmla="*/ 0 h 5687201"/>
              <a:gd name="connsiteX0" fmla="*/ 0 w 4212976"/>
              <a:gd name="connsiteY0" fmla="*/ 0 h 5687201"/>
              <a:gd name="connsiteX1" fmla="*/ 4212976 w 4212976"/>
              <a:gd name="connsiteY1" fmla="*/ 0 h 5687201"/>
              <a:gd name="connsiteX2" fmla="*/ 4212976 w 4212976"/>
              <a:gd name="connsiteY2" fmla="*/ 5687201 h 5687201"/>
              <a:gd name="connsiteX3" fmla="*/ 22981 w 4212976"/>
              <a:gd name="connsiteY3" fmla="*/ 5686169 h 5687201"/>
              <a:gd name="connsiteX4" fmla="*/ 0 w 4212976"/>
              <a:gd name="connsiteY4" fmla="*/ 0 h 5687201"/>
              <a:gd name="connsiteX0" fmla="*/ 0 w 4207231"/>
              <a:gd name="connsiteY0" fmla="*/ 0 h 5687459"/>
              <a:gd name="connsiteX1" fmla="*/ 4207231 w 4207231"/>
              <a:gd name="connsiteY1" fmla="*/ 258 h 5687459"/>
              <a:gd name="connsiteX2" fmla="*/ 4207231 w 4207231"/>
              <a:gd name="connsiteY2" fmla="*/ 5687459 h 5687459"/>
              <a:gd name="connsiteX3" fmla="*/ 17236 w 4207231"/>
              <a:gd name="connsiteY3" fmla="*/ 5686427 h 5687459"/>
              <a:gd name="connsiteX4" fmla="*/ 0 w 4207231"/>
              <a:gd name="connsiteY4" fmla="*/ 0 h 56874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7231" h="5687459">
                <a:moveTo>
                  <a:pt x="0" y="0"/>
                </a:moveTo>
                <a:lnTo>
                  <a:pt x="4207231" y="258"/>
                </a:lnTo>
                <a:lnTo>
                  <a:pt x="4207231" y="5687459"/>
                </a:lnTo>
                <a:lnTo>
                  <a:pt x="17236" y="5686427"/>
                </a:lnTo>
                <a:cubicBezTo>
                  <a:pt x="9576" y="3791037"/>
                  <a:pt x="7660" y="1895390"/>
                  <a:pt x="0" y="0"/>
                </a:cubicBezTo>
                <a:close/>
              </a:path>
            </a:pathLst>
          </a:custGeom>
          <a:solidFill>
            <a:schemeClr val="tx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9" name="Freeform: Shape 2058">
            <a:extLst>
              <a:ext uri="{FF2B5EF4-FFF2-40B4-BE49-F238E27FC236}">
                <a16:creationId xmlns:a16="http://schemas.microsoft.com/office/drawing/2014/main" id="{1FFF5263-8C19-4573-8C94-FC74D1ED10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561469">
            <a:off x="7347250" y="569415"/>
            <a:ext cx="4259614" cy="5705181"/>
          </a:xfrm>
          <a:custGeom>
            <a:avLst/>
            <a:gdLst>
              <a:gd name="connsiteX0" fmla="*/ 412307 w 4662328"/>
              <a:gd name="connsiteY0" fmla="*/ 0 h 5549975"/>
              <a:gd name="connsiteX1" fmla="*/ 3414493 w 4662328"/>
              <a:gd name="connsiteY1" fmla="*/ 171842 h 5549975"/>
              <a:gd name="connsiteX2" fmla="*/ 4243304 w 4662328"/>
              <a:gd name="connsiteY2" fmla="*/ 226950 h 5549975"/>
              <a:gd name="connsiteX3" fmla="*/ 4616498 w 4662328"/>
              <a:gd name="connsiteY3" fmla="*/ 247374 h 5549975"/>
              <a:gd name="connsiteX4" fmla="*/ 4644377 w 4662328"/>
              <a:gd name="connsiteY4" fmla="*/ 269179 h 5549975"/>
              <a:gd name="connsiteX5" fmla="*/ 4642603 w 4662328"/>
              <a:gd name="connsiteY5" fmla="*/ 300930 h 5549975"/>
              <a:gd name="connsiteX6" fmla="*/ 4645525 w 4662328"/>
              <a:gd name="connsiteY6" fmla="*/ 302647 h 5549975"/>
              <a:gd name="connsiteX7" fmla="*/ 4661951 w 4662328"/>
              <a:gd name="connsiteY7" fmla="*/ 334222 h 5549975"/>
              <a:gd name="connsiteX8" fmla="*/ 4639690 w 4662328"/>
              <a:gd name="connsiteY8" fmla="*/ 391868 h 5549975"/>
              <a:gd name="connsiteX9" fmla="*/ 4636202 w 4662328"/>
              <a:gd name="connsiteY9" fmla="*/ 415489 h 5549975"/>
              <a:gd name="connsiteX10" fmla="*/ 4631097 w 4662328"/>
              <a:gd name="connsiteY10" fmla="*/ 506828 h 5549975"/>
              <a:gd name="connsiteX11" fmla="*/ 4630447 w 4662328"/>
              <a:gd name="connsiteY11" fmla="*/ 553245 h 5549975"/>
              <a:gd name="connsiteX12" fmla="*/ 4627348 w 4662328"/>
              <a:gd name="connsiteY12" fmla="*/ 581709 h 5549975"/>
              <a:gd name="connsiteX13" fmla="*/ 4626679 w 4662328"/>
              <a:gd name="connsiteY13" fmla="*/ 585890 h 5549975"/>
              <a:gd name="connsiteX14" fmla="*/ 4613742 w 4662328"/>
              <a:gd name="connsiteY14" fmla="*/ 817404 h 5549975"/>
              <a:gd name="connsiteX15" fmla="*/ 4615455 w 4662328"/>
              <a:gd name="connsiteY15" fmla="*/ 822238 h 5549975"/>
              <a:gd name="connsiteX16" fmla="*/ 4613304 w 4662328"/>
              <a:gd name="connsiteY16" fmla="*/ 846069 h 5549975"/>
              <a:gd name="connsiteX17" fmla="*/ 4611704 w 4662328"/>
              <a:gd name="connsiteY17" fmla="*/ 853854 h 5549975"/>
              <a:gd name="connsiteX18" fmla="*/ 4605466 w 4662328"/>
              <a:gd name="connsiteY18" fmla="*/ 965485 h 5549975"/>
              <a:gd name="connsiteX19" fmla="*/ 4607543 w 4662328"/>
              <a:gd name="connsiteY19" fmla="*/ 966385 h 5549975"/>
              <a:gd name="connsiteX20" fmla="*/ 4611662 w 4662328"/>
              <a:gd name="connsiteY20" fmla="*/ 1002567 h 5549975"/>
              <a:gd name="connsiteX21" fmla="*/ 4606864 w 4662328"/>
              <a:gd name="connsiteY21" fmla="*/ 1101094 h 5549975"/>
              <a:gd name="connsiteX22" fmla="*/ 4606759 w 4662328"/>
              <a:gd name="connsiteY22" fmla="*/ 1159389 h 5549975"/>
              <a:gd name="connsiteX23" fmla="*/ 4611062 w 4662328"/>
              <a:gd name="connsiteY23" fmla="*/ 1180505 h 5549975"/>
              <a:gd name="connsiteX24" fmla="*/ 4614152 w 4662328"/>
              <a:gd name="connsiteY24" fmla="*/ 1210687 h 5549975"/>
              <a:gd name="connsiteX25" fmla="*/ 4622969 w 4662328"/>
              <a:gd name="connsiteY25" fmla="*/ 1263157 h 5549975"/>
              <a:gd name="connsiteX26" fmla="*/ 4625246 w 4662328"/>
              <a:gd name="connsiteY26" fmla="*/ 1313374 h 5549975"/>
              <a:gd name="connsiteX27" fmla="*/ 4624366 w 4662328"/>
              <a:gd name="connsiteY27" fmla="*/ 1347004 h 5549975"/>
              <a:gd name="connsiteX28" fmla="*/ 4623903 w 4662328"/>
              <a:gd name="connsiteY28" fmla="*/ 1351864 h 5549975"/>
              <a:gd name="connsiteX29" fmla="*/ 4614784 w 4662328"/>
              <a:gd name="connsiteY29" fmla="*/ 1391762 h 5549975"/>
              <a:gd name="connsiteX30" fmla="*/ 4618048 w 4662328"/>
              <a:gd name="connsiteY30" fmla="*/ 1395707 h 5549975"/>
              <a:gd name="connsiteX31" fmla="*/ 4620890 w 4662328"/>
              <a:gd name="connsiteY31" fmla="*/ 1408524 h 5549975"/>
              <a:gd name="connsiteX32" fmla="*/ 4616149 w 4662328"/>
              <a:gd name="connsiteY32" fmla="*/ 1419109 h 5549975"/>
              <a:gd name="connsiteX33" fmla="*/ 4605965 w 4662328"/>
              <a:gd name="connsiteY33" fmla="*/ 1469337 h 5549975"/>
              <a:gd name="connsiteX34" fmla="*/ 4595068 w 4662328"/>
              <a:gd name="connsiteY34" fmla="*/ 1543038 h 5549975"/>
              <a:gd name="connsiteX35" fmla="*/ 4590187 w 4662328"/>
              <a:gd name="connsiteY35" fmla="*/ 1553997 h 5549975"/>
              <a:gd name="connsiteX36" fmla="*/ 4575759 w 4662328"/>
              <a:gd name="connsiteY36" fmla="*/ 1626071 h 5549975"/>
              <a:gd name="connsiteX37" fmla="*/ 4572044 w 4662328"/>
              <a:gd name="connsiteY37" fmla="*/ 1664103 h 5549975"/>
              <a:gd name="connsiteX38" fmla="*/ 4575704 w 4662328"/>
              <a:gd name="connsiteY38" fmla="*/ 1668558 h 5549975"/>
              <a:gd name="connsiteX39" fmla="*/ 4574054 w 4662328"/>
              <a:gd name="connsiteY39" fmla="*/ 1679756 h 5549975"/>
              <a:gd name="connsiteX40" fmla="*/ 4574466 w 4662328"/>
              <a:gd name="connsiteY40" fmla="*/ 1682815 h 5549975"/>
              <a:gd name="connsiteX41" fmla="*/ 4575977 w 4662328"/>
              <a:gd name="connsiteY41" fmla="*/ 1700268 h 5549975"/>
              <a:gd name="connsiteX42" fmla="*/ 4564507 w 4662328"/>
              <a:gd name="connsiteY42" fmla="*/ 1735163 h 5549975"/>
              <a:gd name="connsiteX43" fmla="*/ 4562447 w 4662328"/>
              <a:gd name="connsiteY43" fmla="*/ 1735289 h 5549975"/>
              <a:gd name="connsiteX44" fmla="*/ 4553949 w 4662328"/>
              <a:gd name="connsiteY44" fmla="*/ 1887374 h 5549975"/>
              <a:gd name="connsiteX45" fmla="*/ 4562640 w 4662328"/>
              <a:gd name="connsiteY45" fmla="*/ 1911536 h 5549975"/>
              <a:gd name="connsiteX46" fmla="*/ 4564918 w 4662328"/>
              <a:gd name="connsiteY46" fmla="*/ 1961755 h 5549975"/>
              <a:gd name="connsiteX47" fmla="*/ 4564037 w 4662328"/>
              <a:gd name="connsiteY47" fmla="*/ 1995384 h 5549975"/>
              <a:gd name="connsiteX48" fmla="*/ 4563575 w 4662328"/>
              <a:gd name="connsiteY48" fmla="*/ 2000244 h 5549975"/>
              <a:gd name="connsiteX49" fmla="*/ 4554455 w 4662328"/>
              <a:gd name="connsiteY49" fmla="*/ 2040142 h 5549975"/>
              <a:gd name="connsiteX50" fmla="*/ 4557720 w 4662328"/>
              <a:gd name="connsiteY50" fmla="*/ 2044087 h 5549975"/>
              <a:gd name="connsiteX51" fmla="*/ 4560561 w 4662328"/>
              <a:gd name="connsiteY51" fmla="*/ 2056904 h 5549975"/>
              <a:gd name="connsiteX52" fmla="*/ 4555820 w 4662328"/>
              <a:gd name="connsiteY52" fmla="*/ 2067489 h 5549975"/>
              <a:gd name="connsiteX53" fmla="*/ 4545636 w 4662328"/>
              <a:gd name="connsiteY53" fmla="*/ 2117719 h 5549975"/>
              <a:gd name="connsiteX54" fmla="*/ 4538305 w 4662328"/>
              <a:gd name="connsiteY54" fmla="*/ 2167300 h 5549975"/>
              <a:gd name="connsiteX55" fmla="*/ 4482222 w 4662328"/>
              <a:gd name="connsiteY55" fmla="*/ 3223633 h 5549975"/>
              <a:gd name="connsiteX56" fmla="*/ 4469436 w 4662328"/>
              <a:gd name="connsiteY56" fmla="*/ 3477281 h 5549975"/>
              <a:gd name="connsiteX57" fmla="*/ 4458351 w 4662328"/>
              <a:gd name="connsiteY57" fmla="*/ 3639984 h 5549975"/>
              <a:gd name="connsiteX58" fmla="*/ 4367590 w 4662328"/>
              <a:gd name="connsiteY58" fmla="*/ 5278921 h 5549975"/>
              <a:gd name="connsiteX59" fmla="*/ 4372888 w 4662328"/>
              <a:gd name="connsiteY59" fmla="*/ 5315626 h 5549975"/>
              <a:gd name="connsiteX60" fmla="*/ 4376422 w 4662328"/>
              <a:gd name="connsiteY60" fmla="*/ 5350090 h 5549975"/>
              <a:gd name="connsiteX61" fmla="*/ 4379254 w 4662328"/>
              <a:gd name="connsiteY61" fmla="*/ 5450399 h 5549975"/>
              <a:gd name="connsiteX62" fmla="*/ 4360697 w 4662328"/>
              <a:gd name="connsiteY62" fmla="*/ 5484804 h 5549975"/>
              <a:gd name="connsiteX63" fmla="*/ 4356045 w 4662328"/>
              <a:gd name="connsiteY63" fmla="*/ 5487504 h 5549975"/>
              <a:gd name="connsiteX64" fmla="*/ 4352588 w 4662328"/>
              <a:gd name="connsiteY64" fmla="*/ 5549951 h 5549975"/>
              <a:gd name="connsiteX65" fmla="*/ 121904 w 4662328"/>
              <a:gd name="connsiteY65" fmla="*/ 5314089 h 5549975"/>
              <a:gd name="connsiteX66" fmla="*/ 125710 w 4662328"/>
              <a:gd name="connsiteY66" fmla="*/ 5243704 h 5549975"/>
              <a:gd name="connsiteX67" fmla="*/ 113205 w 4662328"/>
              <a:gd name="connsiteY67" fmla="*/ 5239903 h 5549975"/>
              <a:gd name="connsiteX68" fmla="*/ 117425 w 4662328"/>
              <a:gd name="connsiteY68" fmla="*/ 5233298 h 5549975"/>
              <a:gd name="connsiteX69" fmla="*/ 117694 w 4662328"/>
              <a:gd name="connsiteY69" fmla="*/ 5230552 h 5549975"/>
              <a:gd name="connsiteX70" fmla="*/ 117964 w 4662328"/>
              <a:gd name="connsiteY70" fmla="*/ 5227804 h 5549975"/>
              <a:gd name="connsiteX71" fmla="*/ 118501 w 4662328"/>
              <a:gd name="connsiteY71" fmla="*/ 5222308 h 5549975"/>
              <a:gd name="connsiteX72" fmla="*/ 118186 w 4662328"/>
              <a:gd name="connsiteY72" fmla="*/ 5216405 h 5549975"/>
              <a:gd name="connsiteX73" fmla="*/ 117602 w 4662328"/>
              <a:gd name="connsiteY73" fmla="*/ 5213249 h 5549975"/>
              <a:gd name="connsiteX74" fmla="*/ 117871 w 4662328"/>
              <a:gd name="connsiteY74" fmla="*/ 5210500 h 5549975"/>
              <a:gd name="connsiteX75" fmla="*/ 117555 w 4662328"/>
              <a:gd name="connsiteY75" fmla="*/ 5204597 h 5549975"/>
              <a:gd name="connsiteX76" fmla="*/ 116972 w 4662328"/>
              <a:gd name="connsiteY76" fmla="*/ 5201441 h 5549975"/>
              <a:gd name="connsiteX77" fmla="*/ 116342 w 4662328"/>
              <a:gd name="connsiteY77" fmla="*/ 5189632 h 5549975"/>
              <a:gd name="connsiteX78" fmla="*/ 115758 w 4662328"/>
              <a:gd name="connsiteY78" fmla="*/ 5186477 h 5549975"/>
              <a:gd name="connsiteX79" fmla="*/ 116026 w 4662328"/>
              <a:gd name="connsiteY79" fmla="*/ 5183728 h 5549975"/>
              <a:gd name="connsiteX80" fmla="*/ 114591 w 4662328"/>
              <a:gd name="connsiteY80" fmla="*/ 5180163 h 5549975"/>
              <a:gd name="connsiteX81" fmla="*/ 131086 w 4662328"/>
              <a:gd name="connsiteY81" fmla="*/ 5144275 h 5549975"/>
              <a:gd name="connsiteX82" fmla="*/ 152522 w 4662328"/>
              <a:gd name="connsiteY82" fmla="*/ 4747825 h 5549975"/>
              <a:gd name="connsiteX83" fmla="*/ 0 w 4662328"/>
              <a:gd name="connsiteY83" fmla="*/ 4747825 h 5549975"/>
              <a:gd name="connsiteX84" fmla="*/ 0 w 4662328"/>
              <a:gd name="connsiteY84" fmla="*/ 3811601 h 5549975"/>
              <a:gd name="connsiteX85" fmla="*/ 110031 w 4662328"/>
              <a:gd name="connsiteY85" fmla="*/ 3811601 h 5549975"/>
              <a:gd name="connsiteX0" fmla="*/ 412307 w 4662328"/>
              <a:gd name="connsiteY0" fmla="*/ 0 h 5549975"/>
              <a:gd name="connsiteX1" fmla="*/ 3414493 w 4662328"/>
              <a:gd name="connsiteY1" fmla="*/ 171842 h 5549975"/>
              <a:gd name="connsiteX2" fmla="*/ 4243304 w 4662328"/>
              <a:gd name="connsiteY2" fmla="*/ 226950 h 5549975"/>
              <a:gd name="connsiteX3" fmla="*/ 4616498 w 4662328"/>
              <a:gd name="connsiteY3" fmla="*/ 247374 h 5549975"/>
              <a:gd name="connsiteX4" fmla="*/ 4644377 w 4662328"/>
              <a:gd name="connsiteY4" fmla="*/ 269179 h 5549975"/>
              <a:gd name="connsiteX5" fmla="*/ 4642603 w 4662328"/>
              <a:gd name="connsiteY5" fmla="*/ 300930 h 5549975"/>
              <a:gd name="connsiteX6" fmla="*/ 4645525 w 4662328"/>
              <a:gd name="connsiteY6" fmla="*/ 302647 h 5549975"/>
              <a:gd name="connsiteX7" fmla="*/ 4661951 w 4662328"/>
              <a:gd name="connsiteY7" fmla="*/ 334222 h 5549975"/>
              <a:gd name="connsiteX8" fmla="*/ 4639690 w 4662328"/>
              <a:gd name="connsiteY8" fmla="*/ 391868 h 5549975"/>
              <a:gd name="connsiteX9" fmla="*/ 4636202 w 4662328"/>
              <a:gd name="connsiteY9" fmla="*/ 415489 h 5549975"/>
              <a:gd name="connsiteX10" fmla="*/ 4631097 w 4662328"/>
              <a:gd name="connsiteY10" fmla="*/ 506828 h 5549975"/>
              <a:gd name="connsiteX11" fmla="*/ 4630447 w 4662328"/>
              <a:gd name="connsiteY11" fmla="*/ 553245 h 5549975"/>
              <a:gd name="connsiteX12" fmla="*/ 4627348 w 4662328"/>
              <a:gd name="connsiteY12" fmla="*/ 581709 h 5549975"/>
              <a:gd name="connsiteX13" fmla="*/ 4626679 w 4662328"/>
              <a:gd name="connsiteY13" fmla="*/ 585890 h 5549975"/>
              <a:gd name="connsiteX14" fmla="*/ 4613742 w 4662328"/>
              <a:gd name="connsiteY14" fmla="*/ 817404 h 5549975"/>
              <a:gd name="connsiteX15" fmla="*/ 4615455 w 4662328"/>
              <a:gd name="connsiteY15" fmla="*/ 822238 h 5549975"/>
              <a:gd name="connsiteX16" fmla="*/ 4613304 w 4662328"/>
              <a:gd name="connsiteY16" fmla="*/ 846069 h 5549975"/>
              <a:gd name="connsiteX17" fmla="*/ 4611704 w 4662328"/>
              <a:gd name="connsiteY17" fmla="*/ 853854 h 5549975"/>
              <a:gd name="connsiteX18" fmla="*/ 4605466 w 4662328"/>
              <a:gd name="connsiteY18" fmla="*/ 965485 h 5549975"/>
              <a:gd name="connsiteX19" fmla="*/ 4607543 w 4662328"/>
              <a:gd name="connsiteY19" fmla="*/ 966385 h 5549975"/>
              <a:gd name="connsiteX20" fmla="*/ 4611662 w 4662328"/>
              <a:gd name="connsiteY20" fmla="*/ 1002567 h 5549975"/>
              <a:gd name="connsiteX21" fmla="*/ 4606864 w 4662328"/>
              <a:gd name="connsiteY21" fmla="*/ 1101094 h 5549975"/>
              <a:gd name="connsiteX22" fmla="*/ 4606759 w 4662328"/>
              <a:gd name="connsiteY22" fmla="*/ 1159389 h 5549975"/>
              <a:gd name="connsiteX23" fmla="*/ 4611062 w 4662328"/>
              <a:gd name="connsiteY23" fmla="*/ 1180505 h 5549975"/>
              <a:gd name="connsiteX24" fmla="*/ 4614152 w 4662328"/>
              <a:gd name="connsiteY24" fmla="*/ 1210687 h 5549975"/>
              <a:gd name="connsiteX25" fmla="*/ 4622969 w 4662328"/>
              <a:gd name="connsiteY25" fmla="*/ 1263157 h 5549975"/>
              <a:gd name="connsiteX26" fmla="*/ 4625246 w 4662328"/>
              <a:gd name="connsiteY26" fmla="*/ 1313374 h 5549975"/>
              <a:gd name="connsiteX27" fmla="*/ 4624366 w 4662328"/>
              <a:gd name="connsiteY27" fmla="*/ 1347004 h 5549975"/>
              <a:gd name="connsiteX28" fmla="*/ 4623903 w 4662328"/>
              <a:gd name="connsiteY28" fmla="*/ 1351864 h 5549975"/>
              <a:gd name="connsiteX29" fmla="*/ 4614784 w 4662328"/>
              <a:gd name="connsiteY29" fmla="*/ 1391762 h 5549975"/>
              <a:gd name="connsiteX30" fmla="*/ 4618048 w 4662328"/>
              <a:gd name="connsiteY30" fmla="*/ 1395707 h 5549975"/>
              <a:gd name="connsiteX31" fmla="*/ 4620890 w 4662328"/>
              <a:gd name="connsiteY31" fmla="*/ 1408524 h 5549975"/>
              <a:gd name="connsiteX32" fmla="*/ 4616149 w 4662328"/>
              <a:gd name="connsiteY32" fmla="*/ 1419109 h 5549975"/>
              <a:gd name="connsiteX33" fmla="*/ 4605965 w 4662328"/>
              <a:gd name="connsiteY33" fmla="*/ 1469337 h 5549975"/>
              <a:gd name="connsiteX34" fmla="*/ 4595068 w 4662328"/>
              <a:gd name="connsiteY34" fmla="*/ 1543038 h 5549975"/>
              <a:gd name="connsiteX35" fmla="*/ 4590187 w 4662328"/>
              <a:gd name="connsiteY35" fmla="*/ 1553997 h 5549975"/>
              <a:gd name="connsiteX36" fmla="*/ 4575759 w 4662328"/>
              <a:gd name="connsiteY36" fmla="*/ 1626071 h 5549975"/>
              <a:gd name="connsiteX37" fmla="*/ 4572044 w 4662328"/>
              <a:gd name="connsiteY37" fmla="*/ 1664103 h 5549975"/>
              <a:gd name="connsiteX38" fmla="*/ 4575704 w 4662328"/>
              <a:gd name="connsiteY38" fmla="*/ 1668558 h 5549975"/>
              <a:gd name="connsiteX39" fmla="*/ 4574054 w 4662328"/>
              <a:gd name="connsiteY39" fmla="*/ 1679756 h 5549975"/>
              <a:gd name="connsiteX40" fmla="*/ 4574466 w 4662328"/>
              <a:gd name="connsiteY40" fmla="*/ 1682815 h 5549975"/>
              <a:gd name="connsiteX41" fmla="*/ 4575977 w 4662328"/>
              <a:gd name="connsiteY41" fmla="*/ 1700268 h 5549975"/>
              <a:gd name="connsiteX42" fmla="*/ 4564507 w 4662328"/>
              <a:gd name="connsiteY42" fmla="*/ 1735163 h 5549975"/>
              <a:gd name="connsiteX43" fmla="*/ 4562447 w 4662328"/>
              <a:gd name="connsiteY43" fmla="*/ 1735289 h 5549975"/>
              <a:gd name="connsiteX44" fmla="*/ 4553949 w 4662328"/>
              <a:gd name="connsiteY44" fmla="*/ 1887374 h 5549975"/>
              <a:gd name="connsiteX45" fmla="*/ 4562640 w 4662328"/>
              <a:gd name="connsiteY45" fmla="*/ 1911536 h 5549975"/>
              <a:gd name="connsiteX46" fmla="*/ 4564918 w 4662328"/>
              <a:gd name="connsiteY46" fmla="*/ 1961755 h 5549975"/>
              <a:gd name="connsiteX47" fmla="*/ 4564037 w 4662328"/>
              <a:gd name="connsiteY47" fmla="*/ 1995384 h 5549975"/>
              <a:gd name="connsiteX48" fmla="*/ 4563575 w 4662328"/>
              <a:gd name="connsiteY48" fmla="*/ 2000244 h 5549975"/>
              <a:gd name="connsiteX49" fmla="*/ 4554455 w 4662328"/>
              <a:gd name="connsiteY49" fmla="*/ 2040142 h 5549975"/>
              <a:gd name="connsiteX50" fmla="*/ 4557720 w 4662328"/>
              <a:gd name="connsiteY50" fmla="*/ 2044087 h 5549975"/>
              <a:gd name="connsiteX51" fmla="*/ 4560561 w 4662328"/>
              <a:gd name="connsiteY51" fmla="*/ 2056904 h 5549975"/>
              <a:gd name="connsiteX52" fmla="*/ 4555820 w 4662328"/>
              <a:gd name="connsiteY52" fmla="*/ 2067489 h 5549975"/>
              <a:gd name="connsiteX53" fmla="*/ 4545636 w 4662328"/>
              <a:gd name="connsiteY53" fmla="*/ 2117719 h 5549975"/>
              <a:gd name="connsiteX54" fmla="*/ 4538305 w 4662328"/>
              <a:gd name="connsiteY54" fmla="*/ 2167300 h 5549975"/>
              <a:gd name="connsiteX55" fmla="*/ 4482222 w 4662328"/>
              <a:gd name="connsiteY55" fmla="*/ 3223633 h 5549975"/>
              <a:gd name="connsiteX56" fmla="*/ 4469436 w 4662328"/>
              <a:gd name="connsiteY56" fmla="*/ 3477281 h 5549975"/>
              <a:gd name="connsiteX57" fmla="*/ 4458351 w 4662328"/>
              <a:gd name="connsiteY57" fmla="*/ 3639984 h 5549975"/>
              <a:gd name="connsiteX58" fmla="*/ 4367590 w 4662328"/>
              <a:gd name="connsiteY58" fmla="*/ 5278921 h 5549975"/>
              <a:gd name="connsiteX59" fmla="*/ 4372888 w 4662328"/>
              <a:gd name="connsiteY59" fmla="*/ 5315626 h 5549975"/>
              <a:gd name="connsiteX60" fmla="*/ 4376422 w 4662328"/>
              <a:gd name="connsiteY60" fmla="*/ 5350090 h 5549975"/>
              <a:gd name="connsiteX61" fmla="*/ 4379254 w 4662328"/>
              <a:gd name="connsiteY61" fmla="*/ 5450399 h 5549975"/>
              <a:gd name="connsiteX62" fmla="*/ 4360697 w 4662328"/>
              <a:gd name="connsiteY62" fmla="*/ 5484804 h 5549975"/>
              <a:gd name="connsiteX63" fmla="*/ 4356045 w 4662328"/>
              <a:gd name="connsiteY63" fmla="*/ 5487504 h 5549975"/>
              <a:gd name="connsiteX64" fmla="*/ 4352588 w 4662328"/>
              <a:gd name="connsiteY64" fmla="*/ 5549951 h 5549975"/>
              <a:gd name="connsiteX65" fmla="*/ 121904 w 4662328"/>
              <a:gd name="connsiteY65" fmla="*/ 5314089 h 5549975"/>
              <a:gd name="connsiteX66" fmla="*/ 125710 w 4662328"/>
              <a:gd name="connsiteY66" fmla="*/ 5243704 h 5549975"/>
              <a:gd name="connsiteX67" fmla="*/ 113205 w 4662328"/>
              <a:gd name="connsiteY67" fmla="*/ 5239903 h 5549975"/>
              <a:gd name="connsiteX68" fmla="*/ 117425 w 4662328"/>
              <a:gd name="connsiteY68" fmla="*/ 5233298 h 5549975"/>
              <a:gd name="connsiteX69" fmla="*/ 117694 w 4662328"/>
              <a:gd name="connsiteY69" fmla="*/ 5230552 h 5549975"/>
              <a:gd name="connsiteX70" fmla="*/ 117964 w 4662328"/>
              <a:gd name="connsiteY70" fmla="*/ 5227804 h 5549975"/>
              <a:gd name="connsiteX71" fmla="*/ 118501 w 4662328"/>
              <a:gd name="connsiteY71" fmla="*/ 5222308 h 5549975"/>
              <a:gd name="connsiteX72" fmla="*/ 118186 w 4662328"/>
              <a:gd name="connsiteY72" fmla="*/ 5216405 h 5549975"/>
              <a:gd name="connsiteX73" fmla="*/ 117602 w 4662328"/>
              <a:gd name="connsiteY73" fmla="*/ 5213249 h 5549975"/>
              <a:gd name="connsiteX74" fmla="*/ 117871 w 4662328"/>
              <a:gd name="connsiteY74" fmla="*/ 5210500 h 5549975"/>
              <a:gd name="connsiteX75" fmla="*/ 117555 w 4662328"/>
              <a:gd name="connsiteY75" fmla="*/ 5204597 h 5549975"/>
              <a:gd name="connsiteX76" fmla="*/ 116972 w 4662328"/>
              <a:gd name="connsiteY76" fmla="*/ 5201441 h 5549975"/>
              <a:gd name="connsiteX77" fmla="*/ 116342 w 4662328"/>
              <a:gd name="connsiteY77" fmla="*/ 5189632 h 5549975"/>
              <a:gd name="connsiteX78" fmla="*/ 115758 w 4662328"/>
              <a:gd name="connsiteY78" fmla="*/ 5186477 h 5549975"/>
              <a:gd name="connsiteX79" fmla="*/ 116026 w 4662328"/>
              <a:gd name="connsiteY79" fmla="*/ 5183728 h 5549975"/>
              <a:gd name="connsiteX80" fmla="*/ 114591 w 4662328"/>
              <a:gd name="connsiteY80" fmla="*/ 5180163 h 5549975"/>
              <a:gd name="connsiteX81" fmla="*/ 131086 w 4662328"/>
              <a:gd name="connsiteY81" fmla="*/ 5144275 h 5549975"/>
              <a:gd name="connsiteX82" fmla="*/ 152522 w 4662328"/>
              <a:gd name="connsiteY82" fmla="*/ 4747825 h 5549975"/>
              <a:gd name="connsiteX83" fmla="*/ 0 w 4662328"/>
              <a:gd name="connsiteY83" fmla="*/ 4747825 h 5549975"/>
              <a:gd name="connsiteX84" fmla="*/ 110031 w 4662328"/>
              <a:gd name="connsiteY84" fmla="*/ 3811601 h 5549975"/>
              <a:gd name="connsiteX85" fmla="*/ 412307 w 4662328"/>
              <a:gd name="connsiteY85" fmla="*/ 0 h 5549975"/>
              <a:gd name="connsiteX0" fmla="*/ 302276 w 4552297"/>
              <a:gd name="connsiteY0" fmla="*/ 0 h 5549975"/>
              <a:gd name="connsiteX1" fmla="*/ 3304462 w 4552297"/>
              <a:gd name="connsiteY1" fmla="*/ 171842 h 5549975"/>
              <a:gd name="connsiteX2" fmla="*/ 4133273 w 4552297"/>
              <a:gd name="connsiteY2" fmla="*/ 226950 h 5549975"/>
              <a:gd name="connsiteX3" fmla="*/ 4506467 w 4552297"/>
              <a:gd name="connsiteY3" fmla="*/ 247374 h 5549975"/>
              <a:gd name="connsiteX4" fmla="*/ 4534346 w 4552297"/>
              <a:gd name="connsiteY4" fmla="*/ 269179 h 5549975"/>
              <a:gd name="connsiteX5" fmla="*/ 4532572 w 4552297"/>
              <a:gd name="connsiteY5" fmla="*/ 300930 h 5549975"/>
              <a:gd name="connsiteX6" fmla="*/ 4535494 w 4552297"/>
              <a:gd name="connsiteY6" fmla="*/ 302647 h 5549975"/>
              <a:gd name="connsiteX7" fmla="*/ 4551920 w 4552297"/>
              <a:gd name="connsiteY7" fmla="*/ 334222 h 5549975"/>
              <a:gd name="connsiteX8" fmla="*/ 4529659 w 4552297"/>
              <a:gd name="connsiteY8" fmla="*/ 391868 h 5549975"/>
              <a:gd name="connsiteX9" fmla="*/ 4526171 w 4552297"/>
              <a:gd name="connsiteY9" fmla="*/ 415489 h 5549975"/>
              <a:gd name="connsiteX10" fmla="*/ 4521066 w 4552297"/>
              <a:gd name="connsiteY10" fmla="*/ 506828 h 5549975"/>
              <a:gd name="connsiteX11" fmla="*/ 4520416 w 4552297"/>
              <a:gd name="connsiteY11" fmla="*/ 553245 h 5549975"/>
              <a:gd name="connsiteX12" fmla="*/ 4517317 w 4552297"/>
              <a:gd name="connsiteY12" fmla="*/ 581709 h 5549975"/>
              <a:gd name="connsiteX13" fmla="*/ 4516648 w 4552297"/>
              <a:gd name="connsiteY13" fmla="*/ 585890 h 5549975"/>
              <a:gd name="connsiteX14" fmla="*/ 4503711 w 4552297"/>
              <a:gd name="connsiteY14" fmla="*/ 817404 h 5549975"/>
              <a:gd name="connsiteX15" fmla="*/ 4505424 w 4552297"/>
              <a:gd name="connsiteY15" fmla="*/ 822238 h 5549975"/>
              <a:gd name="connsiteX16" fmla="*/ 4503273 w 4552297"/>
              <a:gd name="connsiteY16" fmla="*/ 846069 h 5549975"/>
              <a:gd name="connsiteX17" fmla="*/ 4501673 w 4552297"/>
              <a:gd name="connsiteY17" fmla="*/ 853854 h 5549975"/>
              <a:gd name="connsiteX18" fmla="*/ 4495435 w 4552297"/>
              <a:gd name="connsiteY18" fmla="*/ 965485 h 5549975"/>
              <a:gd name="connsiteX19" fmla="*/ 4497512 w 4552297"/>
              <a:gd name="connsiteY19" fmla="*/ 966385 h 5549975"/>
              <a:gd name="connsiteX20" fmla="*/ 4501631 w 4552297"/>
              <a:gd name="connsiteY20" fmla="*/ 1002567 h 5549975"/>
              <a:gd name="connsiteX21" fmla="*/ 4496833 w 4552297"/>
              <a:gd name="connsiteY21" fmla="*/ 1101094 h 5549975"/>
              <a:gd name="connsiteX22" fmla="*/ 4496728 w 4552297"/>
              <a:gd name="connsiteY22" fmla="*/ 1159389 h 5549975"/>
              <a:gd name="connsiteX23" fmla="*/ 4501031 w 4552297"/>
              <a:gd name="connsiteY23" fmla="*/ 1180505 h 5549975"/>
              <a:gd name="connsiteX24" fmla="*/ 4504121 w 4552297"/>
              <a:gd name="connsiteY24" fmla="*/ 1210687 h 5549975"/>
              <a:gd name="connsiteX25" fmla="*/ 4512938 w 4552297"/>
              <a:gd name="connsiteY25" fmla="*/ 1263157 h 5549975"/>
              <a:gd name="connsiteX26" fmla="*/ 4515215 w 4552297"/>
              <a:gd name="connsiteY26" fmla="*/ 1313374 h 5549975"/>
              <a:gd name="connsiteX27" fmla="*/ 4514335 w 4552297"/>
              <a:gd name="connsiteY27" fmla="*/ 1347004 h 5549975"/>
              <a:gd name="connsiteX28" fmla="*/ 4513872 w 4552297"/>
              <a:gd name="connsiteY28" fmla="*/ 1351864 h 5549975"/>
              <a:gd name="connsiteX29" fmla="*/ 4504753 w 4552297"/>
              <a:gd name="connsiteY29" fmla="*/ 1391762 h 5549975"/>
              <a:gd name="connsiteX30" fmla="*/ 4508017 w 4552297"/>
              <a:gd name="connsiteY30" fmla="*/ 1395707 h 5549975"/>
              <a:gd name="connsiteX31" fmla="*/ 4510859 w 4552297"/>
              <a:gd name="connsiteY31" fmla="*/ 1408524 h 5549975"/>
              <a:gd name="connsiteX32" fmla="*/ 4506118 w 4552297"/>
              <a:gd name="connsiteY32" fmla="*/ 1419109 h 5549975"/>
              <a:gd name="connsiteX33" fmla="*/ 4495934 w 4552297"/>
              <a:gd name="connsiteY33" fmla="*/ 1469337 h 5549975"/>
              <a:gd name="connsiteX34" fmla="*/ 4485037 w 4552297"/>
              <a:gd name="connsiteY34" fmla="*/ 1543038 h 5549975"/>
              <a:gd name="connsiteX35" fmla="*/ 4480156 w 4552297"/>
              <a:gd name="connsiteY35" fmla="*/ 1553997 h 5549975"/>
              <a:gd name="connsiteX36" fmla="*/ 4465728 w 4552297"/>
              <a:gd name="connsiteY36" fmla="*/ 1626071 h 5549975"/>
              <a:gd name="connsiteX37" fmla="*/ 4462013 w 4552297"/>
              <a:gd name="connsiteY37" fmla="*/ 1664103 h 5549975"/>
              <a:gd name="connsiteX38" fmla="*/ 4465673 w 4552297"/>
              <a:gd name="connsiteY38" fmla="*/ 1668558 h 5549975"/>
              <a:gd name="connsiteX39" fmla="*/ 4464023 w 4552297"/>
              <a:gd name="connsiteY39" fmla="*/ 1679756 h 5549975"/>
              <a:gd name="connsiteX40" fmla="*/ 4464435 w 4552297"/>
              <a:gd name="connsiteY40" fmla="*/ 1682815 h 5549975"/>
              <a:gd name="connsiteX41" fmla="*/ 4465946 w 4552297"/>
              <a:gd name="connsiteY41" fmla="*/ 1700268 h 5549975"/>
              <a:gd name="connsiteX42" fmla="*/ 4454476 w 4552297"/>
              <a:gd name="connsiteY42" fmla="*/ 1735163 h 5549975"/>
              <a:gd name="connsiteX43" fmla="*/ 4452416 w 4552297"/>
              <a:gd name="connsiteY43" fmla="*/ 1735289 h 5549975"/>
              <a:gd name="connsiteX44" fmla="*/ 4443918 w 4552297"/>
              <a:gd name="connsiteY44" fmla="*/ 1887374 h 5549975"/>
              <a:gd name="connsiteX45" fmla="*/ 4452609 w 4552297"/>
              <a:gd name="connsiteY45" fmla="*/ 1911536 h 5549975"/>
              <a:gd name="connsiteX46" fmla="*/ 4454887 w 4552297"/>
              <a:gd name="connsiteY46" fmla="*/ 1961755 h 5549975"/>
              <a:gd name="connsiteX47" fmla="*/ 4454006 w 4552297"/>
              <a:gd name="connsiteY47" fmla="*/ 1995384 h 5549975"/>
              <a:gd name="connsiteX48" fmla="*/ 4453544 w 4552297"/>
              <a:gd name="connsiteY48" fmla="*/ 2000244 h 5549975"/>
              <a:gd name="connsiteX49" fmla="*/ 4444424 w 4552297"/>
              <a:gd name="connsiteY49" fmla="*/ 2040142 h 5549975"/>
              <a:gd name="connsiteX50" fmla="*/ 4447689 w 4552297"/>
              <a:gd name="connsiteY50" fmla="*/ 2044087 h 5549975"/>
              <a:gd name="connsiteX51" fmla="*/ 4450530 w 4552297"/>
              <a:gd name="connsiteY51" fmla="*/ 2056904 h 5549975"/>
              <a:gd name="connsiteX52" fmla="*/ 4445789 w 4552297"/>
              <a:gd name="connsiteY52" fmla="*/ 2067489 h 5549975"/>
              <a:gd name="connsiteX53" fmla="*/ 4435605 w 4552297"/>
              <a:gd name="connsiteY53" fmla="*/ 2117719 h 5549975"/>
              <a:gd name="connsiteX54" fmla="*/ 4428274 w 4552297"/>
              <a:gd name="connsiteY54" fmla="*/ 2167300 h 5549975"/>
              <a:gd name="connsiteX55" fmla="*/ 4372191 w 4552297"/>
              <a:gd name="connsiteY55" fmla="*/ 3223633 h 5549975"/>
              <a:gd name="connsiteX56" fmla="*/ 4359405 w 4552297"/>
              <a:gd name="connsiteY56" fmla="*/ 3477281 h 5549975"/>
              <a:gd name="connsiteX57" fmla="*/ 4348320 w 4552297"/>
              <a:gd name="connsiteY57" fmla="*/ 3639984 h 5549975"/>
              <a:gd name="connsiteX58" fmla="*/ 4257559 w 4552297"/>
              <a:gd name="connsiteY58" fmla="*/ 5278921 h 5549975"/>
              <a:gd name="connsiteX59" fmla="*/ 4262857 w 4552297"/>
              <a:gd name="connsiteY59" fmla="*/ 5315626 h 5549975"/>
              <a:gd name="connsiteX60" fmla="*/ 4266391 w 4552297"/>
              <a:gd name="connsiteY60" fmla="*/ 5350090 h 5549975"/>
              <a:gd name="connsiteX61" fmla="*/ 4269223 w 4552297"/>
              <a:gd name="connsiteY61" fmla="*/ 5450399 h 5549975"/>
              <a:gd name="connsiteX62" fmla="*/ 4250666 w 4552297"/>
              <a:gd name="connsiteY62" fmla="*/ 5484804 h 5549975"/>
              <a:gd name="connsiteX63" fmla="*/ 4246014 w 4552297"/>
              <a:gd name="connsiteY63" fmla="*/ 5487504 h 5549975"/>
              <a:gd name="connsiteX64" fmla="*/ 4242557 w 4552297"/>
              <a:gd name="connsiteY64" fmla="*/ 5549951 h 5549975"/>
              <a:gd name="connsiteX65" fmla="*/ 11873 w 4552297"/>
              <a:gd name="connsiteY65" fmla="*/ 5314089 h 5549975"/>
              <a:gd name="connsiteX66" fmla="*/ 15679 w 4552297"/>
              <a:gd name="connsiteY66" fmla="*/ 5243704 h 5549975"/>
              <a:gd name="connsiteX67" fmla="*/ 3174 w 4552297"/>
              <a:gd name="connsiteY67" fmla="*/ 5239903 h 5549975"/>
              <a:gd name="connsiteX68" fmla="*/ 7394 w 4552297"/>
              <a:gd name="connsiteY68" fmla="*/ 5233298 h 5549975"/>
              <a:gd name="connsiteX69" fmla="*/ 7663 w 4552297"/>
              <a:gd name="connsiteY69" fmla="*/ 5230552 h 5549975"/>
              <a:gd name="connsiteX70" fmla="*/ 7933 w 4552297"/>
              <a:gd name="connsiteY70" fmla="*/ 5227804 h 5549975"/>
              <a:gd name="connsiteX71" fmla="*/ 8470 w 4552297"/>
              <a:gd name="connsiteY71" fmla="*/ 5222308 h 5549975"/>
              <a:gd name="connsiteX72" fmla="*/ 8155 w 4552297"/>
              <a:gd name="connsiteY72" fmla="*/ 5216405 h 5549975"/>
              <a:gd name="connsiteX73" fmla="*/ 7571 w 4552297"/>
              <a:gd name="connsiteY73" fmla="*/ 5213249 h 5549975"/>
              <a:gd name="connsiteX74" fmla="*/ 7840 w 4552297"/>
              <a:gd name="connsiteY74" fmla="*/ 5210500 h 5549975"/>
              <a:gd name="connsiteX75" fmla="*/ 7524 w 4552297"/>
              <a:gd name="connsiteY75" fmla="*/ 5204597 h 5549975"/>
              <a:gd name="connsiteX76" fmla="*/ 6941 w 4552297"/>
              <a:gd name="connsiteY76" fmla="*/ 5201441 h 5549975"/>
              <a:gd name="connsiteX77" fmla="*/ 6311 w 4552297"/>
              <a:gd name="connsiteY77" fmla="*/ 5189632 h 5549975"/>
              <a:gd name="connsiteX78" fmla="*/ 5727 w 4552297"/>
              <a:gd name="connsiteY78" fmla="*/ 5186477 h 5549975"/>
              <a:gd name="connsiteX79" fmla="*/ 5995 w 4552297"/>
              <a:gd name="connsiteY79" fmla="*/ 5183728 h 5549975"/>
              <a:gd name="connsiteX80" fmla="*/ 4560 w 4552297"/>
              <a:gd name="connsiteY80" fmla="*/ 5180163 h 5549975"/>
              <a:gd name="connsiteX81" fmla="*/ 21055 w 4552297"/>
              <a:gd name="connsiteY81" fmla="*/ 5144275 h 5549975"/>
              <a:gd name="connsiteX82" fmla="*/ 42491 w 4552297"/>
              <a:gd name="connsiteY82" fmla="*/ 4747825 h 5549975"/>
              <a:gd name="connsiteX83" fmla="*/ 0 w 4552297"/>
              <a:gd name="connsiteY83" fmla="*/ 3811601 h 5549975"/>
              <a:gd name="connsiteX84" fmla="*/ 302276 w 4552297"/>
              <a:gd name="connsiteY84" fmla="*/ 0 h 5549975"/>
              <a:gd name="connsiteX0" fmla="*/ 299102 w 4549123"/>
              <a:gd name="connsiteY0" fmla="*/ 0 h 5549975"/>
              <a:gd name="connsiteX1" fmla="*/ 3301288 w 4549123"/>
              <a:gd name="connsiteY1" fmla="*/ 171842 h 5549975"/>
              <a:gd name="connsiteX2" fmla="*/ 4130099 w 4549123"/>
              <a:gd name="connsiteY2" fmla="*/ 226950 h 5549975"/>
              <a:gd name="connsiteX3" fmla="*/ 4503293 w 4549123"/>
              <a:gd name="connsiteY3" fmla="*/ 247374 h 5549975"/>
              <a:gd name="connsiteX4" fmla="*/ 4531172 w 4549123"/>
              <a:gd name="connsiteY4" fmla="*/ 269179 h 5549975"/>
              <a:gd name="connsiteX5" fmla="*/ 4529398 w 4549123"/>
              <a:gd name="connsiteY5" fmla="*/ 300930 h 5549975"/>
              <a:gd name="connsiteX6" fmla="*/ 4532320 w 4549123"/>
              <a:gd name="connsiteY6" fmla="*/ 302647 h 5549975"/>
              <a:gd name="connsiteX7" fmla="*/ 4548746 w 4549123"/>
              <a:gd name="connsiteY7" fmla="*/ 334222 h 5549975"/>
              <a:gd name="connsiteX8" fmla="*/ 4526485 w 4549123"/>
              <a:gd name="connsiteY8" fmla="*/ 391868 h 5549975"/>
              <a:gd name="connsiteX9" fmla="*/ 4522997 w 4549123"/>
              <a:gd name="connsiteY9" fmla="*/ 415489 h 5549975"/>
              <a:gd name="connsiteX10" fmla="*/ 4517892 w 4549123"/>
              <a:gd name="connsiteY10" fmla="*/ 506828 h 5549975"/>
              <a:gd name="connsiteX11" fmla="*/ 4517242 w 4549123"/>
              <a:gd name="connsiteY11" fmla="*/ 553245 h 5549975"/>
              <a:gd name="connsiteX12" fmla="*/ 4514143 w 4549123"/>
              <a:gd name="connsiteY12" fmla="*/ 581709 h 5549975"/>
              <a:gd name="connsiteX13" fmla="*/ 4513474 w 4549123"/>
              <a:gd name="connsiteY13" fmla="*/ 585890 h 5549975"/>
              <a:gd name="connsiteX14" fmla="*/ 4500537 w 4549123"/>
              <a:gd name="connsiteY14" fmla="*/ 817404 h 5549975"/>
              <a:gd name="connsiteX15" fmla="*/ 4502250 w 4549123"/>
              <a:gd name="connsiteY15" fmla="*/ 822238 h 5549975"/>
              <a:gd name="connsiteX16" fmla="*/ 4500099 w 4549123"/>
              <a:gd name="connsiteY16" fmla="*/ 846069 h 5549975"/>
              <a:gd name="connsiteX17" fmla="*/ 4498499 w 4549123"/>
              <a:gd name="connsiteY17" fmla="*/ 853854 h 5549975"/>
              <a:gd name="connsiteX18" fmla="*/ 4492261 w 4549123"/>
              <a:gd name="connsiteY18" fmla="*/ 965485 h 5549975"/>
              <a:gd name="connsiteX19" fmla="*/ 4494338 w 4549123"/>
              <a:gd name="connsiteY19" fmla="*/ 966385 h 5549975"/>
              <a:gd name="connsiteX20" fmla="*/ 4498457 w 4549123"/>
              <a:gd name="connsiteY20" fmla="*/ 1002567 h 5549975"/>
              <a:gd name="connsiteX21" fmla="*/ 4493659 w 4549123"/>
              <a:gd name="connsiteY21" fmla="*/ 1101094 h 5549975"/>
              <a:gd name="connsiteX22" fmla="*/ 4493554 w 4549123"/>
              <a:gd name="connsiteY22" fmla="*/ 1159389 h 5549975"/>
              <a:gd name="connsiteX23" fmla="*/ 4497857 w 4549123"/>
              <a:gd name="connsiteY23" fmla="*/ 1180505 h 5549975"/>
              <a:gd name="connsiteX24" fmla="*/ 4500947 w 4549123"/>
              <a:gd name="connsiteY24" fmla="*/ 1210687 h 5549975"/>
              <a:gd name="connsiteX25" fmla="*/ 4509764 w 4549123"/>
              <a:gd name="connsiteY25" fmla="*/ 1263157 h 5549975"/>
              <a:gd name="connsiteX26" fmla="*/ 4512041 w 4549123"/>
              <a:gd name="connsiteY26" fmla="*/ 1313374 h 5549975"/>
              <a:gd name="connsiteX27" fmla="*/ 4511161 w 4549123"/>
              <a:gd name="connsiteY27" fmla="*/ 1347004 h 5549975"/>
              <a:gd name="connsiteX28" fmla="*/ 4510698 w 4549123"/>
              <a:gd name="connsiteY28" fmla="*/ 1351864 h 5549975"/>
              <a:gd name="connsiteX29" fmla="*/ 4501579 w 4549123"/>
              <a:gd name="connsiteY29" fmla="*/ 1391762 h 5549975"/>
              <a:gd name="connsiteX30" fmla="*/ 4504843 w 4549123"/>
              <a:gd name="connsiteY30" fmla="*/ 1395707 h 5549975"/>
              <a:gd name="connsiteX31" fmla="*/ 4507685 w 4549123"/>
              <a:gd name="connsiteY31" fmla="*/ 1408524 h 5549975"/>
              <a:gd name="connsiteX32" fmla="*/ 4502944 w 4549123"/>
              <a:gd name="connsiteY32" fmla="*/ 1419109 h 5549975"/>
              <a:gd name="connsiteX33" fmla="*/ 4492760 w 4549123"/>
              <a:gd name="connsiteY33" fmla="*/ 1469337 h 5549975"/>
              <a:gd name="connsiteX34" fmla="*/ 4481863 w 4549123"/>
              <a:gd name="connsiteY34" fmla="*/ 1543038 h 5549975"/>
              <a:gd name="connsiteX35" fmla="*/ 4476982 w 4549123"/>
              <a:gd name="connsiteY35" fmla="*/ 1553997 h 5549975"/>
              <a:gd name="connsiteX36" fmla="*/ 4462554 w 4549123"/>
              <a:gd name="connsiteY36" fmla="*/ 1626071 h 5549975"/>
              <a:gd name="connsiteX37" fmla="*/ 4458839 w 4549123"/>
              <a:gd name="connsiteY37" fmla="*/ 1664103 h 5549975"/>
              <a:gd name="connsiteX38" fmla="*/ 4462499 w 4549123"/>
              <a:gd name="connsiteY38" fmla="*/ 1668558 h 5549975"/>
              <a:gd name="connsiteX39" fmla="*/ 4460849 w 4549123"/>
              <a:gd name="connsiteY39" fmla="*/ 1679756 h 5549975"/>
              <a:gd name="connsiteX40" fmla="*/ 4461261 w 4549123"/>
              <a:gd name="connsiteY40" fmla="*/ 1682815 h 5549975"/>
              <a:gd name="connsiteX41" fmla="*/ 4462772 w 4549123"/>
              <a:gd name="connsiteY41" fmla="*/ 1700268 h 5549975"/>
              <a:gd name="connsiteX42" fmla="*/ 4451302 w 4549123"/>
              <a:gd name="connsiteY42" fmla="*/ 1735163 h 5549975"/>
              <a:gd name="connsiteX43" fmla="*/ 4449242 w 4549123"/>
              <a:gd name="connsiteY43" fmla="*/ 1735289 h 5549975"/>
              <a:gd name="connsiteX44" fmla="*/ 4440744 w 4549123"/>
              <a:gd name="connsiteY44" fmla="*/ 1887374 h 5549975"/>
              <a:gd name="connsiteX45" fmla="*/ 4449435 w 4549123"/>
              <a:gd name="connsiteY45" fmla="*/ 1911536 h 5549975"/>
              <a:gd name="connsiteX46" fmla="*/ 4451713 w 4549123"/>
              <a:gd name="connsiteY46" fmla="*/ 1961755 h 5549975"/>
              <a:gd name="connsiteX47" fmla="*/ 4450832 w 4549123"/>
              <a:gd name="connsiteY47" fmla="*/ 1995384 h 5549975"/>
              <a:gd name="connsiteX48" fmla="*/ 4450370 w 4549123"/>
              <a:gd name="connsiteY48" fmla="*/ 2000244 h 5549975"/>
              <a:gd name="connsiteX49" fmla="*/ 4441250 w 4549123"/>
              <a:gd name="connsiteY49" fmla="*/ 2040142 h 5549975"/>
              <a:gd name="connsiteX50" fmla="*/ 4444515 w 4549123"/>
              <a:gd name="connsiteY50" fmla="*/ 2044087 h 5549975"/>
              <a:gd name="connsiteX51" fmla="*/ 4447356 w 4549123"/>
              <a:gd name="connsiteY51" fmla="*/ 2056904 h 5549975"/>
              <a:gd name="connsiteX52" fmla="*/ 4442615 w 4549123"/>
              <a:gd name="connsiteY52" fmla="*/ 2067489 h 5549975"/>
              <a:gd name="connsiteX53" fmla="*/ 4432431 w 4549123"/>
              <a:gd name="connsiteY53" fmla="*/ 2117719 h 5549975"/>
              <a:gd name="connsiteX54" fmla="*/ 4425100 w 4549123"/>
              <a:gd name="connsiteY54" fmla="*/ 2167300 h 5549975"/>
              <a:gd name="connsiteX55" fmla="*/ 4369017 w 4549123"/>
              <a:gd name="connsiteY55" fmla="*/ 3223633 h 5549975"/>
              <a:gd name="connsiteX56" fmla="*/ 4356231 w 4549123"/>
              <a:gd name="connsiteY56" fmla="*/ 3477281 h 5549975"/>
              <a:gd name="connsiteX57" fmla="*/ 4345146 w 4549123"/>
              <a:gd name="connsiteY57" fmla="*/ 3639984 h 5549975"/>
              <a:gd name="connsiteX58" fmla="*/ 4254385 w 4549123"/>
              <a:gd name="connsiteY58" fmla="*/ 5278921 h 5549975"/>
              <a:gd name="connsiteX59" fmla="*/ 4259683 w 4549123"/>
              <a:gd name="connsiteY59" fmla="*/ 5315626 h 5549975"/>
              <a:gd name="connsiteX60" fmla="*/ 4263217 w 4549123"/>
              <a:gd name="connsiteY60" fmla="*/ 5350090 h 5549975"/>
              <a:gd name="connsiteX61" fmla="*/ 4266049 w 4549123"/>
              <a:gd name="connsiteY61" fmla="*/ 5450399 h 5549975"/>
              <a:gd name="connsiteX62" fmla="*/ 4247492 w 4549123"/>
              <a:gd name="connsiteY62" fmla="*/ 5484804 h 5549975"/>
              <a:gd name="connsiteX63" fmla="*/ 4242840 w 4549123"/>
              <a:gd name="connsiteY63" fmla="*/ 5487504 h 5549975"/>
              <a:gd name="connsiteX64" fmla="*/ 4239383 w 4549123"/>
              <a:gd name="connsiteY64" fmla="*/ 5549951 h 5549975"/>
              <a:gd name="connsiteX65" fmla="*/ 8699 w 4549123"/>
              <a:gd name="connsiteY65" fmla="*/ 5314089 h 5549975"/>
              <a:gd name="connsiteX66" fmla="*/ 12505 w 4549123"/>
              <a:gd name="connsiteY66" fmla="*/ 5243704 h 5549975"/>
              <a:gd name="connsiteX67" fmla="*/ 0 w 4549123"/>
              <a:gd name="connsiteY67" fmla="*/ 5239903 h 5549975"/>
              <a:gd name="connsiteX68" fmla="*/ 4220 w 4549123"/>
              <a:gd name="connsiteY68" fmla="*/ 5233298 h 5549975"/>
              <a:gd name="connsiteX69" fmla="*/ 4489 w 4549123"/>
              <a:gd name="connsiteY69" fmla="*/ 5230552 h 5549975"/>
              <a:gd name="connsiteX70" fmla="*/ 4759 w 4549123"/>
              <a:gd name="connsiteY70" fmla="*/ 5227804 h 5549975"/>
              <a:gd name="connsiteX71" fmla="*/ 5296 w 4549123"/>
              <a:gd name="connsiteY71" fmla="*/ 5222308 h 5549975"/>
              <a:gd name="connsiteX72" fmla="*/ 4981 w 4549123"/>
              <a:gd name="connsiteY72" fmla="*/ 5216405 h 5549975"/>
              <a:gd name="connsiteX73" fmla="*/ 4397 w 4549123"/>
              <a:gd name="connsiteY73" fmla="*/ 5213249 h 5549975"/>
              <a:gd name="connsiteX74" fmla="*/ 4666 w 4549123"/>
              <a:gd name="connsiteY74" fmla="*/ 5210500 h 5549975"/>
              <a:gd name="connsiteX75" fmla="*/ 4350 w 4549123"/>
              <a:gd name="connsiteY75" fmla="*/ 5204597 h 5549975"/>
              <a:gd name="connsiteX76" fmla="*/ 3767 w 4549123"/>
              <a:gd name="connsiteY76" fmla="*/ 5201441 h 5549975"/>
              <a:gd name="connsiteX77" fmla="*/ 3137 w 4549123"/>
              <a:gd name="connsiteY77" fmla="*/ 5189632 h 5549975"/>
              <a:gd name="connsiteX78" fmla="*/ 2553 w 4549123"/>
              <a:gd name="connsiteY78" fmla="*/ 5186477 h 5549975"/>
              <a:gd name="connsiteX79" fmla="*/ 2821 w 4549123"/>
              <a:gd name="connsiteY79" fmla="*/ 5183728 h 5549975"/>
              <a:gd name="connsiteX80" fmla="*/ 1386 w 4549123"/>
              <a:gd name="connsiteY80" fmla="*/ 5180163 h 5549975"/>
              <a:gd name="connsiteX81" fmla="*/ 17881 w 4549123"/>
              <a:gd name="connsiteY81" fmla="*/ 5144275 h 5549975"/>
              <a:gd name="connsiteX82" fmla="*/ 39317 w 4549123"/>
              <a:gd name="connsiteY82" fmla="*/ 4747825 h 5549975"/>
              <a:gd name="connsiteX83" fmla="*/ 218499 w 4549123"/>
              <a:gd name="connsiteY83" fmla="*/ 3822685 h 5549975"/>
              <a:gd name="connsiteX84" fmla="*/ 299102 w 4549123"/>
              <a:gd name="connsiteY84" fmla="*/ 0 h 5549975"/>
              <a:gd name="connsiteX0" fmla="*/ 299102 w 4549123"/>
              <a:gd name="connsiteY0" fmla="*/ 0 h 5549975"/>
              <a:gd name="connsiteX1" fmla="*/ 3301288 w 4549123"/>
              <a:gd name="connsiteY1" fmla="*/ 171842 h 5549975"/>
              <a:gd name="connsiteX2" fmla="*/ 4130099 w 4549123"/>
              <a:gd name="connsiteY2" fmla="*/ 226950 h 5549975"/>
              <a:gd name="connsiteX3" fmla="*/ 4503293 w 4549123"/>
              <a:gd name="connsiteY3" fmla="*/ 247374 h 5549975"/>
              <a:gd name="connsiteX4" fmla="*/ 4531172 w 4549123"/>
              <a:gd name="connsiteY4" fmla="*/ 269179 h 5549975"/>
              <a:gd name="connsiteX5" fmla="*/ 4529398 w 4549123"/>
              <a:gd name="connsiteY5" fmla="*/ 300930 h 5549975"/>
              <a:gd name="connsiteX6" fmla="*/ 4532320 w 4549123"/>
              <a:gd name="connsiteY6" fmla="*/ 302647 h 5549975"/>
              <a:gd name="connsiteX7" fmla="*/ 4548746 w 4549123"/>
              <a:gd name="connsiteY7" fmla="*/ 334222 h 5549975"/>
              <a:gd name="connsiteX8" fmla="*/ 4526485 w 4549123"/>
              <a:gd name="connsiteY8" fmla="*/ 391868 h 5549975"/>
              <a:gd name="connsiteX9" fmla="*/ 4522997 w 4549123"/>
              <a:gd name="connsiteY9" fmla="*/ 415489 h 5549975"/>
              <a:gd name="connsiteX10" fmla="*/ 4517892 w 4549123"/>
              <a:gd name="connsiteY10" fmla="*/ 506828 h 5549975"/>
              <a:gd name="connsiteX11" fmla="*/ 4517242 w 4549123"/>
              <a:gd name="connsiteY11" fmla="*/ 553245 h 5549975"/>
              <a:gd name="connsiteX12" fmla="*/ 4514143 w 4549123"/>
              <a:gd name="connsiteY12" fmla="*/ 581709 h 5549975"/>
              <a:gd name="connsiteX13" fmla="*/ 4513474 w 4549123"/>
              <a:gd name="connsiteY13" fmla="*/ 585890 h 5549975"/>
              <a:gd name="connsiteX14" fmla="*/ 4500537 w 4549123"/>
              <a:gd name="connsiteY14" fmla="*/ 817404 h 5549975"/>
              <a:gd name="connsiteX15" fmla="*/ 4502250 w 4549123"/>
              <a:gd name="connsiteY15" fmla="*/ 822238 h 5549975"/>
              <a:gd name="connsiteX16" fmla="*/ 4500099 w 4549123"/>
              <a:gd name="connsiteY16" fmla="*/ 846069 h 5549975"/>
              <a:gd name="connsiteX17" fmla="*/ 4498499 w 4549123"/>
              <a:gd name="connsiteY17" fmla="*/ 853854 h 5549975"/>
              <a:gd name="connsiteX18" fmla="*/ 4492261 w 4549123"/>
              <a:gd name="connsiteY18" fmla="*/ 965485 h 5549975"/>
              <a:gd name="connsiteX19" fmla="*/ 4494338 w 4549123"/>
              <a:gd name="connsiteY19" fmla="*/ 966385 h 5549975"/>
              <a:gd name="connsiteX20" fmla="*/ 4498457 w 4549123"/>
              <a:gd name="connsiteY20" fmla="*/ 1002567 h 5549975"/>
              <a:gd name="connsiteX21" fmla="*/ 4493659 w 4549123"/>
              <a:gd name="connsiteY21" fmla="*/ 1101094 h 5549975"/>
              <a:gd name="connsiteX22" fmla="*/ 4493554 w 4549123"/>
              <a:gd name="connsiteY22" fmla="*/ 1159389 h 5549975"/>
              <a:gd name="connsiteX23" fmla="*/ 4497857 w 4549123"/>
              <a:gd name="connsiteY23" fmla="*/ 1180505 h 5549975"/>
              <a:gd name="connsiteX24" fmla="*/ 4500947 w 4549123"/>
              <a:gd name="connsiteY24" fmla="*/ 1210687 h 5549975"/>
              <a:gd name="connsiteX25" fmla="*/ 4509764 w 4549123"/>
              <a:gd name="connsiteY25" fmla="*/ 1263157 h 5549975"/>
              <a:gd name="connsiteX26" fmla="*/ 4512041 w 4549123"/>
              <a:gd name="connsiteY26" fmla="*/ 1313374 h 5549975"/>
              <a:gd name="connsiteX27" fmla="*/ 4511161 w 4549123"/>
              <a:gd name="connsiteY27" fmla="*/ 1347004 h 5549975"/>
              <a:gd name="connsiteX28" fmla="*/ 4510698 w 4549123"/>
              <a:gd name="connsiteY28" fmla="*/ 1351864 h 5549975"/>
              <a:gd name="connsiteX29" fmla="*/ 4501579 w 4549123"/>
              <a:gd name="connsiteY29" fmla="*/ 1391762 h 5549975"/>
              <a:gd name="connsiteX30" fmla="*/ 4504843 w 4549123"/>
              <a:gd name="connsiteY30" fmla="*/ 1395707 h 5549975"/>
              <a:gd name="connsiteX31" fmla="*/ 4507685 w 4549123"/>
              <a:gd name="connsiteY31" fmla="*/ 1408524 h 5549975"/>
              <a:gd name="connsiteX32" fmla="*/ 4502944 w 4549123"/>
              <a:gd name="connsiteY32" fmla="*/ 1419109 h 5549975"/>
              <a:gd name="connsiteX33" fmla="*/ 4492760 w 4549123"/>
              <a:gd name="connsiteY33" fmla="*/ 1469337 h 5549975"/>
              <a:gd name="connsiteX34" fmla="*/ 4481863 w 4549123"/>
              <a:gd name="connsiteY34" fmla="*/ 1543038 h 5549975"/>
              <a:gd name="connsiteX35" fmla="*/ 4476982 w 4549123"/>
              <a:gd name="connsiteY35" fmla="*/ 1553997 h 5549975"/>
              <a:gd name="connsiteX36" fmla="*/ 4462554 w 4549123"/>
              <a:gd name="connsiteY36" fmla="*/ 1626071 h 5549975"/>
              <a:gd name="connsiteX37" fmla="*/ 4458839 w 4549123"/>
              <a:gd name="connsiteY37" fmla="*/ 1664103 h 5549975"/>
              <a:gd name="connsiteX38" fmla="*/ 4462499 w 4549123"/>
              <a:gd name="connsiteY38" fmla="*/ 1668558 h 5549975"/>
              <a:gd name="connsiteX39" fmla="*/ 4460849 w 4549123"/>
              <a:gd name="connsiteY39" fmla="*/ 1679756 h 5549975"/>
              <a:gd name="connsiteX40" fmla="*/ 4461261 w 4549123"/>
              <a:gd name="connsiteY40" fmla="*/ 1682815 h 5549975"/>
              <a:gd name="connsiteX41" fmla="*/ 4462772 w 4549123"/>
              <a:gd name="connsiteY41" fmla="*/ 1700268 h 5549975"/>
              <a:gd name="connsiteX42" fmla="*/ 4451302 w 4549123"/>
              <a:gd name="connsiteY42" fmla="*/ 1735163 h 5549975"/>
              <a:gd name="connsiteX43" fmla="*/ 4449242 w 4549123"/>
              <a:gd name="connsiteY43" fmla="*/ 1735289 h 5549975"/>
              <a:gd name="connsiteX44" fmla="*/ 4440744 w 4549123"/>
              <a:gd name="connsiteY44" fmla="*/ 1887374 h 5549975"/>
              <a:gd name="connsiteX45" fmla="*/ 4449435 w 4549123"/>
              <a:gd name="connsiteY45" fmla="*/ 1911536 h 5549975"/>
              <a:gd name="connsiteX46" fmla="*/ 4451713 w 4549123"/>
              <a:gd name="connsiteY46" fmla="*/ 1961755 h 5549975"/>
              <a:gd name="connsiteX47" fmla="*/ 4450832 w 4549123"/>
              <a:gd name="connsiteY47" fmla="*/ 1995384 h 5549975"/>
              <a:gd name="connsiteX48" fmla="*/ 4450370 w 4549123"/>
              <a:gd name="connsiteY48" fmla="*/ 2000244 h 5549975"/>
              <a:gd name="connsiteX49" fmla="*/ 4441250 w 4549123"/>
              <a:gd name="connsiteY49" fmla="*/ 2040142 h 5549975"/>
              <a:gd name="connsiteX50" fmla="*/ 4444515 w 4549123"/>
              <a:gd name="connsiteY50" fmla="*/ 2044087 h 5549975"/>
              <a:gd name="connsiteX51" fmla="*/ 4447356 w 4549123"/>
              <a:gd name="connsiteY51" fmla="*/ 2056904 h 5549975"/>
              <a:gd name="connsiteX52" fmla="*/ 4442615 w 4549123"/>
              <a:gd name="connsiteY52" fmla="*/ 2067489 h 5549975"/>
              <a:gd name="connsiteX53" fmla="*/ 4432431 w 4549123"/>
              <a:gd name="connsiteY53" fmla="*/ 2117719 h 5549975"/>
              <a:gd name="connsiteX54" fmla="*/ 4425100 w 4549123"/>
              <a:gd name="connsiteY54" fmla="*/ 2167300 h 5549975"/>
              <a:gd name="connsiteX55" fmla="*/ 4369017 w 4549123"/>
              <a:gd name="connsiteY55" fmla="*/ 3223633 h 5549975"/>
              <a:gd name="connsiteX56" fmla="*/ 4356231 w 4549123"/>
              <a:gd name="connsiteY56" fmla="*/ 3477281 h 5549975"/>
              <a:gd name="connsiteX57" fmla="*/ 4345146 w 4549123"/>
              <a:gd name="connsiteY57" fmla="*/ 3639984 h 5549975"/>
              <a:gd name="connsiteX58" fmla="*/ 4254385 w 4549123"/>
              <a:gd name="connsiteY58" fmla="*/ 5278921 h 5549975"/>
              <a:gd name="connsiteX59" fmla="*/ 4259683 w 4549123"/>
              <a:gd name="connsiteY59" fmla="*/ 5315626 h 5549975"/>
              <a:gd name="connsiteX60" fmla="*/ 4263217 w 4549123"/>
              <a:gd name="connsiteY60" fmla="*/ 5350090 h 5549975"/>
              <a:gd name="connsiteX61" fmla="*/ 4266049 w 4549123"/>
              <a:gd name="connsiteY61" fmla="*/ 5450399 h 5549975"/>
              <a:gd name="connsiteX62" fmla="*/ 4247492 w 4549123"/>
              <a:gd name="connsiteY62" fmla="*/ 5484804 h 5549975"/>
              <a:gd name="connsiteX63" fmla="*/ 4242840 w 4549123"/>
              <a:gd name="connsiteY63" fmla="*/ 5487504 h 5549975"/>
              <a:gd name="connsiteX64" fmla="*/ 4239383 w 4549123"/>
              <a:gd name="connsiteY64" fmla="*/ 5549951 h 5549975"/>
              <a:gd name="connsiteX65" fmla="*/ 8699 w 4549123"/>
              <a:gd name="connsiteY65" fmla="*/ 5314089 h 5549975"/>
              <a:gd name="connsiteX66" fmla="*/ 12505 w 4549123"/>
              <a:gd name="connsiteY66" fmla="*/ 5243704 h 5549975"/>
              <a:gd name="connsiteX67" fmla="*/ 0 w 4549123"/>
              <a:gd name="connsiteY67" fmla="*/ 5239903 h 5549975"/>
              <a:gd name="connsiteX68" fmla="*/ 4220 w 4549123"/>
              <a:gd name="connsiteY68" fmla="*/ 5233298 h 5549975"/>
              <a:gd name="connsiteX69" fmla="*/ 4489 w 4549123"/>
              <a:gd name="connsiteY69" fmla="*/ 5230552 h 5549975"/>
              <a:gd name="connsiteX70" fmla="*/ 4759 w 4549123"/>
              <a:gd name="connsiteY70" fmla="*/ 5227804 h 5549975"/>
              <a:gd name="connsiteX71" fmla="*/ 5296 w 4549123"/>
              <a:gd name="connsiteY71" fmla="*/ 5222308 h 5549975"/>
              <a:gd name="connsiteX72" fmla="*/ 4981 w 4549123"/>
              <a:gd name="connsiteY72" fmla="*/ 5216405 h 5549975"/>
              <a:gd name="connsiteX73" fmla="*/ 4397 w 4549123"/>
              <a:gd name="connsiteY73" fmla="*/ 5213249 h 5549975"/>
              <a:gd name="connsiteX74" fmla="*/ 4666 w 4549123"/>
              <a:gd name="connsiteY74" fmla="*/ 5210500 h 5549975"/>
              <a:gd name="connsiteX75" fmla="*/ 4350 w 4549123"/>
              <a:gd name="connsiteY75" fmla="*/ 5204597 h 5549975"/>
              <a:gd name="connsiteX76" fmla="*/ 3767 w 4549123"/>
              <a:gd name="connsiteY76" fmla="*/ 5201441 h 5549975"/>
              <a:gd name="connsiteX77" fmla="*/ 3137 w 4549123"/>
              <a:gd name="connsiteY77" fmla="*/ 5189632 h 5549975"/>
              <a:gd name="connsiteX78" fmla="*/ 2553 w 4549123"/>
              <a:gd name="connsiteY78" fmla="*/ 5186477 h 5549975"/>
              <a:gd name="connsiteX79" fmla="*/ 2821 w 4549123"/>
              <a:gd name="connsiteY79" fmla="*/ 5183728 h 5549975"/>
              <a:gd name="connsiteX80" fmla="*/ 1386 w 4549123"/>
              <a:gd name="connsiteY80" fmla="*/ 5180163 h 5549975"/>
              <a:gd name="connsiteX81" fmla="*/ 17881 w 4549123"/>
              <a:gd name="connsiteY81" fmla="*/ 5144275 h 5549975"/>
              <a:gd name="connsiteX82" fmla="*/ 39317 w 4549123"/>
              <a:gd name="connsiteY82" fmla="*/ 4747825 h 5549975"/>
              <a:gd name="connsiteX83" fmla="*/ 74412 w 4549123"/>
              <a:gd name="connsiteY83" fmla="*/ 3839310 h 5549975"/>
              <a:gd name="connsiteX84" fmla="*/ 299102 w 4549123"/>
              <a:gd name="connsiteY84" fmla="*/ 0 h 5549975"/>
              <a:gd name="connsiteX0" fmla="*/ 299102 w 4549123"/>
              <a:gd name="connsiteY0" fmla="*/ 0 h 5549975"/>
              <a:gd name="connsiteX1" fmla="*/ 3301288 w 4549123"/>
              <a:gd name="connsiteY1" fmla="*/ 171842 h 5549975"/>
              <a:gd name="connsiteX2" fmla="*/ 4130099 w 4549123"/>
              <a:gd name="connsiteY2" fmla="*/ 226950 h 5549975"/>
              <a:gd name="connsiteX3" fmla="*/ 4503293 w 4549123"/>
              <a:gd name="connsiteY3" fmla="*/ 247374 h 5549975"/>
              <a:gd name="connsiteX4" fmla="*/ 4531172 w 4549123"/>
              <a:gd name="connsiteY4" fmla="*/ 269179 h 5549975"/>
              <a:gd name="connsiteX5" fmla="*/ 4529398 w 4549123"/>
              <a:gd name="connsiteY5" fmla="*/ 300930 h 5549975"/>
              <a:gd name="connsiteX6" fmla="*/ 4532320 w 4549123"/>
              <a:gd name="connsiteY6" fmla="*/ 302647 h 5549975"/>
              <a:gd name="connsiteX7" fmla="*/ 4548746 w 4549123"/>
              <a:gd name="connsiteY7" fmla="*/ 334222 h 5549975"/>
              <a:gd name="connsiteX8" fmla="*/ 4526485 w 4549123"/>
              <a:gd name="connsiteY8" fmla="*/ 391868 h 5549975"/>
              <a:gd name="connsiteX9" fmla="*/ 4522997 w 4549123"/>
              <a:gd name="connsiteY9" fmla="*/ 415489 h 5549975"/>
              <a:gd name="connsiteX10" fmla="*/ 4517892 w 4549123"/>
              <a:gd name="connsiteY10" fmla="*/ 506828 h 5549975"/>
              <a:gd name="connsiteX11" fmla="*/ 4517242 w 4549123"/>
              <a:gd name="connsiteY11" fmla="*/ 553245 h 5549975"/>
              <a:gd name="connsiteX12" fmla="*/ 4514143 w 4549123"/>
              <a:gd name="connsiteY12" fmla="*/ 581709 h 5549975"/>
              <a:gd name="connsiteX13" fmla="*/ 4513474 w 4549123"/>
              <a:gd name="connsiteY13" fmla="*/ 585890 h 5549975"/>
              <a:gd name="connsiteX14" fmla="*/ 4500537 w 4549123"/>
              <a:gd name="connsiteY14" fmla="*/ 817404 h 5549975"/>
              <a:gd name="connsiteX15" fmla="*/ 4502250 w 4549123"/>
              <a:gd name="connsiteY15" fmla="*/ 822238 h 5549975"/>
              <a:gd name="connsiteX16" fmla="*/ 4500099 w 4549123"/>
              <a:gd name="connsiteY16" fmla="*/ 846069 h 5549975"/>
              <a:gd name="connsiteX17" fmla="*/ 4498499 w 4549123"/>
              <a:gd name="connsiteY17" fmla="*/ 853854 h 5549975"/>
              <a:gd name="connsiteX18" fmla="*/ 4492261 w 4549123"/>
              <a:gd name="connsiteY18" fmla="*/ 965485 h 5549975"/>
              <a:gd name="connsiteX19" fmla="*/ 4494338 w 4549123"/>
              <a:gd name="connsiteY19" fmla="*/ 966385 h 5549975"/>
              <a:gd name="connsiteX20" fmla="*/ 4498457 w 4549123"/>
              <a:gd name="connsiteY20" fmla="*/ 1002567 h 5549975"/>
              <a:gd name="connsiteX21" fmla="*/ 4493659 w 4549123"/>
              <a:gd name="connsiteY21" fmla="*/ 1101094 h 5549975"/>
              <a:gd name="connsiteX22" fmla="*/ 4493554 w 4549123"/>
              <a:gd name="connsiteY22" fmla="*/ 1159389 h 5549975"/>
              <a:gd name="connsiteX23" fmla="*/ 4497857 w 4549123"/>
              <a:gd name="connsiteY23" fmla="*/ 1180505 h 5549975"/>
              <a:gd name="connsiteX24" fmla="*/ 4500947 w 4549123"/>
              <a:gd name="connsiteY24" fmla="*/ 1210687 h 5549975"/>
              <a:gd name="connsiteX25" fmla="*/ 4509764 w 4549123"/>
              <a:gd name="connsiteY25" fmla="*/ 1263157 h 5549975"/>
              <a:gd name="connsiteX26" fmla="*/ 4512041 w 4549123"/>
              <a:gd name="connsiteY26" fmla="*/ 1313374 h 5549975"/>
              <a:gd name="connsiteX27" fmla="*/ 4511161 w 4549123"/>
              <a:gd name="connsiteY27" fmla="*/ 1347004 h 5549975"/>
              <a:gd name="connsiteX28" fmla="*/ 4510698 w 4549123"/>
              <a:gd name="connsiteY28" fmla="*/ 1351864 h 5549975"/>
              <a:gd name="connsiteX29" fmla="*/ 4501579 w 4549123"/>
              <a:gd name="connsiteY29" fmla="*/ 1391762 h 5549975"/>
              <a:gd name="connsiteX30" fmla="*/ 4504843 w 4549123"/>
              <a:gd name="connsiteY30" fmla="*/ 1395707 h 5549975"/>
              <a:gd name="connsiteX31" fmla="*/ 4507685 w 4549123"/>
              <a:gd name="connsiteY31" fmla="*/ 1408524 h 5549975"/>
              <a:gd name="connsiteX32" fmla="*/ 4502944 w 4549123"/>
              <a:gd name="connsiteY32" fmla="*/ 1419109 h 5549975"/>
              <a:gd name="connsiteX33" fmla="*/ 4492760 w 4549123"/>
              <a:gd name="connsiteY33" fmla="*/ 1469337 h 5549975"/>
              <a:gd name="connsiteX34" fmla="*/ 4481863 w 4549123"/>
              <a:gd name="connsiteY34" fmla="*/ 1543038 h 5549975"/>
              <a:gd name="connsiteX35" fmla="*/ 4476982 w 4549123"/>
              <a:gd name="connsiteY35" fmla="*/ 1553997 h 5549975"/>
              <a:gd name="connsiteX36" fmla="*/ 4462554 w 4549123"/>
              <a:gd name="connsiteY36" fmla="*/ 1626071 h 5549975"/>
              <a:gd name="connsiteX37" fmla="*/ 4458839 w 4549123"/>
              <a:gd name="connsiteY37" fmla="*/ 1664103 h 5549975"/>
              <a:gd name="connsiteX38" fmla="*/ 4462499 w 4549123"/>
              <a:gd name="connsiteY38" fmla="*/ 1668558 h 5549975"/>
              <a:gd name="connsiteX39" fmla="*/ 4460849 w 4549123"/>
              <a:gd name="connsiteY39" fmla="*/ 1679756 h 5549975"/>
              <a:gd name="connsiteX40" fmla="*/ 4461261 w 4549123"/>
              <a:gd name="connsiteY40" fmla="*/ 1682815 h 5549975"/>
              <a:gd name="connsiteX41" fmla="*/ 4462772 w 4549123"/>
              <a:gd name="connsiteY41" fmla="*/ 1700268 h 5549975"/>
              <a:gd name="connsiteX42" fmla="*/ 4451302 w 4549123"/>
              <a:gd name="connsiteY42" fmla="*/ 1735163 h 5549975"/>
              <a:gd name="connsiteX43" fmla="*/ 4449242 w 4549123"/>
              <a:gd name="connsiteY43" fmla="*/ 1735289 h 5549975"/>
              <a:gd name="connsiteX44" fmla="*/ 4440744 w 4549123"/>
              <a:gd name="connsiteY44" fmla="*/ 1887374 h 5549975"/>
              <a:gd name="connsiteX45" fmla="*/ 4449435 w 4549123"/>
              <a:gd name="connsiteY45" fmla="*/ 1911536 h 5549975"/>
              <a:gd name="connsiteX46" fmla="*/ 4451713 w 4549123"/>
              <a:gd name="connsiteY46" fmla="*/ 1961755 h 5549975"/>
              <a:gd name="connsiteX47" fmla="*/ 4450832 w 4549123"/>
              <a:gd name="connsiteY47" fmla="*/ 1995384 h 5549975"/>
              <a:gd name="connsiteX48" fmla="*/ 4450370 w 4549123"/>
              <a:gd name="connsiteY48" fmla="*/ 2000244 h 5549975"/>
              <a:gd name="connsiteX49" fmla="*/ 4441250 w 4549123"/>
              <a:gd name="connsiteY49" fmla="*/ 2040142 h 5549975"/>
              <a:gd name="connsiteX50" fmla="*/ 4444515 w 4549123"/>
              <a:gd name="connsiteY50" fmla="*/ 2044087 h 5549975"/>
              <a:gd name="connsiteX51" fmla="*/ 4447356 w 4549123"/>
              <a:gd name="connsiteY51" fmla="*/ 2056904 h 5549975"/>
              <a:gd name="connsiteX52" fmla="*/ 4442615 w 4549123"/>
              <a:gd name="connsiteY52" fmla="*/ 2067489 h 5549975"/>
              <a:gd name="connsiteX53" fmla="*/ 4432431 w 4549123"/>
              <a:gd name="connsiteY53" fmla="*/ 2117719 h 5549975"/>
              <a:gd name="connsiteX54" fmla="*/ 4425100 w 4549123"/>
              <a:gd name="connsiteY54" fmla="*/ 2167300 h 5549975"/>
              <a:gd name="connsiteX55" fmla="*/ 4369017 w 4549123"/>
              <a:gd name="connsiteY55" fmla="*/ 3223633 h 5549975"/>
              <a:gd name="connsiteX56" fmla="*/ 4356231 w 4549123"/>
              <a:gd name="connsiteY56" fmla="*/ 3477281 h 5549975"/>
              <a:gd name="connsiteX57" fmla="*/ 4345146 w 4549123"/>
              <a:gd name="connsiteY57" fmla="*/ 3639984 h 5549975"/>
              <a:gd name="connsiteX58" fmla="*/ 4254385 w 4549123"/>
              <a:gd name="connsiteY58" fmla="*/ 5278921 h 5549975"/>
              <a:gd name="connsiteX59" fmla="*/ 4259683 w 4549123"/>
              <a:gd name="connsiteY59" fmla="*/ 5315626 h 5549975"/>
              <a:gd name="connsiteX60" fmla="*/ 4263217 w 4549123"/>
              <a:gd name="connsiteY60" fmla="*/ 5350090 h 5549975"/>
              <a:gd name="connsiteX61" fmla="*/ 4266049 w 4549123"/>
              <a:gd name="connsiteY61" fmla="*/ 5450399 h 5549975"/>
              <a:gd name="connsiteX62" fmla="*/ 4247492 w 4549123"/>
              <a:gd name="connsiteY62" fmla="*/ 5484804 h 5549975"/>
              <a:gd name="connsiteX63" fmla="*/ 4242840 w 4549123"/>
              <a:gd name="connsiteY63" fmla="*/ 5487504 h 5549975"/>
              <a:gd name="connsiteX64" fmla="*/ 4239383 w 4549123"/>
              <a:gd name="connsiteY64" fmla="*/ 5549951 h 5549975"/>
              <a:gd name="connsiteX65" fmla="*/ 8699 w 4549123"/>
              <a:gd name="connsiteY65" fmla="*/ 5314089 h 5549975"/>
              <a:gd name="connsiteX66" fmla="*/ 12505 w 4549123"/>
              <a:gd name="connsiteY66" fmla="*/ 5243704 h 5549975"/>
              <a:gd name="connsiteX67" fmla="*/ 0 w 4549123"/>
              <a:gd name="connsiteY67" fmla="*/ 5239903 h 5549975"/>
              <a:gd name="connsiteX68" fmla="*/ 4220 w 4549123"/>
              <a:gd name="connsiteY68" fmla="*/ 5233298 h 5549975"/>
              <a:gd name="connsiteX69" fmla="*/ 4489 w 4549123"/>
              <a:gd name="connsiteY69" fmla="*/ 5230552 h 5549975"/>
              <a:gd name="connsiteX70" fmla="*/ 4759 w 4549123"/>
              <a:gd name="connsiteY70" fmla="*/ 5227804 h 5549975"/>
              <a:gd name="connsiteX71" fmla="*/ 5296 w 4549123"/>
              <a:gd name="connsiteY71" fmla="*/ 5222308 h 5549975"/>
              <a:gd name="connsiteX72" fmla="*/ 4981 w 4549123"/>
              <a:gd name="connsiteY72" fmla="*/ 5216405 h 5549975"/>
              <a:gd name="connsiteX73" fmla="*/ 4397 w 4549123"/>
              <a:gd name="connsiteY73" fmla="*/ 5213249 h 5549975"/>
              <a:gd name="connsiteX74" fmla="*/ 4666 w 4549123"/>
              <a:gd name="connsiteY74" fmla="*/ 5210500 h 5549975"/>
              <a:gd name="connsiteX75" fmla="*/ 4350 w 4549123"/>
              <a:gd name="connsiteY75" fmla="*/ 5204597 h 5549975"/>
              <a:gd name="connsiteX76" fmla="*/ 3767 w 4549123"/>
              <a:gd name="connsiteY76" fmla="*/ 5201441 h 5549975"/>
              <a:gd name="connsiteX77" fmla="*/ 3137 w 4549123"/>
              <a:gd name="connsiteY77" fmla="*/ 5189632 h 5549975"/>
              <a:gd name="connsiteX78" fmla="*/ 2553 w 4549123"/>
              <a:gd name="connsiteY78" fmla="*/ 5186477 h 5549975"/>
              <a:gd name="connsiteX79" fmla="*/ 2821 w 4549123"/>
              <a:gd name="connsiteY79" fmla="*/ 5183728 h 5549975"/>
              <a:gd name="connsiteX80" fmla="*/ 1386 w 4549123"/>
              <a:gd name="connsiteY80" fmla="*/ 5180163 h 5549975"/>
              <a:gd name="connsiteX81" fmla="*/ 17881 w 4549123"/>
              <a:gd name="connsiteY81" fmla="*/ 5144275 h 5549975"/>
              <a:gd name="connsiteX82" fmla="*/ 74412 w 4549123"/>
              <a:gd name="connsiteY82" fmla="*/ 3839310 h 5549975"/>
              <a:gd name="connsiteX83" fmla="*/ 299102 w 4549123"/>
              <a:gd name="connsiteY83" fmla="*/ 0 h 5549975"/>
              <a:gd name="connsiteX0" fmla="*/ 299102 w 4549123"/>
              <a:gd name="connsiteY0" fmla="*/ 0 h 5549975"/>
              <a:gd name="connsiteX1" fmla="*/ 3301288 w 4549123"/>
              <a:gd name="connsiteY1" fmla="*/ 171842 h 5549975"/>
              <a:gd name="connsiteX2" fmla="*/ 4130099 w 4549123"/>
              <a:gd name="connsiteY2" fmla="*/ 226950 h 5549975"/>
              <a:gd name="connsiteX3" fmla="*/ 4503293 w 4549123"/>
              <a:gd name="connsiteY3" fmla="*/ 247374 h 5549975"/>
              <a:gd name="connsiteX4" fmla="*/ 4531172 w 4549123"/>
              <a:gd name="connsiteY4" fmla="*/ 269179 h 5549975"/>
              <a:gd name="connsiteX5" fmla="*/ 4529398 w 4549123"/>
              <a:gd name="connsiteY5" fmla="*/ 300930 h 5549975"/>
              <a:gd name="connsiteX6" fmla="*/ 4532320 w 4549123"/>
              <a:gd name="connsiteY6" fmla="*/ 302647 h 5549975"/>
              <a:gd name="connsiteX7" fmla="*/ 4548746 w 4549123"/>
              <a:gd name="connsiteY7" fmla="*/ 334222 h 5549975"/>
              <a:gd name="connsiteX8" fmla="*/ 4526485 w 4549123"/>
              <a:gd name="connsiteY8" fmla="*/ 391868 h 5549975"/>
              <a:gd name="connsiteX9" fmla="*/ 4522997 w 4549123"/>
              <a:gd name="connsiteY9" fmla="*/ 415489 h 5549975"/>
              <a:gd name="connsiteX10" fmla="*/ 4517892 w 4549123"/>
              <a:gd name="connsiteY10" fmla="*/ 506828 h 5549975"/>
              <a:gd name="connsiteX11" fmla="*/ 4517242 w 4549123"/>
              <a:gd name="connsiteY11" fmla="*/ 553245 h 5549975"/>
              <a:gd name="connsiteX12" fmla="*/ 4514143 w 4549123"/>
              <a:gd name="connsiteY12" fmla="*/ 581709 h 5549975"/>
              <a:gd name="connsiteX13" fmla="*/ 4513474 w 4549123"/>
              <a:gd name="connsiteY13" fmla="*/ 585890 h 5549975"/>
              <a:gd name="connsiteX14" fmla="*/ 4500537 w 4549123"/>
              <a:gd name="connsiteY14" fmla="*/ 817404 h 5549975"/>
              <a:gd name="connsiteX15" fmla="*/ 4502250 w 4549123"/>
              <a:gd name="connsiteY15" fmla="*/ 822238 h 5549975"/>
              <a:gd name="connsiteX16" fmla="*/ 4500099 w 4549123"/>
              <a:gd name="connsiteY16" fmla="*/ 846069 h 5549975"/>
              <a:gd name="connsiteX17" fmla="*/ 4498499 w 4549123"/>
              <a:gd name="connsiteY17" fmla="*/ 853854 h 5549975"/>
              <a:gd name="connsiteX18" fmla="*/ 4492261 w 4549123"/>
              <a:gd name="connsiteY18" fmla="*/ 965485 h 5549975"/>
              <a:gd name="connsiteX19" fmla="*/ 4494338 w 4549123"/>
              <a:gd name="connsiteY19" fmla="*/ 966385 h 5549975"/>
              <a:gd name="connsiteX20" fmla="*/ 4498457 w 4549123"/>
              <a:gd name="connsiteY20" fmla="*/ 1002567 h 5549975"/>
              <a:gd name="connsiteX21" fmla="*/ 4493659 w 4549123"/>
              <a:gd name="connsiteY21" fmla="*/ 1101094 h 5549975"/>
              <a:gd name="connsiteX22" fmla="*/ 4493554 w 4549123"/>
              <a:gd name="connsiteY22" fmla="*/ 1159389 h 5549975"/>
              <a:gd name="connsiteX23" fmla="*/ 4497857 w 4549123"/>
              <a:gd name="connsiteY23" fmla="*/ 1180505 h 5549975"/>
              <a:gd name="connsiteX24" fmla="*/ 4500947 w 4549123"/>
              <a:gd name="connsiteY24" fmla="*/ 1210687 h 5549975"/>
              <a:gd name="connsiteX25" fmla="*/ 4509764 w 4549123"/>
              <a:gd name="connsiteY25" fmla="*/ 1263157 h 5549975"/>
              <a:gd name="connsiteX26" fmla="*/ 4512041 w 4549123"/>
              <a:gd name="connsiteY26" fmla="*/ 1313374 h 5549975"/>
              <a:gd name="connsiteX27" fmla="*/ 4511161 w 4549123"/>
              <a:gd name="connsiteY27" fmla="*/ 1347004 h 5549975"/>
              <a:gd name="connsiteX28" fmla="*/ 4510698 w 4549123"/>
              <a:gd name="connsiteY28" fmla="*/ 1351864 h 5549975"/>
              <a:gd name="connsiteX29" fmla="*/ 4501579 w 4549123"/>
              <a:gd name="connsiteY29" fmla="*/ 1391762 h 5549975"/>
              <a:gd name="connsiteX30" fmla="*/ 4504843 w 4549123"/>
              <a:gd name="connsiteY30" fmla="*/ 1395707 h 5549975"/>
              <a:gd name="connsiteX31" fmla="*/ 4507685 w 4549123"/>
              <a:gd name="connsiteY31" fmla="*/ 1408524 h 5549975"/>
              <a:gd name="connsiteX32" fmla="*/ 4502944 w 4549123"/>
              <a:gd name="connsiteY32" fmla="*/ 1419109 h 5549975"/>
              <a:gd name="connsiteX33" fmla="*/ 4492760 w 4549123"/>
              <a:gd name="connsiteY33" fmla="*/ 1469337 h 5549975"/>
              <a:gd name="connsiteX34" fmla="*/ 4481863 w 4549123"/>
              <a:gd name="connsiteY34" fmla="*/ 1543038 h 5549975"/>
              <a:gd name="connsiteX35" fmla="*/ 4476982 w 4549123"/>
              <a:gd name="connsiteY35" fmla="*/ 1553997 h 5549975"/>
              <a:gd name="connsiteX36" fmla="*/ 4462554 w 4549123"/>
              <a:gd name="connsiteY36" fmla="*/ 1626071 h 5549975"/>
              <a:gd name="connsiteX37" fmla="*/ 4458839 w 4549123"/>
              <a:gd name="connsiteY37" fmla="*/ 1664103 h 5549975"/>
              <a:gd name="connsiteX38" fmla="*/ 4462499 w 4549123"/>
              <a:gd name="connsiteY38" fmla="*/ 1668558 h 5549975"/>
              <a:gd name="connsiteX39" fmla="*/ 4460849 w 4549123"/>
              <a:gd name="connsiteY39" fmla="*/ 1679756 h 5549975"/>
              <a:gd name="connsiteX40" fmla="*/ 4461261 w 4549123"/>
              <a:gd name="connsiteY40" fmla="*/ 1682815 h 5549975"/>
              <a:gd name="connsiteX41" fmla="*/ 4462772 w 4549123"/>
              <a:gd name="connsiteY41" fmla="*/ 1700268 h 5549975"/>
              <a:gd name="connsiteX42" fmla="*/ 4451302 w 4549123"/>
              <a:gd name="connsiteY42" fmla="*/ 1735163 h 5549975"/>
              <a:gd name="connsiteX43" fmla="*/ 4449242 w 4549123"/>
              <a:gd name="connsiteY43" fmla="*/ 1735289 h 5549975"/>
              <a:gd name="connsiteX44" fmla="*/ 4440744 w 4549123"/>
              <a:gd name="connsiteY44" fmla="*/ 1887374 h 5549975"/>
              <a:gd name="connsiteX45" fmla="*/ 4449435 w 4549123"/>
              <a:gd name="connsiteY45" fmla="*/ 1911536 h 5549975"/>
              <a:gd name="connsiteX46" fmla="*/ 4451713 w 4549123"/>
              <a:gd name="connsiteY46" fmla="*/ 1961755 h 5549975"/>
              <a:gd name="connsiteX47" fmla="*/ 4450832 w 4549123"/>
              <a:gd name="connsiteY47" fmla="*/ 1995384 h 5549975"/>
              <a:gd name="connsiteX48" fmla="*/ 4450370 w 4549123"/>
              <a:gd name="connsiteY48" fmla="*/ 2000244 h 5549975"/>
              <a:gd name="connsiteX49" fmla="*/ 4441250 w 4549123"/>
              <a:gd name="connsiteY49" fmla="*/ 2040142 h 5549975"/>
              <a:gd name="connsiteX50" fmla="*/ 4444515 w 4549123"/>
              <a:gd name="connsiteY50" fmla="*/ 2044087 h 5549975"/>
              <a:gd name="connsiteX51" fmla="*/ 4447356 w 4549123"/>
              <a:gd name="connsiteY51" fmla="*/ 2056904 h 5549975"/>
              <a:gd name="connsiteX52" fmla="*/ 4442615 w 4549123"/>
              <a:gd name="connsiteY52" fmla="*/ 2067489 h 5549975"/>
              <a:gd name="connsiteX53" fmla="*/ 4432431 w 4549123"/>
              <a:gd name="connsiteY53" fmla="*/ 2117719 h 5549975"/>
              <a:gd name="connsiteX54" fmla="*/ 4425100 w 4549123"/>
              <a:gd name="connsiteY54" fmla="*/ 2167300 h 5549975"/>
              <a:gd name="connsiteX55" fmla="*/ 4369017 w 4549123"/>
              <a:gd name="connsiteY55" fmla="*/ 3223633 h 5549975"/>
              <a:gd name="connsiteX56" fmla="*/ 4356231 w 4549123"/>
              <a:gd name="connsiteY56" fmla="*/ 3477281 h 5549975"/>
              <a:gd name="connsiteX57" fmla="*/ 4345146 w 4549123"/>
              <a:gd name="connsiteY57" fmla="*/ 3639984 h 5549975"/>
              <a:gd name="connsiteX58" fmla="*/ 4254385 w 4549123"/>
              <a:gd name="connsiteY58" fmla="*/ 5278921 h 5549975"/>
              <a:gd name="connsiteX59" fmla="*/ 4259683 w 4549123"/>
              <a:gd name="connsiteY59" fmla="*/ 5315626 h 5549975"/>
              <a:gd name="connsiteX60" fmla="*/ 4263217 w 4549123"/>
              <a:gd name="connsiteY60" fmla="*/ 5350090 h 5549975"/>
              <a:gd name="connsiteX61" fmla="*/ 4266049 w 4549123"/>
              <a:gd name="connsiteY61" fmla="*/ 5450399 h 5549975"/>
              <a:gd name="connsiteX62" fmla="*/ 4247492 w 4549123"/>
              <a:gd name="connsiteY62" fmla="*/ 5484804 h 5549975"/>
              <a:gd name="connsiteX63" fmla="*/ 4242840 w 4549123"/>
              <a:gd name="connsiteY63" fmla="*/ 5487504 h 5549975"/>
              <a:gd name="connsiteX64" fmla="*/ 4239383 w 4549123"/>
              <a:gd name="connsiteY64" fmla="*/ 5549951 h 5549975"/>
              <a:gd name="connsiteX65" fmla="*/ 8699 w 4549123"/>
              <a:gd name="connsiteY65" fmla="*/ 5314089 h 5549975"/>
              <a:gd name="connsiteX66" fmla="*/ 12505 w 4549123"/>
              <a:gd name="connsiteY66" fmla="*/ 5243704 h 5549975"/>
              <a:gd name="connsiteX67" fmla="*/ 0 w 4549123"/>
              <a:gd name="connsiteY67" fmla="*/ 5239903 h 5549975"/>
              <a:gd name="connsiteX68" fmla="*/ 4220 w 4549123"/>
              <a:gd name="connsiteY68" fmla="*/ 5233298 h 5549975"/>
              <a:gd name="connsiteX69" fmla="*/ 4489 w 4549123"/>
              <a:gd name="connsiteY69" fmla="*/ 5230552 h 5549975"/>
              <a:gd name="connsiteX70" fmla="*/ 4759 w 4549123"/>
              <a:gd name="connsiteY70" fmla="*/ 5227804 h 5549975"/>
              <a:gd name="connsiteX71" fmla="*/ 5296 w 4549123"/>
              <a:gd name="connsiteY71" fmla="*/ 5222308 h 5549975"/>
              <a:gd name="connsiteX72" fmla="*/ 4981 w 4549123"/>
              <a:gd name="connsiteY72" fmla="*/ 5216405 h 5549975"/>
              <a:gd name="connsiteX73" fmla="*/ 4397 w 4549123"/>
              <a:gd name="connsiteY73" fmla="*/ 5213249 h 5549975"/>
              <a:gd name="connsiteX74" fmla="*/ 4666 w 4549123"/>
              <a:gd name="connsiteY74" fmla="*/ 5210500 h 5549975"/>
              <a:gd name="connsiteX75" fmla="*/ 4350 w 4549123"/>
              <a:gd name="connsiteY75" fmla="*/ 5204597 h 5549975"/>
              <a:gd name="connsiteX76" fmla="*/ 3767 w 4549123"/>
              <a:gd name="connsiteY76" fmla="*/ 5201441 h 5549975"/>
              <a:gd name="connsiteX77" fmla="*/ 3137 w 4549123"/>
              <a:gd name="connsiteY77" fmla="*/ 5189632 h 5549975"/>
              <a:gd name="connsiteX78" fmla="*/ 2553 w 4549123"/>
              <a:gd name="connsiteY78" fmla="*/ 5186477 h 5549975"/>
              <a:gd name="connsiteX79" fmla="*/ 2821 w 4549123"/>
              <a:gd name="connsiteY79" fmla="*/ 5183728 h 5549975"/>
              <a:gd name="connsiteX80" fmla="*/ 1386 w 4549123"/>
              <a:gd name="connsiteY80" fmla="*/ 5180163 h 5549975"/>
              <a:gd name="connsiteX81" fmla="*/ 6798 w 4549123"/>
              <a:gd name="connsiteY81" fmla="*/ 5116566 h 5549975"/>
              <a:gd name="connsiteX82" fmla="*/ 74412 w 4549123"/>
              <a:gd name="connsiteY82" fmla="*/ 3839310 h 5549975"/>
              <a:gd name="connsiteX83" fmla="*/ 299102 w 4549123"/>
              <a:gd name="connsiteY83" fmla="*/ 0 h 5549975"/>
              <a:gd name="connsiteX0" fmla="*/ 304427 w 4554448"/>
              <a:gd name="connsiteY0" fmla="*/ 0 h 5549970"/>
              <a:gd name="connsiteX1" fmla="*/ 3306613 w 4554448"/>
              <a:gd name="connsiteY1" fmla="*/ 171842 h 5549970"/>
              <a:gd name="connsiteX2" fmla="*/ 4135424 w 4554448"/>
              <a:gd name="connsiteY2" fmla="*/ 226950 h 5549970"/>
              <a:gd name="connsiteX3" fmla="*/ 4508618 w 4554448"/>
              <a:gd name="connsiteY3" fmla="*/ 247374 h 5549970"/>
              <a:gd name="connsiteX4" fmla="*/ 4536497 w 4554448"/>
              <a:gd name="connsiteY4" fmla="*/ 269179 h 5549970"/>
              <a:gd name="connsiteX5" fmla="*/ 4534723 w 4554448"/>
              <a:gd name="connsiteY5" fmla="*/ 300930 h 5549970"/>
              <a:gd name="connsiteX6" fmla="*/ 4537645 w 4554448"/>
              <a:gd name="connsiteY6" fmla="*/ 302647 h 5549970"/>
              <a:gd name="connsiteX7" fmla="*/ 4554071 w 4554448"/>
              <a:gd name="connsiteY7" fmla="*/ 334222 h 5549970"/>
              <a:gd name="connsiteX8" fmla="*/ 4531810 w 4554448"/>
              <a:gd name="connsiteY8" fmla="*/ 391868 h 5549970"/>
              <a:gd name="connsiteX9" fmla="*/ 4528322 w 4554448"/>
              <a:gd name="connsiteY9" fmla="*/ 415489 h 5549970"/>
              <a:gd name="connsiteX10" fmla="*/ 4523217 w 4554448"/>
              <a:gd name="connsiteY10" fmla="*/ 506828 h 5549970"/>
              <a:gd name="connsiteX11" fmla="*/ 4522567 w 4554448"/>
              <a:gd name="connsiteY11" fmla="*/ 553245 h 5549970"/>
              <a:gd name="connsiteX12" fmla="*/ 4519468 w 4554448"/>
              <a:gd name="connsiteY12" fmla="*/ 581709 h 5549970"/>
              <a:gd name="connsiteX13" fmla="*/ 4518799 w 4554448"/>
              <a:gd name="connsiteY13" fmla="*/ 585890 h 5549970"/>
              <a:gd name="connsiteX14" fmla="*/ 4505862 w 4554448"/>
              <a:gd name="connsiteY14" fmla="*/ 817404 h 5549970"/>
              <a:gd name="connsiteX15" fmla="*/ 4507575 w 4554448"/>
              <a:gd name="connsiteY15" fmla="*/ 822238 h 5549970"/>
              <a:gd name="connsiteX16" fmla="*/ 4505424 w 4554448"/>
              <a:gd name="connsiteY16" fmla="*/ 846069 h 5549970"/>
              <a:gd name="connsiteX17" fmla="*/ 4503824 w 4554448"/>
              <a:gd name="connsiteY17" fmla="*/ 853854 h 5549970"/>
              <a:gd name="connsiteX18" fmla="*/ 4497586 w 4554448"/>
              <a:gd name="connsiteY18" fmla="*/ 965485 h 5549970"/>
              <a:gd name="connsiteX19" fmla="*/ 4499663 w 4554448"/>
              <a:gd name="connsiteY19" fmla="*/ 966385 h 5549970"/>
              <a:gd name="connsiteX20" fmla="*/ 4503782 w 4554448"/>
              <a:gd name="connsiteY20" fmla="*/ 1002567 h 5549970"/>
              <a:gd name="connsiteX21" fmla="*/ 4498984 w 4554448"/>
              <a:gd name="connsiteY21" fmla="*/ 1101094 h 5549970"/>
              <a:gd name="connsiteX22" fmla="*/ 4498879 w 4554448"/>
              <a:gd name="connsiteY22" fmla="*/ 1159389 h 5549970"/>
              <a:gd name="connsiteX23" fmla="*/ 4503182 w 4554448"/>
              <a:gd name="connsiteY23" fmla="*/ 1180505 h 5549970"/>
              <a:gd name="connsiteX24" fmla="*/ 4506272 w 4554448"/>
              <a:gd name="connsiteY24" fmla="*/ 1210687 h 5549970"/>
              <a:gd name="connsiteX25" fmla="*/ 4515089 w 4554448"/>
              <a:gd name="connsiteY25" fmla="*/ 1263157 h 5549970"/>
              <a:gd name="connsiteX26" fmla="*/ 4517366 w 4554448"/>
              <a:gd name="connsiteY26" fmla="*/ 1313374 h 5549970"/>
              <a:gd name="connsiteX27" fmla="*/ 4516486 w 4554448"/>
              <a:gd name="connsiteY27" fmla="*/ 1347004 h 5549970"/>
              <a:gd name="connsiteX28" fmla="*/ 4516023 w 4554448"/>
              <a:gd name="connsiteY28" fmla="*/ 1351864 h 5549970"/>
              <a:gd name="connsiteX29" fmla="*/ 4506904 w 4554448"/>
              <a:gd name="connsiteY29" fmla="*/ 1391762 h 5549970"/>
              <a:gd name="connsiteX30" fmla="*/ 4510168 w 4554448"/>
              <a:gd name="connsiteY30" fmla="*/ 1395707 h 5549970"/>
              <a:gd name="connsiteX31" fmla="*/ 4513010 w 4554448"/>
              <a:gd name="connsiteY31" fmla="*/ 1408524 h 5549970"/>
              <a:gd name="connsiteX32" fmla="*/ 4508269 w 4554448"/>
              <a:gd name="connsiteY32" fmla="*/ 1419109 h 5549970"/>
              <a:gd name="connsiteX33" fmla="*/ 4498085 w 4554448"/>
              <a:gd name="connsiteY33" fmla="*/ 1469337 h 5549970"/>
              <a:gd name="connsiteX34" fmla="*/ 4487188 w 4554448"/>
              <a:gd name="connsiteY34" fmla="*/ 1543038 h 5549970"/>
              <a:gd name="connsiteX35" fmla="*/ 4482307 w 4554448"/>
              <a:gd name="connsiteY35" fmla="*/ 1553997 h 5549970"/>
              <a:gd name="connsiteX36" fmla="*/ 4467879 w 4554448"/>
              <a:gd name="connsiteY36" fmla="*/ 1626071 h 5549970"/>
              <a:gd name="connsiteX37" fmla="*/ 4464164 w 4554448"/>
              <a:gd name="connsiteY37" fmla="*/ 1664103 h 5549970"/>
              <a:gd name="connsiteX38" fmla="*/ 4467824 w 4554448"/>
              <a:gd name="connsiteY38" fmla="*/ 1668558 h 5549970"/>
              <a:gd name="connsiteX39" fmla="*/ 4466174 w 4554448"/>
              <a:gd name="connsiteY39" fmla="*/ 1679756 h 5549970"/>
              <a:gd name="connsiteX40" fmla="*/ 4466586 w 4554448"/>
              <a:gd name="connsiteY40" fmla="*/ 1682815 h 5549970"/>
              <a:gd name="connsiteX41" fmla="*/ 4468097 w 4554448"/>
              <a:gd name="connsiteY41" fmla="*/ 1700268 h 5549970"/>
              <a:gd name="connsiteX42" fmla="*/ 4456627 w 4554448"/>
              <a:gd name="connsiteY42" fmla="*/ 1735163 h 5549970"/>
              <a:gd name="connsiteX43" fmla="*/ 4454567 w 4554448"/>
              <a:gd name="connsiteY43" fmla="*/ 1735289 h 5549970"/>
              <a:gd name="connsiteX44" fmla="*/ 4446069 w 4554448"/>
              <a:gd name="connsiteY44" fmla="*/ 1887374 h 5549970"/>
              <a:gd name="connsiteX45" fmla="*/ 4454760 w 4554448"/>
              <a:gd name="connsiteY45" fmla="*/ 1911536 h 5549970"/>
              <a:gd name="connsiteX46" fmla="*/ 4457038 w 4554448"/>
              <a:gd name="connsiteY46" fmla="*/ 1961755 h 5549970"/>
              <a:gd name="connsiteX47" fmla="*/ 4456157 w 4554448"/>
              <a:gd name="connsiteY47" fmla="*/ 1995384 h 5549970"/>
              <a:gd name="connsiteX48" fmla="*/ 4455695 w 4554448"/>
              <a:gd name="connsiteY48" fmla="*/ 2000244 h 5549970"/>
              <a:gd name="connsiteX49" fmla="*/ 4446575 w 4554448"/>
              <a:gd name="connsiteY49" fmla="*/ 2040142 h 5549970"/>
              <a:gd name="connsiteX50" fmla="*/ 4449840 w 4554448"/>
              <a:gd name="connsiteY50" fmla="*/ 2044087 h 5549970"/>
              <a:gd name="connsiteX51" fmla="*/ 4452681 w 4554448"/>
              <a:gd name="connsiteY51" fmla="*/ 2056904 h 5549970"/>
              <a:gd name="connsiteX52" fmla="*/ 4447940 w 4554448"/>
              <a:gd name="connsiteY52" fmla="*/ 2067489 h 5549970"/>
              <a:gd name="connsiteX53" fmla="*/ 4437756 w 4554448"/>
              <a:gd name="connsiteY53" fmla="*/ 2117719 h 5549970"/>
              <a:gd name="connsiteX54" fmla="*/ 4430425 w 4554448"/>
              <a:gd name="connsiteY54" fmla="*/ 2167300 h 5549970"/>
              <a:gd name="connsiteX55" fmla="*/ 4374342 w 4554448"/>
              <a:gd name="connsiteY55" fmla="*/ 3223633 h 5549970"/>
              <a:gd name="connsiteX56" fmla="*/ 4361556 w 4554448"/>
              <a:gd name="connsiteY56" fmla="*/ 3477281 h 5549970"/>
              <a:gd name="connsiteX57" fmla="*/ 4350471 w 4554448"/>
              <a:gd name="connsiteY57" fmla="*/ 3639984 h 5549970"/>
              <a:gd name="connsiteX58" fmla="*/ 4259710 w 4554448"/>
              <a:gd name="connsiteY58" fmla="*/ 5278921 h 5549970"/>
              <a:gd name="connsiteX59" fmla="*/ 4265008 w 4554448"/>
              <a:gd name="connsiteY59" fmla="*/ 5315626 h 5549970"/>
              <a:gd name="connsiteX60" fmla="*/ 4268542 w 4554448"/>
              <a:gd name="connsiteY60" fmla="*/ 5350090 h 5549970"/>
              <a:gd name="connsiteX61" fmla="*/ 4271374 w 4554448"/>
              <a:gd name="connsiteY61" fmla="*/ 5450399 h 5549970"/>
              <a:gd name="connsiteX62" fmla="*/ 4252817 w 4554448"/>
              <a:gd name="connsiteY62" fmla="*/ 5484804 h 5549970"/>
              <a:gd name="connsiteX63" fmla="*/ 4248165 w 4554448"/>
              <a:gd name="connsiteY63" fmla="*/ 5487504 h 5549970"/>
              <a:gd name="connsiteX64" fmla="*/ 4244708 w 4554448"/>
              <a:gd name="connsiteY64" fmla="*/ 5549951 h 5549970"/>
              <a:gd name="connsiteX65" fmla="*/ 0 w 4554448"/>
              <a:gd name="connsiteY65" fmla="*/ 5272016 h 5549970"/>
              <a:gd name="connsiteX66" fmla="*/ 17830 w 4554448"/>
              <a:gd name="connsiteY66" fmla="*/ 5243704 h 5549970"/>
              <a:gd name="connsiteX67" fmla="*/ 5325 w 4554448"/>
              <a:gd name="connsiteY67" fmla="*/ 5239903 h 5549970"/>
              <a:gd name="connsiteX68" fmla="*/ 9545 w 4554448"/>
              <a:gd name="connsiteY68" fmla="*/ 5233298 h 5549970"/>
              <a:gd name="connsiteX69" fmla="*/ 9814 w 4554448"/>
              <a:gd name="connsiteY69" fmla="*/ 5230552 h 5549970"/>
              <a:gd name="connsiteX70" fmla="*/ 10084 w 4554448"/>
              <a:gd name="connsiteY70" fmla="*/ 5227804 h 5549970"/>
              <a:gd name="connsiteX71" fmla="*/ 10621 w 4554448"/>
              <a:gd name="connsiteY71" fmla="*/ 5222308 h 5549970"/>
              <a:gd name="connsiteX72" fmla="*/ 10306 w 4554448"/>
              <a:gd name="connsiteY72" fmla="*/ 5216405 h 5549970"/>
              <a:gd name="connsiteX73" fmla="*/ 9722 w 4554448"/>
              <a:gd name="connsiteY73" fmla="*/ 5213249 h 5549970"/>
              <a:gd name="connsiteX74" fmla="*/ 9991 w 4554448"/>
              <a:gd name="connsiteY74" fmla="*/ 5210500 h 5549970"/>
              <a:gd name="connsiteX75" fmla="*/ 9675 w 4554448"/>
              <a:gd name="connsiteY75" fmla="*/ 5204597 h 5549970"/>
              <a:gd name="connsiteX76" fmla="*/ 9092 w 4554448"/>
              <a:gd name="connsiteY76" fmla="*/ 5201441 h 5549970"/>
              <a:gd name="connsiteX77" fmla="*/ 8462 w 4554448"/>
              <a:gd name="connsiteY77" fmla="*/ 5189632 h 5549970"/>
              <a:gd name="connsiteX78" fmla="*/ 7878 w 4554448"/>
              <a:gd name="connsiteY78" fmla="*/ 5186477 h 5549970"/>
              <a:gd name="connsiteX79" fmla="*/ 8146 w 4554448"/>
              <a:gd name="connsiteY79" fmla="*/ 5183728 h 5549970"/>
              <a:gd name="connsiteX80" fmla="*/ 6711 w 4554448"/>
              <a:gd name="connsiteY80" fmla="*/ 5180163 h 5549970"/>
              <a:gd name="connsiteX81" fmla="*/ 12123 w 4554448"/>
              <a:gd name="connsiteY81" fmla="*/ 5116566 h 5549970"/>
              <a:gd name="connsiteX82" fmla="*/ 79737 w 4554448"/>
              <a:gd name="connsiteY82" fmla="*/ 3839310 h 5549970"/>
              <a:gd name="connsiteX83" fmla="*/ 304427 w 4554448"/>
              <a:gd name="connsiteY83" fmla="*/ 0 h 5549970"/>
              <a:gd name="connsiteX0" fmla="*/ 338086 w 4588107"/>
              <a:gd name="connsiteY0" fmla="*/ 0 h 5549995"/>
              <a:gd name="connsiteX1" fmla="*/ 3340272 w 4588107"/>
              <a:gd name="connsiteY1" fmla="*/ 171842 h 5549995"/>
              <a:gd name="connsiteX2" fmla="*/ 4169083 w 4588107"/>
              <a:gd name="connsiteY2" fmla="*/ 226950 h 5549995"/>
              <a:gd name="connsiteX3" fmla="*/ 4542277 w 4588107"/>
              <a:gd name="connsiteY3" fmla="*/ 247374 h 5549995"/>
              <a:gd name="connsiteX4" fmla="*/ 4570156 w 4588107"/>
              <a:gd name="connsiteY4" fmla="*/ 269179 h 5549995"/>
              <a:gd name="connsiteX5" fmla="*/ 4568382 w 4588107"/>
              <a:gd name="connsiteY5" fmla="*/ 300930 h 5549995"/>
              <a:gd name="connsiteX6" fmla="*/ 4571304 w 4588107"/>
              <a:gd name="connsiteY6" fmla="*/ 302647 h 5549995"/>
              <a:gd name="connsiteX7" fmla="*/ 4587730 w 4588107"/>
              <a:gd name="connsiteY7" fmla="*/ 334222 h 5549995"/>
              <a:gd name="connsiteX8" fmla="*/ 4565469 w 4588107"/>
              <a:gd name="connsiteY8" fmla="*/ 391868 h 5549995"/>
              <a:gd name="connsiteX9" fmla="*/ 4561981 w 4588107"/>
              <a:gd name="connsiteY9" fmla="*/ 415489 h 5549995"/>
              <a:gd name="connsiteX10" fmla="*/ 4556876 w 4588107"/>
              <a:gd name="connsiteY10" fmla="*/ 506828 h 5549995"/>
              <a:gd name="connsiteX11" fmla="*/ 4556226 w 4588107"/>
              <a:gd name="connsiteY11" fmla="*/ 553245 h 5549995"/>
              <a:gd name="connsiteX12" fmla="*/ 4553127 w 4588107"/>
              <a:gd name="connsiteY12" fmla="*/ 581709 h 5549995"/>
              <a:gd name="connsiteX13" fmla="*/ 4552458 w 4588107"/>
              <a:gd name="connsiteY13" fmla="*/ 585890 h 5549995"/>
              <a:gd name="connsiteX14" fmla="*/ 4539521 w 4588107"/>
              <a:gd name="connsiteY14" fmla="*/ 817404 h 5549995"/>
              <a:gd name="connsiteX15" fmla="*/ 4541234 w 4588107"/>
              <a:gd name="connsiteY15" fmla="*/ 822238 h 5549995"/>
              <a:gd name="connsiteX16" fmla="*/ 4539083 w 4588107"/>
              <a:gd name="connsiteY16" fmla="*/ 846069 h 5549995"/>
              <a:gd name="connsiteX17" fmla="*/ 4537483 w 4588107"/>
              <a:gd name="connsiteY17" fmla="*/ 853854 h 5549995"/>
              <a:gd name="connsiteX18" fmla="*/ 4531245 w 4588107"/>
              <a:gd name="connsiteY18" fmla="*/ 965485 h 5549995"/>
              <a:gd name="connsiteX19" fmla="*/ 4533322 w 4588107"/>
              <a:gd name="connsiteY19" fmla="*/ 966385 h 5549995"/>
              <a:gd name="connsiteX20" fmla="*/ 4537441 w 4588107"/>
              <a:gd name="connsiteY20" fmla="*/ 1002567 h 5549995"/>
              <a:gd name="connsiteX21" fmla="*/ 4532643 w 4588107"/>
              <a:gd name="connsiteY21" fmla="*/ 1101094 h 5549995"/>
              <a:gd name="connsiteX22" fmla="*/ 4532538 w 4588107"/>
              <a:gd name="connsiteY22" fmla="*/ 1159389 h 5549995"/>
              <a:gd name="connsiteX23" fmla="*/ 4536841 w 4588107"/>
              <a:gd name="connsiteY23" fmla="*/ 1180505 h 5549995"/>
              <a:gd name="connsiteX24" fmla="*/ 4539931 w 4588107"/>
              <a:gd name="connsiteY24" fmla="*/ 1210687 h 5549995"/>
              <a:gd name="connsiteX25" fmla="*/ 4548748 w 4588107"/>
              <a:gd name="connsiteY25" fmla="*/ 1263157 h 5549995"/>
              <a:gd name="connsiteX26" fmla="*/ 4551025 w 4588107"/>
              <a:gd name="connsiteY26" fmla="*/ 1313374 h 5549995"/>
              <a:gd name="connsiteX27" fmla="*/ 4550145 w 4588107"/>
              <a:gd name="connsiteY27" fmla="*/ 1347004 h 5549995"/>
              <a:gd name="connsiteX28" fmla="*/ 4549682 w 4588107"/>
              <a:gd name="connsiteY28" fmla="*/ 1351864 h 5549995"/>
              <a:gd name="connsiteX29" fmla="*/ 4540563 w 4588107"/>
              <a:gd name="connsiteY29" fmla="*/ 1391762 h 5549995"/>
              <a:gd name="connsiteX30" fmla="*/ 4543827 w 4588107"/>
              <a:gd name="connsiteY30" fmla="*/ 1395707 h 5549995"/>
              <a:gd name="connsiteX31" fmla="*/ 4546669 w 4588107"/>
              <a:gd name="connsiteY31" fmla="*/ 1408524 h 5549995"/>
              <a:gd name="connsiteX32" fmla="*/ 4541928 w 4588107"/>
              <a:gd name="connsiteY32" fmla="*/ 1419109 h 5549995"/>
              <a:gd name="connsiteX33" fmla="*/ 4531744 w 4588107"/>
              <a:gd name="connsiteY33" fmla="*/ 1469337 h 5549995"/>
              <a:gd name="connsiteX34" fmla="*/ 4520847 w 4588107"/>
              <a:gd name="connsiteY34" fmla="*/ 1543038 h 5549995"/>
              <a:gd name="connsiteX35" fmla="*/ 4515966 w 4588107"/>
              <a:gd name="connsiteY35" fmla="*/ 1553997 h 5549995"/>
              <a:gd name="connsiteX36" fmla="*/ 4501538 w 4588107"/>
              <a:gd name="connsiteY36" fmla="*/ 1626071 h 5549995"/>
              <a:gd name="connsiteX37" fmla="*/ 4497823 w 4588107"/>
              <a:gd name="connsiteY37" fmla="*/ 1664103 h 5549995"/>
              <a:gd name="connsiteX38" fmla="*/ 4501483 w 4588107"/>
              <a:gd name="connsiteY38" fmla="*/ 1668558 h 5549995"/>
              <a:gd name="connsiteX39" fmla="*/ 4499833 w 4588107"/>
              <a:gd name="connsiteY39" fmla="*/ 1679756 h 5549995"/>
              <a:gd name="connsiteX40" fmla="*/ 4500245 w 4588107"/>
              <a:gd name="connsiteY40" fmla="*/ 1682815 h 5549995"/>
              <a:gd name="connsiteX41" fmla="*/ 4501756 w 4588107"/>
              <a:gd name="connsiteY41" fmla="*/ 1700268 h 5549995"/>
              <a:gd name="connsiteX42" fmla="*/ 4490286 w 4588107"/>
              <a:gd name="connsiteY42" fmla="*/ 1735163 h 5549995"/>
              <a:gd name="connsiteX43" fmla="*/ 4488226 w 4588107"/>
              <a:gd name="connsiteY43" fmla="*/ 1735289 h 5549995"/>
              <a:gd name="connsiteX44" fmla="*/ 4479728 w 4588107"/>
              <a:gd name="connsiteY44" fmla="*/ 1887374 h 5549995"/>
              <a:gd name="connsiteX45" fmla="*/ 4488419 w 4588107"/>
              <a:gd name="connsiteY45" fmla="*/ 1911536 h 5549995"/>
              <a:gd name="connsiteX46" fmla="*/ 4490697 w 4588107"/>
              <a:gd name="connsiteY46" fmla="*/ 1961755 h 5549995"/>
              <a:gd name="connsiteX47" fmla="*/ 4489816 w 4588107"/>
              <a:gd name="connsiteY47" fmla="*/ 1995384 h 5549995"/>
              <a:gd name="connsiteX48" fmla="*/ 4489354 w 4588107"/>
              <a:gd name="connsiteY48" fmla="*/ 2000244 h 5549995"/>
              <a:gd name="connsiteX49" fmla="*/ 4480234 w 4588107"/>
              <a:gd name="connsiteY49" fmla="*/ 2040142 h 5549995"/>
              <a:gd name="connsiteX50" fmla="*/ 4483499 w 4588107"/>
              <a:gd name="connsiteY50" fmla="*/ 2044087 h 5549995"/>
              <a:gd name="connsiteX51" fmla="*/ 4486340 w 4588107"/>
              <a:gd name="connsiteY51" fmla="*/ 2056904 h 5549995"/>
              <a:gd name="connsiteX52" fmla="*/ 4481599 w 4588107"/>
              <a:gd name="connsiteY52" fmla="*/ 2067489 h 5549995"/>
              <a:gd name="connsiteX53" fmla="*/ 4471415 w 4588107"/>
              <a:gd name="connsiteY53" fmla="*/ 2117719 h 5549995"/>
              <a:gd name="connsiteX54" fmla="*/ 4464084 w 4588107"/>
              <a:gd name="connsiteY54" fmla="*/ 2167300 h 5549995"/>
              <a:gd name="connsiteX55" fmla="*/ 4408001 w 4588107"/>
              <a:gd name="connsiteY55" fmla="*/ 3223633 h 5549995"/>
              <a:gd name="connsiteX56" fmla="*/ 4395215 w 4588107"/>
              <a:gd name="connsiteY56" fmla="*/ 3477281 h 5549995"/>
              <a:gd name="connsiteX57" fmla="*/ 4384130 w 4588107"/>
              <a:gd name="connsiteY57" fmla="*/ 3639984 h 5549995"/>
              <a:gd name="connsiteX58" fmla="*/ 4293369 w 4588107"/>
              <a:gd name="connsiteY58" fmla="*/ 5278921 h 5549995"/>
              <a:gd name="connsiteX59" fmla="*/ 4298667 w 4588107"/>
              <a:gd name="connsiteY59" fmla="*/ 5315626 h 5549995"/>
              <a:gd name="connsiteX60" fmla="*/ 4302201 w 4588107"/>
              <a:gd name="connsiteY60" fmla="*/ 5350090 h 5549995"/>
              <a:gd name="connsiteX61" fmla="*/ 4305033 w 4588107"/>
              <a:gd name="connsiteY61" fmla="*/ 5450399 h 5549995"/>
              <a:gd name="connsiteX62" fmla="*/ 4286476 w 4588107"/>
              <a:gd name="connsiteY62" fmla="*/ 5484804 h 5549995"/>
              <a:gd name="connsiteX63" fmla="*/ 4281824 w 4588107"/>
              <a:gd name="connsiteY63" fmla="*/ 5487504 h 5549995"/>
              <a:gd name="connsiteX64" fmla="*/ 4278367 w 4588107"/>
              <a:gd name="connsiteY64" fmla="*/ 5549951 h 5549995"/>
              <a:gd name="connsiteX65" fmla="*/ 0 w 4588107"/>
              <a:gd name="connsiteY65" fmla="*/ 5387017 h 5549995"/>
              <a:gd name="connsiteX66" fmla="*/ 51489 w 4588107"/>
              <a:gd name="connsiteY66" fmla="*/ 5243704 h 5549995"/>
              <a:gd name="connsiteX67" fmla="*/ 38984 w 4588107"/>
              <a:gd name="connsiteY67" fmla="*/ 5239903 h 5549995"/>
              <a:gd name="connsiteX68" fmla="*/ 43204 w 4588107"/>
              <a:gd name="connsiteY68" fmla="*/ 5233298 h 5549995"/>
              <a:gd name="connsiteX69" fmla="*/ 43473 w 4588107"/>
              <a:gd name="connsiteY69" fmla="*/ 5230552 h 5549995"/>
              <a:gd name="connsiteX70" fmla="*/ 43743 w 4588107"/>
              <a:gd name="connsiteY70" fmla="*/ 5227804 h 5549995"/>
              <a:gd name="connsiteX71" fmla="*/ 44280 w 4588107"/>
              <a:gd name="connsiteY71" fmla="*/ 5222308 h 5549995"/>
              <a:gd name="connsiteX72" fmla="*/ 43965 w 4588107"/>
              <a:gd name="connsiteY72" fmla="*/ 5216405 h 5549995"/>
              <a:gd name="connsiteX73" fmla="*/ 43381 w 4588107"/>
              <a:gd name="connsiteY73" fmla="*/ 5213249 h 5549995"/>
              <a:gd name="connsiteX74" fmla="*/ 43650 w 4588107"/>
              <a:gd name="connsiteY74" fmla="*/ 5210500 h 5549995"/>
              <a:gd name="connsiteX75" fmla="*/ 43334 w 4588107"/>
              <a:gd name="connsiteY75" fmla="*/ 5204597 h 5549995"/>
              <a:gd name="connsiteX76" fmla="*/ 42751 w 4588107"/>
              <a:gd name="connsiteY76" fmla="*/ 5201441 h 5549995"/>
              <a:gd name="connsiteX77" fmla="*/ 42121 w 4588107"/>
              <a:gd name="connsiteY77" fmla="*/ 5189632 h 5549995"/>
              <a:gd name="connsiteX78" fmla="*/ 41537 w 4588107"/>
              <a:gd name="connsiteY78" fmla="*/ 5186477 h 5549995"/>
              <a:gd name="connsiteX79" fmla="*/ 41805 w 4588107"/>
              <a:gd name="connsiteY79" fmla="*/ 5183728 h 5549995"/>
              <a:gd name="connsiteX80" fmla="*/ 40370 w 4588107"/>
              <a:gd name="connsiteY80" fmla="*/ 5180163 h 5549995"/>
              <a:gd name="connsiteX81" fmla="*/ 45782 w 4588107"/>
              <a:gd name="connsiteY81" fmla="*/ 5116566 h 5549995"/>
              <a:gd name="connsiteX82" fmla="*/ 113396 w 4588107"/>
              <a:gd name="connsiteY82" fmla="*/ 3839310 h 5549995"/>
              <a:gd name="connsiteX83" fmla="*/ 338086 w 4588107"/>
              <a:gd name="connsiteY83" fmla="*/ 0 h 5549995"/>
              <a:gd name="connsiteX0" fmla="*/ 299102 w 4549123"/>
              <a:gd name="connsiteY0" fmla="*/ 0 h 5549966"/>
              <a:gd name="connsiteX1" fmla="*/ 3301288 w 4549123"/>
              <a:gd name="connsiteY1" fmla="*/ 171842 h 5549966"/>
              <a:gd name="connsiteX2" fmla="*/ 4130099 w 4549123"/>
              <a:gd name="connsiteY2" fmla="*/ 226950 h 5549966"/>
              <a:gd name="connsiteX3" fmla="*/ 4503293 w 4549123"/>
              <a:gd name="connsiteY3" fmla="*/ 247374 h 5549966"/>
              <a:gd name="connsiteX4" fmla="*/ 4531172 w 4549123"/>
              <a:gd name="connsiteY4" fmla="*/ 269179 h 5549966"/>
              <a:gd name="connsiteX5" fmla="*/ 4529398 w 4549123"/>
              <a:gd name="connsiteY5" fmla="*/ 300930 h 5549966"/>
              <a:gd name="connsiteX6" fmla="*/ 4532320 w 4549123"/>
              <a:gd name="connsiteY6" fmla="*/ 302647 h 5549966"/>
              <a:gd name="connsiteX7" fmla="*/ 4548746 w 4549123"/>
              <a:gd name="connsiteY7" fmla="*/ 334222 h 5549966"/>
              <a:gd name="connsiteX8" fmla="*/ 4526485 w 4549123"/>
              <a:gd name="connsiteY8" fmla="*/ 391868 h 5549966"/>
              <a:gd name="connsiteX9" fmla="*/ 4522997 w 4549123"/>
              <a:gd name="connsiteY9" fmla="*/ 415489 h 5549966"/>
              <a:gd name="connsiteX10" fmla="*/ 4517892 w 4549123"/>
              <a:gd name="connsiteY10" fmla="*/ 506828 h 5549966"/>
              <a:gd name="connsiteX11" fmla="*/ 4517242 w 4549123"/>
              <a:gd name="connsiteY11" fmla="*/ 553245 h 5549966"/>
              <a:gd name="connsiteX12" fmla="*/ 4514143 w 4549123"/>
              <a:gd name="connsiteY12" fmla="*/ 581709 h 5549966"/>
              <a:gd name="connsiteX13" fmla="*/ 4513474 w 4549123"/>
              <a:gd name="connsiteY13" fmla="*/ 585890 h 5549966"/>
              <a:gd name="connsiteX14" fmla="*/ 4500537 w 4549123"/>
              <a:gd name="connsiteY14" fmla="*/ 817404 h 5549966"/>
              <a:gd name="connsiteX15" fmla="*/ 4502250 w 4549123"/>
              <a:gd name="connsiteY15" fmla="*/ 822238 h 5549966"/>
              <a:gd name="connsiteX16" fmla="*/ 4500099 w 4549123"/>
              <a:gd name="connsiteY16" fmla="*/ 846069 h 5549966"/>
              <a:gd name="connsiteX17" fmla="*/ 4498499 w 4549123"/>
              <a:gd name="connsiteY17" fmla="*/ 853854 h 5549966"/>
              <a:gd name="connsiteX18" fmla="*/ 4492261 w 4549123"/>
              <a:gd name="connsiteY18" fmla="*/ 965485 h 5549966"/>
              <a:gd name="connsiteX19" fmla="*/ 4494338 w 4549123"/>
              <a:gd name="connsiteY19" fmla="*/ 966385 h 5549966"/>
              <a:gd name="connsiteX20" fmla="*/ 4498457 w 4549123"/>
              <a:gd name="connsiteY20" fmla="*/ 1002567 h 5549966"/>
              <a:gd name="connsiteX21" fmla="*/ 4493659 w 4549123"/>
              <a:gd name="connsiteY21" fmla="*/ 1101094 h 5549966"/>
              <a:gd name="connsiteX22" fmla="*/ 4493554 w 4549123"/>
              <a:gd name="connsiteY22" fmla="*/ 1159389 h 5549966"/>
              <a:gd name="connsiteX23" fmla="*/ 4497857 w 4549123"/>
              <a:gd name="connsiteY23" fmla="*/ 1180505 h 5549966"/>
              <a:gd name="connsiteX24" fmla="*/ 4500947 w 4549123"/>
              <a:gd name="connsiteY24" fmla="*/ 1210687 h 5549966"/>
              <a:gd name="connsiteX25" fmla="*/ 4509764 w 4549123"/>
              <a:gd name="connsiteY25" fmla="*/ 1263157 h 5549966"/>
              <a:gd name="connsiteX26" fmla="*/ 4512041 w 4549123"/>
              <a:gd name="connsiteY26" fmla="*/ 1313374 h 5549966"/>
              <a:gd name="connsiteX27" fmla="*/ 4511161 w 4549123"/>
              <a:gd name="connsiteY27" fmla="*/ 1347004 h 5549966"/>
              <a:gd name="connsiteX28" fmla="*/ 4510698 w 4549123"/>
              <a:gd name="connsiteY28" fmla="*/ 1351864 h 5549966"/>
              <a:gd name="connsiteX29" fmla="*/ 4501579 w 4549123"/>
              <a:gd name="connsiteY29" fmla="*/ 1391762 h 5549966"/>
              <a:gd name="connsiteX30" fmla="*/ 4504843 w 4549123"/>
              <a:gd name="connsiteY30" fmla="*/ 1395707 h 5549966"/>
              <a:gd name="connsiteX31" fmla="*/ 4507685 w 4549123"/>
              <a:gd name="connsiteY31" fmla="*/ 1408524 h 5549966"/>
              <a:gd name="connsiteX32" fmla="*/ 4502944 w 4549123"/>
              <a:gd name="connsiteY32" fmla="*/ 1419109 h 5549966"/>
              <a:gd name="connsiteX33" fmla="*/ 4492760 w 4549123"/>
              <a:gd name="connsiteY33" fmla="*/ 1469337 h 5549966"/>
              <a:gd name="connsiteX34" fmla="*/ 4481863 w 4549123"/>
              <a:gd name="connsiteY34" fmla="*/ 1543038 h 5549966"/>
              <a:gd name="connsiteX35" fmla="*/ 4476982 w 4549123"/>
              <a:gd name="connsiteY35" fmla="*/ 1553997 h 5549966"/>
              <a:gd name="connsiteX36" fmla="*/ 4462554 w 4549123"/>
              <a:gd name="connsiteY36" fmla="*/ 1626071 h 5549966"/>
              <a:gd name="connsiteX37" fmla="*/ 4458839 w 4549123"/>
              <a:gd name="connsiteY37" fmla="*/ 1664103 h 5549966"/>
              <a:gd name="connsiteX38" fmla="*/ 4462499 w 4549123"/>
              <a:gd name="connsiteY38" fmla="*/ 1668558 h 5549966"/>
              <a:gd name="connsiteX39" fmla="*/ 4460849 w 4549123"/>
              <a:gd name="connsiteY39" fmla="*/ 1679756 h 5549966"/>
              <a:gd name="connsiteX40" fmla="*/ 4461261 w 4549123"/>
              <a:gd name="connsiteY40" fmla="*/ 1682815 h 5549966"/>
              <a:gd name="connsiteX41" fmla="*/ 4462772 w 4549123"/>
              <a:gd name="connsiteY41" fmla="*/ 1700268 h 5549966"/>
              <a:gd name="connsiteX42" fmla="*/ 4451302 w 4549123"/>
              <a:gd name="connsiteY42" fmla="*/ 1735163 h 5549966"/>
              <a:gd name="connsiteX43" fmla="*/ 4449242 w 4549123"/>
              <a:gd name="connsiteY43" fmla="*/ 1735289 h 5549966"/>
              <a:gd name="connsiteX44" fmla="*/ 4440744 w 4549123"/>
              <a:gd name="connsiteY44" fmla="*/ 1887374 h 5549966"/>
              <a:gd name="connsiteX45" fmla="*/ 4449435 w 4549123"/>
              <a:gd name="connsiteY45" fmla="*/ 1911536 h 5549966"/>
              <a:gd name="connsiteX46" fmla="*/ 4451713 w 4549123"/>
              <a:gd name="connsiteY46" fmla="*/ 1961755 h 5549966"/>
              <a:gd name="connsiteX47" fmla="*/ 4450832 w 4549123"/>
              <a:gd name="connsiteY47" fmla="*/ 1995384 h 5549966"/>
              <a:gd name="connsiteX48" fmla="*/ 4450370 w 4549123"/>
              <a:gd name="connsiteY48" fmla="*/ 2000244 h 5549966"/>
              <a:gd name="connsiteX49" fmla="*/ 4441250 w 4549123"/>
              <a:gd name="connsiteY49" fmla="*/ 2040142 h 5549966"/>
              <a:gd name="connsiteX50" fmla="*/ 4444515 w 4549123"/>
              <a:gd name="connsiteY50" fmla="*/ 2044087 h 5549966"/>
              <a:gd name="connsiteX51" fmla="*/ 4447356 w 4549123"/>
              <a:gd name="connsiteY51" fmla="*/ 2056904 h 5549966"/>
              <a:gd name="connsiteX52" fmla="*/ 4442615 w 4549123"/>
              <a:gd name="connsiteY52" fmla="*/ 2067489 h 5549966"/>
              <a:gd name="connsiteX53" fmla="*/ 4432431 w 4549123"/>
              <a:gd name="connsiteY53" fmla="*/ 2117719 h 5549966"/>
              <a:gd name="connsiteX54" fmla="*/ 4425100 w 4549123"/>
              <a:gd name="connsiteY54" fmla="*/ 2167300 h 5549966"/>
              <a:gd name="connsiteX55" fmla="*/ 4369017 w 4549123"/>
              <a:gd name="connsiteY55" fmla="*/ 3223633 h 5549966"/>
              <a:gd name="connsiteX56" fmla="*/ 4356231 w 4549123"/>
              <a:gd name="connsiteY56" fmla="*/ 3477281 h 5549966"/>
              <a:gd name="connsiteX57" fmla="*/ 4345146 w 4549123"/>
              <a:gd name="connsiteY57" fmla="*/ 3639984 h 5549966"/>
              <a:gd name="connsiteX58" fmla="*/ 4254385 w 4549123"/>
              <a:gd name="connsiteY58" fmla="*/ 5278921 h 5549966"/>
              <a:gd name="connsiteX59" fmla="*/ 4259683 w 4549123"/>
              <a:gd name="connsiteY59" fmla="*/ 5315626 h 5549966"/>
              <a:gd name="connsiteX60" fmla="*/ 4263217 w 4549123"/>
              <a:gd name="connsiteY60" fmla="*/ 5350090 h 5549966"/>
              <a:gd name="connsiteX61" fmla="*/ 4266049 w 4549123"/>
              <a:gd name="connsiteY61" fmla="*/ 5450399 h 5549966"/>
              <a:gd name="connsiteX62" fmla="*/ 4247492 w 4549123"/>
              <a:gd name="connsiteY62" fmla="*/ 5484804 h 5549966"/>
              <a:gd name="connsiteX63" fmla="*/ 4242840 w 4549123"/>
              <a:gd name="connsiteY63" fmla="*/ 5487504 h 5549966"/>
              <a:gd name="connsiteX64" fmla="*/ 4239383 w 4549123"/>
              <a:gd name="connsiteY64" fmla="*/ 5549951 h 5549966"/>
              <a:gd name="connsiteX65" fmla="*/ 266751 w 4549123"/>
              <a:gd name="connsiteY65" fmla="*/ 5218723 h 5549966"/>
              <a:gd name="connsiteX66" fmla="*/ 12505 w 4549123"/>
              <a:gd name="connsiteY66" fmla="*/ 5243704 h 5549966"/>
              <a:gd name="connsiteX67" fmla="*/ 0 w 4549123"/>
              <a:gd name="connsiteY67" fmla="*/ 5239903 h 5549966"/>
              <a:gd name="connsiteX68" fmla="*/ 4220 w 4549123"/>
              <a:gd name="connsiteY68" fmla="*/ 5233298 h 5549966"/>
              <a:gd name="connsiteX69" fmla="*/ 4489 w 4549123"/>
              <a:gd name="connsiteY69" fmla="*/ 5230552 h 5549966"/>
              <a:gd name="connsiteX70" fmla="*/ 4759 w 4549123"/>
              <a:gd name="connsiteY70" fmla="*/ 5227804 h 5549966"/>
              <a:gd name="connsiteX71" fmla="*/ 5296 w 4549123"/>
              <a:gd name="connsiteY71" fmla="*/ 5222308 h 5549966"/>
              <a:gd name="connsiteX72" fmla="*/ 4981 w 4549123"/>
              <a:gd name="connsiteY72" fmla="*/ 5216405 h 5549966"/>
              <a:gd name="connsiteX73" fmla="*/ 4397 w 4549123"/>
              <a:gd name="connsiteY73" fmla="*/ 5213249 h 5549966"/>
              <a:gd name="connsiteX74" fmla="*/ 4666 w 4549123"/>
              <a:gd name="connsiteY74" fmla="*/ 5210500 h 5549966"/>
              <a:gd name="connsiteX75" fmla="*/ 4350 w 4549123"/>
              <a:gd name="connsiteY75" fmla="*/ 5204597 h 5549966"/>
              <a:gd name="connsiteX76" fmla="*/ 3767 w 4549123"/>
              <a:gd name="connsiteY76" fmla="*/ 5201441 h 5549966"/>
              <a:gd name="connsiteX77" fmla="*/ 3137 w 4549123"/>
              <a:gd name="connsiteY77" fmla="*/ 5189632 h 5549966"/>
              <a:gd name="connsiteX78" fmla="*/ 2553 w 4549123"/>
              <a:gd name="connsiteY78" fmla="*/ 5186477 h 5549966"/>
              <a:gd name="connsiteX79" fmla="*/ 2821 w 4549123"/>
              <a:gd name="connsiteY79" fmla="*/ 5183728 h 5549966"/>
              <a:gd name="connsiteX80" fmla="*/ 1386 w 4549123"/>
              <a:gd name="connsiteY80" fmla="*/ 5180163 h 5549966"/>
              <a:gd name="connsiteX81" fmla="*/ 6798 w 4549123"/>
              <a:gd name="connsiteY81" fmla="*/ 5116566 h 5549966"/>
              <a:gd name="connsiteX82" fmla="*/ 74412 w 4549123"/>
              <a:gd name="connsiteY82" fmla="*/ 3839310 h 5549966"/>
              <a:gd name="connsiteX83" fmla="*/ 299102 w 4549123"/>
              <a:gd name="connsiteY83" fmla="*/ 0 h 5549966"/>
              <a:gd name="connsiteX0" fmla="*/ 303426 w 4553447"/>
              <a:gd name="connsiteY0" fmla="*/ 0 h 5549966"/>
              <a:gd name="connsiteX1" fmla="*/ 3305612 w 4553447"/>
              <a:gd name="connsiteY1" fmla="*/ 171842 h 5549966"/>
              <a:gd name="connsiteX2" fmla="*/ 4134423 w 4553447"/>
              <a:gd name="connsiteY2" fmla="*/ 226950 h 5549966"/>
              <a:gd name="connsiteX3" fmla="*/ 4507617 w 4553447"/>
              <a:gd name="connsiteY3" fmla="*/ 247374 h 5549966"/>
              <a:gd name="connsiteX4" fmla="*/ 4535496 w 4553447"/>
              <a:gd name="connsiteY4" fmla="*/ 269179 h 5549966"/>
              <a:gd name="connsiteX5" fmla="*/ 4533722 w 4553447"/>
              <a:gd name="connsiteY5" fmla="*/ 300930 h 5549966"/>
              <a:gd name="connsiteX6" fmla="*/ 4536644 w 4553447"/>
              <a:gd name="connsiteY6" fmla="*/ 302647 h 5549966"/>
              <a:gd name="connsiteX7" fmla="*/ 4553070 w 4553447"/>
              <a:gd name="connsiteY7" fmla="*/ 334222 h 5549966"/>
              <a:gd name="connsiteX8" fmla="*/ 4530809 w 4553447"/>
              <a:gd name="connsiteY8" fmla="*/ 391868 h 5549966"/>
              <a:gd name="connsiteX9" fmla="*/ 4527321 w 4553447"/>
              <a:gd name="connsiteY9" fmla="*/ 415489 h 5549966"/>
              <a:gd name="connsiteX10" fmla="*/ 4522216 w 4553447"/>
              <a:gd name="connsiteY10" fmla="*/ 506828 h 5549966"/>
              <a:gd name="connsiteX11" fmla="*/ 4521566 w 4553447"/>
              <a:gd name="connsiteY11" fmla="*/ 553245 h 5549966"/>
              <a:gd name="connsiteX12" fmla="*/ 4518467 w 4553447"/>
              <a:gd name="connsiteY12" fmla="*/ 581709 h 5549966"/>
              <a:gd name="connsiteX13" fmla="*/ 4517798 w 4553447"/>
              <a:gd name="connsiteY13" fmla="*/ 585890 h 5549966"/>
              <a:gd name="connsiteX14" fmla="*/ 4504861 w 4553447"/>
              <a:gd name="connsiteY14" fmla="*/ 817404 h 5549966"/>
              <a:gd name="connsiteX15" fmla="*/ 4506574 w 4553447"/>
              <a:gd name="connsiteY15" fmla="*/ 822238 h 5549966"/>
              <a:gd name="connsiteX16" fmla="*/ 4504423 w 4553447"/>
              <a:gd name="connsiteY16" fmla="*/ 846069 h 5549966"/>
              <a:gd name="connsiteX17" fmla="*/ 4502823 w 4553447"/>
              <a:gd name="connsiteY17" fmla="*/ 853854 h 5549966"/>
              <a:gd name="connsiteX18" fmla="*/ 4496585 w 4553447"/>
              <a:gd name="connsiteY18" fmla="*/ 965485 h 5549966"/>
              <a:gd name="connsiteX19" fmla="*/ 4498662 w 4553447"/>
              <a:gd name="connsiteY19" fmla="*/ 966385 h 5549966"/>
              <a:gd name="connsiteX20" fmla="*/ 4502781 w 4553447"/>
              <a:gd name="connsiteY20" fmla="*/ 1002567 h 5549966"/>
              <a:gd name="connsiteX21" fmla="*/ 4497983 w 4553447"/>
              <a:gd name="connsiteY21" fmla="*/ 1101094 h 5549966"/>
              <a:gd name="connsiteX22" fmla="*/ 4497878 w 4553447"/>
              <a:gd name="connsiteY22" fmla="*/ 1159389 h 5549966"/>
              <a:gd name="connsiteX23" fmla="*/ 4502181 w 4553447"/>
              <a:gd name="connsiteY23" fmla="*/ 1180505 h 5549966"/>
              <a:gd name="connsiteX24" fmla="*/ 4505271 w 4553447"/>
              <a:gd name="connsiteY24" fmla="*/ 1210687 h 5549966"/>
              <a:gd name="connsiteX25" fmla="*/ 4514088 w 4553447"/>
              <a:gd name="connsiteY25" fmla="*/ 1263157 h 5549966"/>
              <a:gd name="connsiteX26" fmla="*/ 4516365 w 4553447"/>
              <a:gd name="connsiteY26" fmla="*/ 1313374 h 5549966"/>
              <a:gd name="connsiteX27" fmla="*/ 4515485 w 4553447"/>
              <a:gd name="connsiteY27" fmla="*/ 1347004 h 5549966"/>
              <a:gd name="connsiteX28" fmla="*/ 4515022 w 4553447"/>
              <a:gd name="connsiteY28" fmla="*/ 1351864 h 5549966"/>
              <a:gd name="connsiteX29" fmla="*/ 4505903 w 4553447"/>
              <a:gd name="connsiteY29" fmla="*/ 1391762 h 5549966"/>
              <a:gd name="connsiteX30" fmla="*/ 4509167 w 4553447"/>
              <a:gd name="connsiteY30" fmla="*/ 1395707 h 5549966"/>
              <a:gd name="connsiteX31" fmla="*/ 4512009 w 4553447"/>
              <a:gd name="connsiteY31" fmla="*/ 1408524 h 5549966"/>
              <a:gd name="connsiteX32" fmla="*/ 4507268 w 4553447"/>
              <a:gd name="connsiteY32" fmla="*/ 1419109 h 5549966"/>
              <a:gd name="connsiteX33" fmla="*/ 4497084 w 4553447"/>
              <a:gd name="connsiteY33" fmla="*/ 1469337 h 5549966"/>
              <a:gd name="connsiteX34" fmla="*/ 4486187 w 4553447"/>
              <a:gd name="connsiteY34" fmla="*/ 1543038 h 5549966"/>
              <a:gd name="connsiteX35" fmla="*/ 4481306 w 4553447"/>
              <a:gd name="connsiteY35" fmla="*/ 1553997 h 5549966"/>
              <a:gd name="connsiteX36" fmla="*/ 4466878 w 4553447"/>
              <a:gd name="connsiteY36" fmla="*/ 1626071 h 5549966"/>
              <a:gd name="connsiteX37" fmla="*/ 4463163 w 4553447"/>
              <a:gd name="connsiteY37" fmla="*/ 1664103 h 5549966"/>
              <a:gd name="connsiteX38" fmla="*/ 4466823 w 4553447"/>
              <a:gd name="connsiteY38" fmla="*/ 1668558 h 5549966"/>
              <a:gd name="connsiteX39" fmla="*/ 4465173 w 4553447"/>
              <a:gd name="connsiteY39" fmla="*/ 1679756 h 5549966"/>
              <a:gd name="connsiteX40" fmla="*/ 4465585 w 4553447"/>
              <a:gd name="connsiteY40" fmla="*/ 1682815 h 5549966"/>
              <a:gd name="connsiteX41" fmla="*/ 4467096 w 4553447"/>
              <a:gd name="connsiteY41" fmla="*/ 1700268 h 5549966"/>
              <a:gd name="connsiteX42" fmla="*/ 4455626 w 4553447"/>
              <a:gd name="connsiteY42" fmla="*/ 1735163 h 5549966"/>
              <a:gd name="connsiteX43" fmla="*/ 4453566 w 4553447"/>
              <a:gd name="connsiteY43" fmla="*/ 1735289 h 5549966"/>
              <a:gd name="connsiteX44" fmla="*/ 4445068 w 4553447"/>
              <a:gd name="connsiteY44" fmla="*/ 1887374 h 5549966"/>
              <a:gd name="connsiteX45" fmla="*/ 4453759 w 4553447"/>
              <a:gd name="connsiteY45" fmla="*/ 1911536 h 5549966"/>
              <a:gd name="connsiteX46" fmla="*/ 4456037 w 4553447"/>
              <a:gd name="connsiteY46" fmla="*/ 1961755 h 5549966"/>
              <a:gd name="connsiteX47" fmla="*/ 4455156 w 4553447"/>
              <a:gd name="connsiteY47" fmla="*/ 1995384 h 5549966"/>
              <a:gd name="connsiteX48" fmla="*/ 4454694 w 4553447"/>
              <a:gd name="connsiteY48" fmla="*/ 2000244 h 5549966"/>
              <a:gd name="connsiteX49" fmla="*/ 4445574 w 4553447"/>
              <a:gd name="connsiteY49" fmla="*/ 2040142 h 5549966"/>
              <a:gd name="connsiteX50" fmla="*/ 4448839 w 4553447"/>
              <a:gd name="connsiteY50" fmla="*/ 2044087 h 5549966"/>
              <a:gd name="connsiteX51" fmla="*/ 4451680 w 4553447"/>
              <a:gd name="connsiteY51" fmla="*/ 2056904 h 5549966"/>
              <a:gd name="connsiteX52" fmla="*/ 4446939 w 4553447"/>
              <a:gd name="connsiteY52" fmla="*/ 2067489 h 5549966"/>
              <a:gd name="connsiteX53" fmla="*/ 4436755 w 4553447"/>
              <a:gd name="connsiteY53" fmla="*/ 2117719 h 5549966"/>
              <a:gd name="connsiteX54" fmla="*/ 4429424 w 4553447"/>
              <a:gd name="connsiteY54" fmla="*/ 2167300 h 5549966"/>
              <a:gd name="connsiteX55" fmla="*/ 4373341 w 4553447"/>
              <a:gd name="connsiteY55" fmla="*/ 3223633 h 5549966"/>
              <a:gd name="connsiteX56" fmla="*/ 4360555 w 4553447"/>
              <a:gd name="connsiteY56" fmla="*/ 3477281 h 5549966"/>
              <a:gd name="connsiteX57" fmla="*/ 4349470 w 4553447"/>
              <a:gd name="connsiteY57" fmla="*/ 3639984 h 5549966"/>
              <a:gd name="connsiteX58" fmla="*/ 4258709 w 4553447"/>
              <a:gd name="connsiteY58" fmla="*/ 5278921 h 5549966"/>
              <a:gd name="connsiteX59" fmla="*/ 4264007 w 4553447"/>
              <a:gd name="connsiteY59" fmla="*/ 5315626 h 5549966"/>
              <a:gd name="connsiteX60" fmla="*/ 4267541 w 4553447"/>
              <a:gd name="connsiteY60" fmla="*/ 5350090 h 5549966"/>
              <a:gd name="connsiteX61" fmla="*/ 4270373 w 4553447"/>
              <a:gd name="connsiteY61" fmla="*/ 5450399 h 5549966"/>
              <a:gd name="connsiteX62" fmla="*/ 4251816 w 4553447"/>
              <a:gd name="connsiteY62" fmla="*/ 5484804 h 5549966"/>
              <a:gd name="connsiteX63" fmla="*/ 4247164 w 4553447"/>
              <a:gd name="connsiteY63" fmla="*/ 5487504 h 5549966"/>
              <a:gd name="connsiteX64" fmla="*/ 4243707 w 4553447"/>
              <a:gd name="connsiteY64" fmla="*/ 5549951 h 5549966"/>
              <a:gd name="connsiteX65" fmla="*/ 271075 w 4553447"/>
              <a:gd name="connsiteY65" fmla="*/ 5218723 h 5549966"/>
              <a:gd name="connsiteX66" fmla="*/ 0 w 4553447"/>
              <a:gd name="connsiteY66" fmla="*/ 5280167 h 5549966"/>
              <a:gd name="connsiteX67" fmla="*/ 4324 w 4553447"/>
              <a:gd name="connsiteY67" fmla="*/ 5239903 h 5549966"/>
              <a:gd name="connsiteX68" fmla="*/ 8544 w 4553447"/>
              <a:gd name="connsiteY68" fmla="*/ 5233298 h 5549966"/>
              <a:gd name="connsiteX69" fmla="*/ 8813 w 4553447"/>
              <a:gd name="connsiteY69" fmla="*/ 5230552 h 5549966"/>
              <a:gd name="connsiteX70" fmla="*/ 9083 w 4553447"/>
              <a:gd name="connsiteY70" fmla="*/ 5227804 h 5549966"/>
              <a:gd name="connsiteX71" fmla="*/ 9620 w 4553447"/>
              <a:gd name="connsiteY71" fmla="*/ 5222308 h 5549966"/>
              <a:gd name="connsiteX72" fmla="*/ 9305 w 4553447"/>
              <a:gd name="connsiteY72" fmla="*/ 5216405 h 5549966"/>
              <a:gd name="connsiteX73" fmla="*/ 8721 w 4553447"/>
              <a:gd name="connsiteY73" fmla="*/ 5213249 h 5549966"/>
              <a:gd name="connsiteX74" fmla="*/ 8990 w 4553447"/>
              <a:gd name="connsiteY74" fmla="*/ 5210500 h 5549966"/>
              <a:gd name="connsiteX75" fmla="*/ 8674 w 4553447"/>
              <a:gd name="connsiteY75" fmla="*/ 5204597 h 5549966"/>
              <a:gd name="connsiteX76" fmla="*/ 8091 w 4553447"/>
              <a:gd name="connsiteY76" fmla="*/ 5201441 h 5549966"/>
              <a:gd name="connsiteX77" fmla="*/ 7461 w 4553447"/>
              <a:gd name="connsiteY77" fmla="*/ 5189632 h 5549966"/>
              <a:gd name="connsiteX78" fmla="*/ 6877 w 4553447"/>
              <a:gd name="connsiteY78" fmla="*/ 5186477 h 5549966"/>
              <a:gd name="connsiteX79" fmla="*/ 7145 w 4553447"/>
              <a:gd name="connsiteY79" fmla="*/ 5183728 h 5549966"/>
              <a:gd name="connsiteX80" fmla="*/ 5710 w 4553447"/>
              <a:gd name="connsiteY80" fmla="*/ 5180163 h 5549966"/>
              <a:gd name="connsiteX81" fmla="*/ 11122 w 4553447"/>
              <a:gd name="connsiteY81" fmla="*/ 5116566 h 5549966"/>
              <a:gd name="connsiteX82" fmla="*/ 78736 w 4553447"/>
              <a:gd name="connsiteY82" fmla="*/ 3839310 h 5549966"/>
              <a:gd name="connsiteX83" fmla="*/ 303426 w 4553447"/>
              <a:gd name="connsiteY83" fmla="*/ 0 h 5549966"/>
              <a:gd name="connsiteX0" fmla="*/ 303426 w 4553447"/>
              <a:gd name="connsiteY0" fmla="*/ 0 h 5549973"/>
              <a:gd name="connsiteX1" fmla="*/ 3305612 w 4553447"/>
              <a:gd name="connsiteY1" fmla="*/ 171842 h 5549973"/>
              <a:gd name="connsiteX2" fmla="*/ 4134423 w 4553447"/>
              <a:gd name="connsiteY2" fmla="*/ 226950 h 5549973"/>
              <a:gd name="connsiteX3" fmla="*/ 4507617 w 4553447"/>
              <a:gd name="connsiteY3" fmla="*/ 247374 h 5549973"/>
              <a:gd name="connsiteX4" fmla="*/ 4535496 w 4553447"/>
              <a:gd name="connsiteY4" fmla="*/ 269179 h 5549973"/>
              <a:gd name="connsiteX5" fmla="*/ 4533722 w 4553447"/>
              <a:gd name="connsiteY5" fmla="*/ 300930 h 5549973"/>
              <a:gd name="connsiteX6" fmla="*/ 4536644 w 4553447"/>
              <a:gd name="connsiteY6" fmla="*/ 302647 h 5549973"/>
              <a:gd name="connsiteX7" fmla="*/ 4553070 w 4553447"/>
              <a:gd name="connsiteY7" fmla="*/ 334222 h 5549973"/>
              <a:gd name="connsiteX8" fmla="*/ 4530809 w 4553447"/>
              <a:gd name="connsiteY8" fmla="*/ 391868 h 5549973"/>
              <a:gd name="connsiteX9" fmla="*/ 4527321 w 4553447"/>
              <a:gd name="connsiteY9" fmla="*/ 415489 h 5549973"/>
              <a:gd name="connsiteX10" fmla="*/ 4522216 w 4553447"/>
              <a:gd name="connsiteY10" fmla="*/ 506828 h 5549973"/>
              <a:gd name="connsiteX11" fmla="*/ 4521566 w 4553447"/>
              <a:gd name="connsiteY11" fmla="*/ 553245 h 5549973"/>
              <a:gd name="connsiteX12" fmla="*/ 4518467 w 4553447"/>
              <a:gd name="connsiteY12" fmla="*/ 581709 h 5549973"/>
              <a:gd name="connsiteX13" fmla="*/ 4517798 w 4553447"/>
              <a:gd name="connsiteY13" fmla="*/ 585890 h 5549973"/>
              <a:gd name="connsiteX14" fmla="*/ 4504861 w 4553447"/>
              <a:gd name="connsiteY14" fmla="*/ 817404 h 5549973"/>
              <a:gd name="connsiteX15" fmla="*/ 4506574 w 4553447"/>
              <a:gd name="connsiteY15" fmla="*/ 822238 h 5549973"/>
              <a:gd name="connsiteX16" fmla="*/ 4504423 w 4553447"/>
              <a:gd name="connsiteY16" fmla="*/ 846069 h 5549973"/>
              <a:gd name="connsiteX17" fmla="*/ 4502823 w 4553447"/>
              <a:gd name="connsiteY17" fmla="*/ 853854 h 5549973"/>
              <a:gd name="connsiteX18" fmla="*/ 4496585 w 4553447"/>
              <a:gd name="connsiteY18" fmla="*/ 965485 h 5549973"/>
              <a:gd name="connsiteX19" fmla="*/ 4498662 w 4553447"/>
              <a:gd name="connsiteY19" fmla="*/ 966385 h 5549973"/>
              <a:gd name="connsiteX20" fmla="*/ 4502781 w 4553447"/>
              <a:gd name="connsiteY20" fmla="*/ 1002567 h 5549973"/>
              <a:gd name="connsiteX21" fmla="*/ 4497983 w 4553447"/>
              <a:gd name="connsiteY21" fmla="*/ 1101094 h 5549973"/>
              <a:gd name="connsiteX22" fmla="*/ 4497878 w 4553447"/>
              <a:gd name="connsiteY22" fmla="*/ 1159389 h 5549973"/>
              <a:gd name="connsiteX23" fmla="*/ 4502181 w 4553447"/>
              <a:gd name="connsiteY23" fmla="*/ 1180505 h 5549973"/>
              <a:gd name="connsiteX24" fmla="*/ 4505271 w 4553447"/>
              <a:gd name="connsiteY24" fmla="*/ 1210687 h 5549973"/>
              <a:gd name="connsiteX25" fmla="*/ 4514088 w 4553447"/>
              <a:gd name="connsiteY25" fmla="*/ 1263157 h 5549973"/>
              <a:gd name="connsiteX26" fmla="*/ 4516365 w 4553447"/>
              <a:gd name="connsiteY26" fmla="*/ 1313374 h 5549973"/>
              <a:gd name="connsiteX27" fmla="*/ 4515485 w 4553447"/>
              <a:gd name="connsiteY27" fmla="*/ 1347004 h 5549973"/>
              <a:gd name="connsiteX28" fmla="*/ 4515022 w 4553447"/>
              <a:gd name="connsiteY28" fmla="*/ 1351864 h 5549973"/>
              <a:gd name="connsiteX29" fmla="*/ 4505903 w 4553447"/>
              <a:gd name="connsiteY29" fmla="*/ 1391762 h 5549973"/>
              <a:gd name="connsiteX30" fmla="*/ 4509167 w 4553447"/>
              <a:gd name="connsiteY30" fmla="*/ 1395707 h 5549973"/>
              <a:gd name="connsiteX31" fmla="*/ 4512009 w 4553447"/>
              <a:gd name="connsiteY31" fmla="*/ 1408524 h 5549973"/>
              <a:gd name="connsiteX32" fmla="*/ 4507268 w 4553447"/>
              <a:gd name="connsiteY32" fmla="*/ 1419109 h 5549973"/>
              <a:gd name="connsiteX33" fmla="*/ 4497084 w 4553447"/>
              <a:gd name="connsiteY33" fmla="*/ 1469337 h 5549973"/>
              <a:gd name="connsiteX34" fmla="*/ 4486187 w 4553447"/>
              <a:gd name="connsiteY34" fmla="*/ 1543038 h 5549973"/>
              <a:gd name="connsiteX35" fmla="*/ 4481306 w 4553447"/>
              <a:gd name="connsiteY35" fmla="*/ 1553997 h 5549973"/>
              <a:gd name="connsiteX36" fmla="*/ 4466878 w 4553447"/>
              <a:gd name="connsiteY36" fmla="*/ 1626071 h 5549973"/>
              <a:gd name="connsiteX37" fmla="*/ 4463163 w 4553447"/>
              <a:gd name="connsiteY37" fmla="*/ 1664103 h 5549973"/>
              <a:gd name="connsiteX38" fmla="*/ 4466823 w 4553447"/>
              <a:gd name="connsiteY38" fmla="*/ 1668558 h 5549973"/>
              <a:gd name="connsiteX39" fmla="*/ 4465173 w 4553447"/>
              <a:gd name="connsiteY39" fmla="*/ 1679756 h 5549973"/>
              <a:gd name="connsiteX40" fmla="*/ 4465585 w 4553447"/>
              <a:gd name="connsiteY40" fmla="*/ 1682815 h 5549973"/>
              <a:gd name="connsiteX41" fmla="*/ 4467096 w 4553447"/>
              <a:gd name="connsiteY41" fmla="*/ 1700268 h 5549973"/>
              <a:gd name="connsiteX42" fmla="*/ 4455626 w 4553447"/>
              <a:gd name="connsiteY42" fmla="*/ 1735163 h 5549973"/>
              <a:gd name="connsiteX43" fmla="*/ 4453566 w 4553447"/>
              <a:gd name="connsiteY43" fmla="*/ 1735289 h 5549973"/>
              <a:gd name="connsiteX44" fmla="*/ 4445068 w 4553447"/>
              <a:gd name="connsiteY44" fmla="*/ 1887374 h 5549973"/>
              <a:gd name="connsiteX45" fmla="*/ 4453759 w 4553447"/>
              <a:gd name="connsiteY45" fmla="*/ 1911536 h 5549973"/>
              <a:gd name="connsiteX46" fmla="*/ 4456037 w 4553447"/>
              <a:gd name="connsiteY46" fmla="*/ 1961755 h 5549973"/>
              <a:gd name="connsiteX47" fmla="*/ 4455156 w 4553447"/>
              <a:gd name="connsiteY47" fmla="*/ 1995384 h 5549973"/>
              <a:gd name="connsiteX48" fmla="*/ 4454694 w 4553447"/>
              <a:gd name="connsiteY48" fmla="*/ 2000244 h 5549973"/>
              <a:gd name="connsiteX49" fmla="*/ 4445574 w 4553447"/>
              <a:gd name="connsiteY49" fmla="*/ 2040142 h 5549973"/>
              <a:gd name="connsiteX50" fmla="*/ 4448839 w 4553447"/>
              <a:gd name="connsiteY50" fmla="*/ 2044087 h 5549973"/>
              <a:gd name="connsiteX51" fmla="*/ 4451680 w 4553447"/>
              <a:gd name="connsiteY51" fmla="*/ 2056904 h 5549973"/>
              <a:gd name="connsiteX52" fmla="*/ 4446939 w 4553447"/>
              <a:gd name="connsiteY52" fmla="*/ 2067489 h 5549973"/>
              <a:gd name="connsiteX53" fmla="*/ 4436755 w 4553447"/>
              <a:gd name="connsiteY53" fmla="*/ 2117719 h 5549973"/>
              <a:gd name="connsiteX54" fmla="*/ 4429424 w 4553447"/>
              <a:gd name="connsiteY54" fmla="*/ 2167300 h 5549973"/>
              <a:gd name="connsiteX55" fmla="*/ 4373341 w 4553447"/>
              <a:gd name="connsiteY55" fmla="*/ 3223633 h 5549973"/>
              <a:gd name="connsiteX56" fmla="*/ 4360555 w 4553447"/>
              <a:gd name="connsiteY56" fmla="*/ 3477281 h 5549973"/>
              <a:gd name="connsiteX57" fmla="*/ 4349470 w 4553447"/>
              <a:gd name="connsiteY57" fmla="*/ 3639984 h 5549973"/>
              <a:gd name="connsiteX58" fmla="*/ 4258709 w 4553447"/>
              <a:gd name="connsiteY58" fmla="*/ 5278921 h 5549973"/>
              <a:gd name="connsiteX59" fmla="*/ 4264007 w 4553447"/>
              <a:gd name="connsiteY59" fmla="*/ 5315626 h 5549973"/>
              <a:gd name="connsiteX60" fmla="*/ 4267541 w 4553447"/>
              <a:gd name="connsiteY60" fmla="*/ 5350090 h 5549973"/>
              <a:gd name="connsiteX61" fmla="*/ 4270373 w 4553447"/>
              <a:gd name="connsiteY61" fmla="*/ 5450399 h 5549973"/>
              <a:gd name="connsiteX62" fmla="*/ 4251816 w 4553447"/>
              <a:gd name="connsiteY62" fmla="*/ 5484804 h 5549973"/>
              <a:gd name="connsiteX63" fmla="*/ 4247164 w 4553447"/>
              <a:gd name="connsiteY63" fmla="*/ 5487504 h 5549973"/>
              <a:gd name="connsiteX64" fmla="*/ 4243707 w 4553447"/>
              <a:gd name="connsiteY64" fmla="*/ 5549951 h 5549973"/>
              <a:gd name="connsiteX65" fmla="*/ 310344 w 4553447"/>
              <a:gd name="connsiteY65" fmla="*/ 5297261 h 5549973"/>
              <a:gd name="connsiteX66" fmla="*/ 0 w 4553447"/>
              <a:gd name="connsiteY66" fmla="*/ 5280167 h 5549973"/>
              <a:gd name="connsiteX67" fmla="*/ 4324 w 4553447"/>
              <a:gd name="connsiteY67" fmla="*/ 5239903 h 5549973"/>
              <a:gd name="connsiteX68" fmla="*/ 8544 w 4553447"/>
              <a:gd name="connsiteY68" fmla="*/ 5233298 h 5549973"/>
              <a:gd name="connsiteX69" fmla="*/ 8813 w 4553447"/>
              <a:gd name="connsiteY69" fmla="*/ 5230552 h 5549973"/>
              <a:gd name="connsiteX70" fmla="*/ 9083 w 4553447"/>
              <a:gd name="connsiteY70" fmla="*/ 5227804 h 5549973"/>
              <a:gd name="connsiteX71" fmla="*/ 9620 w 4553447"/>
              <a:gd name="connsiteY71" fmla="*/ 5222308 h 5549973"/>
              <a:gd name="connsiteX72" fmla="*/ 9305 w 4553447"/>
              <a:gd name="connsiteY72" fmla="*/ 5216405 h 5549973"/>
              <a:gd name="connsiteX73" fmla="*/ 8721 w 4553447"/>
              <a:gd name="connsiteY73" fmla="*/ 5213249 h 5549973"/>
              <a:gd name="connsiteX74" fmla="*/ 8990 w 4553447"/>
              <a:gd name="connsiteY74" fmla="*/ 5210500 h 5549973"/>
              <a:gd name="connsiteX75" fmla="*/ 8674 w 4553447"/>
              <a:gd name="connsiteY75" fmla="*/ 5204597 h 5549973"/>
              <a:gd name="connsiteX76" fmla="*/ 8091 w 4553447"/>
              <a:gd name="connsiteY76" fmla="*/ 5201441 h 5549973"/>
              <a:gd name="connsiteX77" fmla="*/ 7461 w 4553447"/>
              <a:gd name="connsiteY77" fmla="*/ 5189632 h 5549973"/>
              <a:gd name="connsiteX78" fmla="*/ 6877 w 4553447"/>
              <a:gd name="connsiteY78" fmla="*/ 5186477 h 5549973"/>
              <a:gd name="connsiteX79" fmla="*/ 7145 w 4553447"/>
              <a:gd name="connsiteY79" fmla="*/ 5183728 h 5549973"/>
              <a:gd name="connsiteX80" fmla="*/ 5710 w 4553447"/>
              <a:gd name="connsiteY80" fmla="*/ 5180163 h 5549973"/>
              <a:gd name="connsiteX81" fmla="*/ 11122 w 4553447"/>
              <a:gd name="connsiteY81" fmla="*/ 5116566 h 5549973"/>
              <a:gd name="connsiteX82" fmla="*/ 78736 w 4553447"/>
              <a:gd name="connsiteY82" fmla="*/ 3839310 h 5549973"/>
              <a:gd name="connsiteX83" fmla="*/ 303426 w 4553447"/>
              <a:gd name="connsiteY83" fmla="*/ 0 h 5549973"/>
              <a:gd name="connsiteX0" fmla="*/ 303426 w 4553447"/>
              <a:gd name="connsiteY0" fmla="*/ 0 h 5549974"/>
              <a:gd name="connsiteX1" fmla="*/ 3305612 w 4553447"/>
              <a:gd name="connsiteY1" fmla="*/ 171842 h 5549974"/>
              <a:gd name="connsiteX2" fmla="*/ 4134423 w 4553447"/>
              <a:gd name="connsiteY2" fmla="*/ 226950 h 5549974"/>
              <a:gd name="connsiteX3" fmla="*/ 4507617 w 4553447"/>
              <a:gd name="connsiteY3" fmla="*/ 247374 h 5549974"/>
              <a:gd name="connsiteX4" fmla="*/ 4535496 w 4553447"/>
              <a:gd name="connsiteY4" fmla="*/ 269179 h 5549974"/>
              <a:gd name="connsiteX5" fmla="*/ 4533722 w 4553447"/>
              <a:gd name="connsiteY5" fmla="*/ 300930 h 5549974"/>
              <a:gd name="connsiteX6" fmla="*/ 4536644 w 4553447"/>
              <a:gd name="connsiteY6" fmla="*/ 302647 h 5549974"/>
              <a:gd name="connsiteX7" fmla="*/ 4553070 w 4553447"/>
              <a:gd name="connsiteY7" fmla="*/ 334222 h 5549974"/>
              <a:gd name="connsiteX8" fmla="*/ 4530809 w 4553447"/>
              <a:gd name="connsiteY8" fmla="*/ 391868 h 5549974"/>
              <a:gd name="connsiteX9" fmla="*/ 4527321 w 4553447"/>
              <a:gd name="connsiteY9" fmla="*/ 415489 h 5549974"/>
              <a:gd name="connsiteX10" fmla="*/ 4522216 w 4553447"/>
              <a:gd name="connsiteY10" fmla="*/ 506828 h 5549974"/>
              <a:gd name="connsiteX11" fmla="*/ 4521566 w 4553447"/>
              <a:gd name="connsiteY11" fmla="*/ 553245 h 5549974"/>
              <a:gd name="connsiteX12" fmla="*/ 4518467 w 4553447"/>
              <a:gd name="connsiteY12" fmla="*/ 581709 h 5549974"/>
              <a:gd name="connsiteX13" fmla="*/ 4517798 w 4553447"/>
              <a:gd name="connsiteY13" fmla="*/ 585890 h 5549974"/>
              <a:gd name="connsiteX14" fmla="*/ 4504861 w 4553447"/>
              <a:gd name="connsiteY14" fmla="*/ 817404 h 5549974"/>
              <a:gd name="connsiteX15" fmla="*/ 4506574 w 4553447"/>
              <a:gd name="connsiteY15" fmla="*/ 822238 h 5549974"/>
              <a:gd name="connsiteX16" fmla="*/ 4504423 w 4553447"/>
              <a:gd name="connsiteY16" fmla="*/ 846069 h 5549974"/>
              <a:gd name="connsiteX17" fmla="*/ 4502823 w 4553447"/>
              <a:gd name="connsiteY17" fmla="*/ 853854 h 5549974"/>
              <a:gd name="connsiteX18" fmla="*/ 4496585 w 4553447"/>
              <a:gd name="connsiteY18" fmla="*/ 965485 h 5549974"/>
              <a:gd name="connsiteX19" fmla="*/ 4498662 w 4553447"/>
              <a:gd name="connsiteY19" fmla="*/ 966385 h 5549974"/>
              <a:gd name="connsiteX20" fmla="*/ 4502781 w 4553447"/>
              <a:gd name="connsiteY20" fmla="*/ 1002567 h 5549974"/>
              <a:gd name="connsiteX21" fmla="*/ 4497983 w 4553447"/>
              <a:gd name="connsiteY21" fmla="*/ 1101094 h 5549974"/>
              <a:gd name="connsiteX22" fmla="*/ 4497878 w 4553447"/>
              <a:gd name="connsiteY22" fmla="*/ 1159389 h 5549974"/>
              <a:gd name="connsiteX23" fmla="*/ 4502181 w 4553447"/>
              <a:gd name="connsiteY23" fmla="*/ 1180505 h 5549974"/>
              <a:gd name="connsiteX24" fmla="*/ 4505271 w 4553447"/>
              <a:gd name="connsiteY24" fmla="*/ 1210687 h 5549974"/>
              <a:gd name="connsiteX25" fmla="*/ 4514088 w 4553447"/>
              <a:gd name="connsiteY25" fmla="*/ 1263157 h 5549974"/>
              <a:gd name="connsiteX26" fmla="*/ 4516365 w 4553447"/>
              <a:gd name="connsiteY26" fmla="*/ 1313374 h 5549974"/>
              <a:gd name="connsiteX27" fmla="*/ 4515485 w 4553447"/>
              <a:gd name="connsiteY27" fmla="*/ 1347004 h 5549974"/>
              <a:gd name="connsiteX28" fmla="*/ 4515022 w 4553447"/>
              <a:gd name="connsiteY28" fmla="*/ 1351864 h 5549974"/>
              <a:gd name="connsiteX29" fmla="*/ 4505903 w 4553447"/>
              <a:gd name="connsiteY29" fmla="*/ 1391762 h 5549974"/>
              <a:gd name="connsiteX30" fmla="*/ 4509167 w 4553447"/>
              <a:gd name="connsiteY30" fmla="*/ 1395707 h 5549974"/>
              <a:gd name="connsiteX31" fmla="*/ 4512009 w 4553447"/>
              <a:gd name="connsiteY31" fmla="*/ 1408524 h 5549974"/>
              <a:gd name="connsiteX32" fmla="*/ 4507268 w 4553447"/>
              <a:gd name="connsiteY32" fmla="*/ 1419109 h 5549974"/>
              <a:gd name="connsiteX33" fmla="*/ 4497084 w 4553447"/>
              <a:gd name="connsiteY33" fmla="*/ 1469337 h 5549974"/>
              <a:gd name="connsiteX34" fmla="*/ 4486187 w 4553447"/>
              <a:gd name="connsiteY34" fmla="*/ 1543038 h 5549974"/>
              <a:gd name="connsiteX35" fmla="*/ 4481306 w 4553447"/>
              <a:gd name="connsiteY35" fmla="*/ 1553997 h 5549974"/>
              <a:gd name="connsiteX36" fmla="*/ 4466878 w 4553447"/>
              <a:gd name="connsiteY36" fmla="*/ 1626071 h 5549974"/>
              <a:gd name="connsiteX37" fmla="*/ 4463163 w 4553447"/>
              <a:gd name="connsiteY37" fmla="*/ 1664103 h 5549974"/>
              <a:gd name="connsiteX38" fmla="*/ 4466823 w 4553447"/>
              <a:gd name="connsiteY38" fmla="*/ 1668558 h 5549974"/>
              <a:gd name="connsiteX39" fmla="*/ 4465173 w 4553447"/>
              <a:gd name="connsiteY39" fmla="*/ 1679756 h 5549974"/>
              <a:gd name="connsiteX40" fmla="*/ 4465585 w 4553447"/>
              <a:gd name="connsiteY40" fmla="*/ 1682815 h 5549974"/>
              <a:gd name="connsiteX41" fmla="*/ 4467096 w 4553447"/>
              <a:gd name="connsiteY41" fmla="*/ 1700268 h 5549974"/>
              <a:gd name="connsiteX42" fmla="*/ 4455626 w 4553447"/>
              <a:gd name="connsiteY42" fmla="*/ 1735163 h 5549974"/>
              <a:gd name="connsiteX43" fmla="*/ 4453566 w 4553447"/>
              <a:gd name="connsiteY43" fmla="*/ 1735289 h 5549974"/>
              <a:gd name="connsiteX44" fmla="*/ 4445068 w 4553447"/>
              <a:gd name="connsiteY44" fmla="*/ 1887374 h 5549974"/>
              <a:gd name="connsiteX45" fmla="*/ 4453759 w 4553447"/>
              <a:gd name="connsiteY45" fmla="*/ 1911536 h 5549974"/>
              <a:gd name="connsiteX46" fmla="*/ 4456037 w 4553447"/>
              <a:gd name="connsiteY46" fmla="*/ 1961755 h 5549974"/>
              <a:gd name="connsiteX47" fmla="*/ 4455156 w 4553447"/>
              <a:gd name="connsiteY47" fmla="*/ 1995384 h 5549974"/>
              <a:gd name="connsiteX48" fmla="*/ 4454694 w 4553447"/>
              <a:gd name="connsiteY48" fmla="*/ 2000244 h 5549974"/>
              <a:gd name="connsiteX49" fmla="*/ 4445574 w 4553447"/>
              <a:gd name="connsiteY49" fmla="*/ 2040142 h 5549974"/>
              <a:gd name="connsiteX50" fmla="*/ 4448839 w 4553447"/>
              <a:gd name="connsiteY50" fmla="*/ 2044087 h 5549974"/>
              <a:gd name="connsiteX51" fmla="*/ 4451680 w 4553447"/>
              <a:gd name="connsiteY51" fmla="*/ 2056904 h 5549974"/>
              <a:gd name="connsiteX52" fmla="*/ 4446939 w 4553447"/>
              <a:gd name="connsiteY52" fmla="*/ 2067489 h 5549974"/>
              <a:gd name="connsiteX53" fmla="*/ 4436755 w 4553447"/>
              <a:gd name="connsiteY53" fmla="*/ 2117719 h 5549974"/>
              <a:gd name="connsiteX54" fmla="*/ 4429424 w 4553447"/>
              <a:gd name="connsiteY54" fmla="*/ 2167300 h 5549974"/>
              <a:gd name="connsiteX55" fmla="*/ 4373341 w 4553447"/>
              <a:gd name="connsiteY55" fmla="*/ 3223633 h 5549974"/>
              <a:gd name="connsiteX56" fmla="*/ 4360555 w 4553447"/>
              <a:gd name="connsiteY56" fmla="*/ 3477281 h 5549974"/>
              <a:gd name="connsiteX57" fmla="*/ 4349470 w 4553447"/>
              <a:gd name="connsiteY57" fmla="*/ 3639984 h 5549974"/>
              <a:gd name="connsiteX58" fmla="*/ 4258709 w 4553447"/>
              <a:gd name="connsiteY58" fmla="*/ 5278921 h 5549974"/>
              <a:gd name="connsiteX59" fmla="*/ 4264007 w 4553447"/>
              <a:gd name="connsiteY59" fmla="*/ 5315626 h 5549974"/>
              <a:gd name="connsiteX60" fmla="*/ 4267541 w 4553447"/>
              <a:gd name="connsiteY60" fmla="*/ 5350090 h 5549974"/>
              <a:gd name="connsiteX61" fmla="*/ 4270373 w 4553447"/>
              <a:gd name="connsiteY61" fmla="*/ 5450399 h 5549974"/>
              <a:gd name="connsiteX62" fmla="*/ 4251816 w 4553447"/>
              <a:gd name="connsiteY62" fmla="*/ 5484804 h 5549974"/>
              <a:gd name="connsiteX63" fmla="*/ 4247164 w 4553447"/>
              <a:gd name="connsiteY63" fmla="*/ 5487504 h 5549974"/>
              <a:gd name="connsiteX64" fmla="*/ 4243707 w 4553447"/>
              <a:gd name="connsiteY64" fmla="*/ 5549951 h 5549974"/>
              <a:gd name="connsiteX65" fmla="*/ 310344 w 4553447"/>
              <a:gd name="connsiteY65" fmla="*/ 5297261 h 5549974"/>
              <a:gd name="connsiteX66" fmla="*/ 0 w 4553447"/>
              <a:gd name="connsiteY66" fmla="*/ 5280167 h 5549974"/>
              <a:gd name="connsiteX67" fmla="*/ 4324 w 4553447"/>
              <a:gd name="connsiteY67" fmla="*/ 5239903 h 5549974"/>
              <a:gd name="connsiteX68" fmla="*/ 8544 w 4553447"/>
              <a:gd name="connsiteY68" fmla="*/ 5233298 h 5549974"/>
              <a:gd name="connsiteX69" fmla="*/ 8813 w 4553447"/>
              <a:gd name="connsiteY69" fmla="*/ 5230552 h 5549974"/>
              <a:gd name="connsiteX70" fmla="*/ 9083 w 4553447"/>
              <a:gd name="connsiteY70" fmla="*/ 5227804 h 5549974"/>
              <a:gd name="connsiteX71" fmla="*/ 9620 w 4553447"/>
              <a:gd name="connsiteY71" fmla="*/ 5222308 h 5549974"/>
              <a:gd name="connsiteX72" fmla="*/ 9305 w 4553447"/>
              <a:gd name="connsiteY72" fmla="*/ 5216405 h 5549974"/>
              <a:gd name="connsiteX73" fmla="*/ 8721 w 4553447"/>
              <a:gd name="connsiteY73" fmla="*/ 5213249 h 5549974"/>
              <a:gd name="connsiteX74" fmla="*/ 8990 w 4553447"/>
              <a:gd name="connsiteY74" fmla="*/ 5210500 h 5549974"/>
              <a:gd name="connsiteX75" fmla="*/ 8674 w 4553447"/>
              <a:gd name="connsiteY75" fmla="*/ 5204597 h 5549974"/>
              <a:gd name="connsiteX76" fmla="*/ 8091 w 4553447"/>
              <a:gd name="connsiteY76" fmla="*/ 5201441 h 5549974"/>
              <a:gd name="connsiteX77" fmla="*/ 7461 w 4553447"/>
              <a:gd name="connsiteY77" fmla="*/ 5189632 h 5549974"/>
              <a:gd name="connsiteX78" fmla="*/ 6877 w 4553447"/>
              <a:gd name="connsiteY78" fmla="*/ 5186477 h 5549974"/>
              <a:gd name="connsiteX79" fmla="*/ 7145 w 4553447"/>
              <a:gd name="connsiteY79" fmla="*/ 5183728 h 5549974"/>
              <a:gd name="connsiteX80" fmla="*/ 5710 w 4553447"/>
              <a:gd name="connsiteY80" fmla="*/ 5180163 h 5549974"/>
              <a:gd name="connsiteX81" fmla="*/ 11122 w 4553447"/>
              <a:gd name="connsiteY81" fmla="*/ 5116566 h 5549974"/>
              <a:gd name="connsiteX82" fmla="*/ 78736 w 4553447"/>
              <a:gd name="connsiteY82" fmla="*/ 3839310 h 5549974"/>
              <a:gd name="connsiteX83" fmla="*/ 303426 w 4553447"/>
              <a:gd name="connsiteY83" fmla="*/ 0 h 5549974"/>
              <a:gd name="connsiteX0" fmla="*/ 303343 w 4553364"/>
              <a:gd name="connsiteY0" fmla="*/ 0 h 5549974"/>
              <a:gd name="connsiteX1" fmla="*/ 3305529 w 4553364"/>
              <a:gd name="connsiteY1" fmla="*/ 171842 h 5549974"/>
              <a:gd name="connsiteX2" fmla="*/ 4134340 w 4553364"/>
              <a:gd name="connsiteY2" fmla="*/ 226950 h 5549974"/>
              <a:gd name="connsiteX3" fmla="*/ 4507534 w 4553364"/>
              <a:gd name="connsiteY3" fmla="*/ 247374 h 5549974"/>
              <a:gd name="connsiteX4" fmla="*/ 4535413 w 4553364"/>
              <a:gd name="connsiteY4" fmla="*/ 269179 h 5549974"/>
              <a:gd name="connsiteX5" fmla="*/ 4533639 w 4553364"/>
              <a:gd name="connsiteY5" fmla="*/ 300930 h 5549974"/>
              <a:gd name="connsiteX6" fmla="*/ 4536561 w 4553364"/>
              <a:gd name="connsiteY6" fmla="*/ 302647 h 5549974"/>
              <a:gd name="connsiteX7" fmla="*/ 4552987 w 4553364"/>
              <a:gd name="connsiteY7" fmla="*/ 334222 h 5549974"/>
              <a:gd name="connsiteX8" fmla="*/ 4530726 w 4553364"/>
              <a:gd name="connsiteY8" fmla="*/ 391868 h 5549974"/>
              <a:gd name="connsiteX9" fmla="*/ 4527238 w 4553364"/>
              <a:gd name="connsiteY9" fmla="*/ 415489 h 5549974"/>
              <a:gd name="connsiteX10" fmla="*/ 4522133 w 4553364"/>
              <a:gd name="connsiteY10" fmla="*/ 506828 h 5549974"/>
              <a:gd name="connsiteX11" fmla="*/ 4521483 w 4553364"/>
              <a:gd name="connsiteY11" fmla="*/ 553245 h 5549974"/>
              <a:gd name="connsiteX12" fmla="*/ 4518384 w 4553364"/>
              <a:gd name="connsiteY12" fmla="*/ 581709 h 5549974"/>
              <a:gd name="connsiteX13" fmla="*/ 4517715 w 4553364"/>
              <a:gd name="connsiteY13" fmla="*/ 585890 h 5549974"/>
              <a:gd name="connsiteX14" fmla="*/ 4504778 w 4553364"/>
              <a:gd name="connsiteY14" fmla="*/ 817404 h 5549974"/>
              <a:gd name="connsiteX15" fmla="*/ 4506491 w 4553364"/>
              <a:gd name="connsiteY15" fmla="*/ 822238 h 5549974"/>
              <a:gd name="connsiteX16" fmla="*/ 4504340 w 4553364"/>
              <a:gd name="connsiteY16" fmla="*/ 846069 h 5549974"/>
              <a:gd name="connsiteX17" fmla="*/ 4502740 w 4553364"/>
              <a:gd name="connsiteY17" fmla="*/ 853854 h 5549974"/>
              <a:gd name="connsiteX18" fmla="*/ 4496502 w 4553364"/>
              <a:gd name="connsiteY18" fmla="*/ 965485 h 5549974"/>
              <a:gd name="connsiteX19" fmla="*/ 4498579 w 4553364"/>
              <a:gd name="connsiteY19" fmla="*/ 966385 h 5549974"/>
              <a:gd name="connsiteX20" fmla="*/ 4502698 w 4553364"/>
              <a:gd name="connsiteY20" fmla="*/ 1002567 h 5549974"/>
              <a:gd name="connsiteX21" fmla="*/ 4497900 w 4553364"/>
              <a:gd name="connsiteY21" fmla="*/ 1101094 h 5549974"/>
              <a:gd name="connsiteX22" fmla="*/ 4497795 w 4553364"/>
              <a:gd name="connsiteY22" fmla="*/ 1159389 h 5549974"/>
              <a:gd name="connsiteX23" fmla="*/ 4502098 w 4553364"/>
              <a:gd name="connsiteY23" fmla="*/ 1180505 h 5549974"/>
              <a:gd name="connsiteX24" fmla="*/ 4505188 w 4553364"/>
              <a:gd name="connsiteY24" fmla="*/ 1210687 h 5549974"/>
              <a:gd name="connsiteX25" fmla="*/ 4514005 w 4553364"/>
              <a:gd name="connsiteY25" fmla="*/ 1263157 h 5549974"/>
              <a:gd name="connsiteX26" fmla="*/ 4516282 w 4553364"/>
              <a:gd name="connsiteY26" fmla="*/ 1313374 h 5549974"/>
              <a:gd name="connsiteX27" fmla="*/ 4515402 w 4553364"/>
              <a:gd name="connsiteY27" fmla="*/ 1347004 h 5549974"/>
              <a:gd name="connsiteX28" fmla="*/ 4514939 w 4553364"/>
              <a:gd name="connsiteY28" fmla="*/ 1351864 h 5549974"/>
              <a:gd name="connsiteX29" fmla="*/ 4505820 w 4553364"/>
              <a:gd name="connsiteY29" fmla="*/ 1391762 h 5549974"/>
              <a:gd name="connsiteX30" fmla="*/ 4509084 w 4553364"/>
              <a:gd name="connsiteY30" fmla="*/ 1395707 h 5549974"/>
              <a:gd name="connsiteX31" fmla="*/ 4511926 w 4553364"/>
              <a:gd name="connsiteY31" fmla="*/ 1408524 h 5549974"/>
              <a:gd name="connsiteX32" fmla="*/ 4507185 w 4553364"/>
              <a:gd name="connsiteY32" fmla="*/ 1419109 h 5549974"/>
              <a:gd name="connsiteX33" fmla="*/ 4497001 w 4553364"/>
              <a:gd name="connsiteY33" fmla="*/ 1469337 h 5549974"/>
              <a:gd name="connsiteX34" fmla="*/ 4486104 w 4553364"/>
              <a:gd name="connsiteY34" fmla="*/ 1543038 h 5549974"/>
              <a:gd name="connsiteX35" fmla="*/ 4481223 w 4553364"/>
              <a:gd name="connsiteY35" fmla="*/ 1553997 h 5549974"/>
              <a:gd name="connsiteX36" fmla="*/ 4466795 w 4553364"/>
              <a:gd name="connsiteY36" fmla="*/ 1626071 h 5549974"/>
              <a:gd name="connsiteX37" fmla="*/ 4463080 w 4553364"/>
              <a:gd name="connsiteY37" fmla="*/ 1664103 h 5549974"/>
              <a:gd name="connsiteX38" fmla="*/ 4466740 w 4553364"/>
              <a:gd name="connsiteY38" fmla="*/ 1668558 h 5549974"/>
              <a:gd name="connsiteX39" fmla="*/ 4465090 w 4553364"/>
              <a:gd name="connsiteY39" fmla="*/ 1679756 h 5549974"/>
              <a:gd name="connsiteX40" fmla="*/ 4465502 w 4553364"/>
              <a:gd name="connsiteY40" fmla="*/ 1682815 h 5549974"/>
              <a:gd name="connsiteX41" fmla="*/ 4467013 w 4553364"/>
              <a:gd name="connsiteY41" fmla="*/ 1700268 h 5549974"/>
              <a:gd name="connsiteX42" fmla="*/ 4455543 w 4553364"/>
              <a:gd name="connsiteY42" fmla="*/ 1735163 h 5549974"/>
              <a:gd name="connsiteX43" fmla="*/ 4453483 w 4553364"/>
              <a:gd name="connsiteY43" fmla="*/ 1735289 h 5549974"/>
              <a:gd name="connsiteX44" fmla="*/ 4444985 w 4553364"/>
              <a:gd name="connsiteY44" fmla="*/ 1887374 h 5549974"/>
              <a:gd name="connsiteX45" fmla="*/ 4453676 w 4553364"/>
              <a:gd name="connsiteY45" fmla="*/ 1911536 h 5549974"/>
              <a:gd name="connsiteX46" fmla="*/ 4455954 w 4553364"/>
              <a:gd name="connsiteY46" fmla="*/ 1961755 h 5549974"/>
              <a:gd name="connsiteX47" fmla="*/ 4455073 w 4553364"/>
              <a:gd name="connsiteY47" fmla="*/ 1995384 h 5549974"/>
              <a:gd name="connsiteX48" fmla="*/ 4454611 w 4553364"/>
              <a:gd name="connsiteY48" fmla="*/ 2000244 h 5549974"/>
              <a:gd name="connsiteX49" fmla="*/ 4445491 w 4553364"/>
              <a:gd name="connsiteY49" fmla="*/ 2040142 h 5549974"/>
              <a:gd name="connsiteX50" fmla="*/ 4448756 w 4553364"/>
              <a:gd name="connsiteY50" fmla="*/ 2044087 h 5549974"/>
              <a:gd name="connsiteX51" fmla="*/ 4451597 w 4553364"/>
              <a:gd name="connsiteY51" fmla="*/ 2056904 h 5549974"/>
              <a:gd name="connsiteX52" fmla="*/ 4446856 w 4553364"/>
              <a:gd name="connsiteY52" fmla="*/ 2067489 h 5549974"/>
              <a:gd name="connsiteX53" fmla="*/ 4436672 w 4553364"/>
              <a:gd name="connsiteY53" fmla="*/ 2117719 h 5549974"/>
              <a:gd name="connsiteX54" fmla="*/ 4429341 w 4553364"/>
              <a:gd name="connsiteY54" fmla="*/ 2167300 h 5549974"/>
              <a:gd name="connsiteX55" fmla="*/ 4373258 w 4553364"/>
              <a:gd name="connsiteY55" fmla="*/ 3223633 h 5549974"/>
              <a:gd name="connsiteX56" fmla="*/ 4360472 w 4553364"/>
              <a:gd name="connsiteY56" fmla="*/ 3477281 h 5549974"/>
              <a:gd name="connsiteX57" fmla="*/ 4349387 w 4553364"/>
              <a:gd name="connsiteY57" fmla="*/ 3639984 h 5549974"/>
              <a:gd name="connsiteX58" fmla="*/ 4258626 w 4553364"/>
              <a:gd name="connsiteY58" fmla="*/ 5278921 h 5549974"/>
              <a:gd name="connsiteX59" fmla="*/ 4263924 w 4553364"/>
              <a:gd name="connsiteY59" fmla="*/ 5315626 h 5549974"/>
              <a:gd name="connsiteX60" fmla="*/ 4267458 w 4553364"/>
              <a:gd name="connsiteY60" fmla="*/ 5350090 h 5549974"/>
              <a:gd name="connsiteX61" fmla="*/ 4270290 w 4553364"/>
              <a:gd name="connsiteY61" fmla="*/ 5450399 h 5549974"/>
              <a:gd name="connsiteX62" fmla="*/ 4251733 w 4553364"/>
              <a:gd name="connsiteY62" fmla="*/ 5484804 h 5549974"/>
              <a:gd name="connsiteX63" fmla="*/ 4247081 w 4553364"/>
              <a:gd name="connsiteY63" fmla="*/ 5487504 h 5549974"/>
              <a:gd name="connsiteX64" fmla="*/ 4243624 w 4553364"/>
              <a:gd name="connsiteY64" fmla="*/ 5549951 h 5549974"/>
              <a:gd name="connsiteX65" fmla="*/ 310261 w 4553364"/>
              <a:gd name="connsiteY65" fmla="*/ 5297261 h 5549974"/>
              <a:gd name="connsiteX66" fmla="*/ 0 w 4553364"/>
              <a:gd name="connsiteY66" fmla="*/ 5293146 h 5549974"/>
              <a:gd name="connsiteX67" fmla="*/ 4241 w 4553364"/>
              <a:gd name="connsiteY67" fmla="*/ 5239903 h 5549974"/>
              <a:gd name="connsiteX68" fmla="*/ 8461 w 4553364"/>
              <a:gd name="connsiteY68" fmla="*/ 5233298 h 5549974"/>
              <a:gd name="connsiteX69" fmla="*/ 8730 w 4553364"/>
              <a:gd name="connsiteY69" fmla="*/ 5230552 h 5549974"/>
              <a:gd name="connsiteX70" fmla="*/ 9000 w 4553364"/>
              <a:gd name="connsiteY70" fmla="*/ 5227804 h 5549974"/>
              <a:gd name="connsiteX71" fmla="*/ 9537 w 4553364"/>
              <a:gd name="connsiteY71" fmla="*/ 5222308 h 5549974"/>
              <a:gd name="connsiteX72" fmla="*/ 9222 w 4553364"/>
              <a:gd name="connsiteY72" fmla="*/ 5216405 h 5549974"/>
              <a:gd name="connsiteX73" fmla="*/ 8638 w 4553364"/>
              <a:gd name="connsiteY73" fmla="*/ 5213249 h 5549974"/>
              <a:gd name="connsiteX74" fmla="*/ 8907 w 4553364"/>
              <a:gd name="connsiteY74" fmla="*/ 5210500 h 5549974"/>
              <a:gd name="connsiteX75" fmla="*/ 8591 w 4553364"/>
              <a:gd name="connsiteY75" fmla="*/ 5204597 h 5549974"/>
              <a:gd name="connsiteX76" fmla="*/ 8008 w 4553364"/>
              <a:gd name="connsiteY76" fmla="*/ 5201441 h 5549974"/>
              <a:gd name="connsiteX77" fmla="*/ 7378 w 4553364"/>
              <a:gd name="connsiteY77" fmla="*/ 5189632 h 5549974"/>
              <a:gd name="connsiteX78" fmla="*/ 6794 w 4553364"/>
              <a:gd name="connsiteY78" fmla="*/ 5186477 h 5549974"/>
              <a:gd name="connsiteX79" fmla="*/ 7062 w 4553364"/>
              <a:gd name="connsiteY79" fmla="*/ 5183728 h 5549974"/>
              <a:gd name="connsiteX80" fmla="*/ 5627 w 4553364"/>
              <a:gd name="connsiteY80" fmla="*/ 5180163 h 5549974"/>
              <a:gd name="connsiteX81" fmla="*/ 11039 w 4553364"/>
              <a:gd name="connsiteY81" fmla="*/ 5116566 h 5549974"/>
              <a:gd name="connsiteX82" fmla="*/ 78653 w 4553364"/>
              <a:gd name="connsiteY82" fmla="*/ 3839310 h 5549974"/>
              <a:gd name="connsiteX83" fmla="*/ 303343 w 4553364"/>
              <a:gd name="connsiteY83" fmla="*/ 0 h 5549974"/>
              <a:gd name="connsiteX0" fmla="*/ 303343 w 4553364"/>
              <a:gd name="connsiteY0" fmla="*/ 0 h 5549951"/>
              <a:gd name="connsiteX1" fmla="*/ 3305529 w 4553364"/>
              <a:gd name="connsiteY1" fmla="*/ 171842 h 5549951"/>
              <a:gd name="connsiteX2" fmla="*/ 4134340 w 4553364"/>
              <a:gd name="connsiteY2" fmla="*/ 226950 h 5549951"/>
              <a:gd name="connsiteX3" fmla="*/ 4507534 w 4553364"/>
              <a:gd name="connsiteY3" fmla="*/ 247374 h 5549951"/>
              <a:gd name="connsiteX4" fmla="*/ 4535413 w 4553364"/>
              <a:gd name="connsiteY4" fmla="*/ 269179 h 5549951"/>
              <a:gd name="connsiteX5" fmla="*/ 4533639 w 4553364"/>
              <a:gd name="connsiteY5" fmla="*/ 300930 h 5549951"/>
              <a:gd name="connsiteX6" fmla="*/ 4536561 w 4553364"/>
              <a:gd name="connsiteY6" fmla="*/ 302647 h 5549951"/>
              <a:gd name="connsiteX7" fmla="*/ 4552987 w 4553364"/>
              <a:gd name="connsiteY7" fmla="*/ 334222 h 5549951"/>
              <a:gd name="connsiteX8" fmla="*/ 4530726 w 4553364"/>
              <a:gd name="connsiteY8" fmla="*/ 391868 h 5549951"/>
              <a:gd name="connsiteX9" fmla="*/ 4527238 w 4553364"/>
              <a:gd name="connsiteY9" fmla="*/ 415489 h 5549951"/>
              <a:gd name="connsiteX10" fmla="*/ 4522133 w 4553364"/>
              <a:gd name="connsiteY10" fmla="*/ 506828 h 5549951"/>
              <a:gd name="connsiteX11" fmla="*/ 4521483 w 4553364"/>
              <a:gd name="connsiteY11" fmla="*/ 553245 h 5549951"/>
              <a:gd name="connsiteX12" fmla="*/ 4518384 w 4553364"/>
              <a:gd name="connsiteY12" fmla="*/ 581709 h 5549951"/>
              <a:gd name="connsiteX13" fmla="*/ 4517715 w 4553364"/>
              <a:gd name="connsiteY13" fmla="*/ 585890 h 5549951"/>
              <a:gd name="connsiteX14" fmla="*/ 4504778 w 4553364"/>
              <a:gd name="connsiteY14" fmla="*/ 817404 h 5549951"/>
              <a:gd name="connsiteX15" fmla="*/ 4506491 w 4553364"/>
              <a:gd name="connsiteY15" fmla="*/ 822238 h 5549951"/>
              <a:gd name="connsiteX16" fmla="*/ 4504340 w 4553364"/>
              <a:gd name="connsiteY16" fmla="*/ 846069 h 5549951"/>
              <a:gd name="connsiteX17" fmla="*/ 4502740 w 4553364"/>
              <a:gd name="connsiteY17" fmla="*/ 853854 h 5549951"/>
              <a:gd name="connsiteX18" fmla="*/ 4496502 w 4553364"/>
              <a:gd name="connsiteY18" fmla="*/ 965485 h 5549951"/>
              <a:gd name="connsiteX19" fmla="*/ 4498579 w 4553364"/>
              <a:gd name="connsiteY19" fmla="*/ 966385 h 5549951"/>
              <a:gd name="connsiteX20" fmla="*/ 4502698 w 4553364"/>
              <a:gd name="connsiteY20" fmla="*/ 1002567 h 5549951"/>
              <a:gd name="connsiteX21" fmla="*/ 4497900 w 4553364"/>
              <a:gd name="connsiteY21" fmla="*/ 1101094 h 5549951"/>
              <a:gd name="connsiteX22" fmla="*/ 4497795 w 4553364"/>
              <a:gd name="connsiteY22" fmla="*/ 1159389 h 5549951"/>
              <a:gd name="connsiteX23" fmla="*/ 4502098 w 4553364"/>
              <a:gd name="connsiteY23" fmla="*/ 1180505 h 5549951"/>
              <a:gd name="connsiteX24" fmla="*/ 4505188 w 4553364"/>
              <a:gd name="connsiteY24" fmla="*/ 1210687 h 5549951"/>
              <a:gd name="connsiteX25" fmla="*/ 4514005 w 4553364"/>
              <a:gd name="connsiteY25" fmla="*/ 1263157 h 5549951"/>
              <a:gd name="connsiteX26" fmla="*/ 4516282 w 4553364"/>
              <a:gd name="connsiteY26" fmla="*/ 1313374 h 5549951"/>
              <a:gd name="connsiteX27" fmla="*/ 4515402 w 4553364"/>
              <a:gd name="connsiteY27" fmla="*/ 1347004 h 5549951"/>
              <a:gd name="connsiteX28" fmla="*/ 4514939 w 4553364"/>
              <a:gd name="connsiteY28" fmla="*/ 1351864 h 5549951"/>
              <a:gd name="connsiteX29" fmla="*/ 4505820 w 4553364"/>
              <a:gd name="connsiteY29" fmla="*/ 1391762 h 5549951"/>
              <a:gd name="connsiteX30" fmla="*/ 4509084 w 4553364"/>
              <a:gd name="connsiteY30" fmla="*/ 1395707 h 5549951"/>
              <a:gd name="connsiteX31" fmla="*/ 4511926 w 4553364"/>
              <a:gd name="connsiteY31" fmla="*/ 1408524 h 5549951"/>
              <a:gd name="connsiteX32" fmla="*/ 4507185 w 4553364"/>
              <a:gd name="connsiteY32" fmla="*/ 1419109 h 5549951"/>
              <a:gd name="connsiteX33" fmla="*/ 4497001 w 4553364"/>
              <a:gd name="connsiteY33" fmla="*/ 1469337 h 5549951"/>
              <a:gd name="connsiteX34" fmla="*/ 4486104 w 4553364"/>
              <a:gd name="connsiteY34" fmla="*/ 1543038 h 5549951"/>
              <a:gd name="connsiteX35" fmla="*/ 4481223 w 4553364"/>
              <a:gd name="connsiteY35" fmla="*/ 1553997 h 5549951"/>
              <a:gd name="connsiteX36" fmla="*/ 4466795 w 4553364"/>
              <a:gd name="connsiteY36" fmla="*/ 1626071 h 5549951"/>
              <a:gd name="connsiteX37" fmla="*/ 4463080 w 4553364"/>
              <a:gd name="connsiteY37" fmla="*/ 1664103 h 5549951"/>
              <a:gd name="connsiteX38" fmla="*/ 4466740 w 4553364"/>
              <a:gd name="connsiteY38" fmla="*/ 1668558 h 5549951"/>
              <a:gd name="connsiteX39" fmla="*/ 4465090 w 4553364"/>
              <a:gd name="connsiteY39" fmla="*/ 1679756 h 5549951"/>
              <a:gd name="connsiteX40" fmla="*/ 4465502 w 4553364"/>
              <a:gd name="connsiteY40" fmla="*/ 1682815 h 5549951"/>
              <a:gd name="connsiteX41" fmla="*/ 4467013 w 4553364"/>
              <a:gd name="connsiteY41" fmla="*/ 1700268 h 5549951"/>
              <a:gd name="connsiteX42" fmla="*/ 4455543 w 4553364"/>
              <a:gd name="connsiteY42" fmla="*/ 1735163 h 5549951"/>
              <a:gd name="connsiteX43" fmla="*/ 4453483 w 4553364"/>
              <a:gd name="connsiteY43" fmla="*/ 1735289 h 5549951"/>
              <a:gd name="connsiteX44" fmla="*/ 4444985 w 4553364"/>
              <a:gd name="connsiteY44" fmla="*/ 1887374 h 5549951"/>
              <a:gd name="connsiteX45" fmla="*/ 4453676 w 4553364"/>
              <a:gd name="connsiteY45" fmla="*/ 1911536 h 5549951"/>
              <a:gd name="connsiteX46" fmla="*/ 4455954 w 4553364"/>
              <a:gd name="connsiteY46" fmla="*/ 1961755 h 5549951"/>
              <a:gd name="connsiteX47" fmla="*/ 4455073 w 4553364"/>
              <a:gd name="connsiteY47" fmla="*/ 1995384 h 5549951"/>
              <a:gd name="connsiteX48" fmla="*/ 4454611 w 4553364"/>
              <a:gd name="connsiteY48" fmla="*/ 2000244 h 5549951"/>
              <a:gd name="connsiteX49" fmla="*/ 4445491 w 4553364"/>
              <a:gd name="connsiteY49" fmla="*/ 2040142 h 5549951"/>
              <a:gd name="connsiteX50" fmla="*/ 4448756 w 4553364"/>
              <a:gd name="connsiteY50" fmla="*/ 2044087 h 5549951"/>
              <a:gd name="connsiteX51" fmla="*/ 4451597 w 4553364"/>
              <a:gd name="connsiteY51" fmla="*/ 2056904 h 5549951"/>
              <a:gd name="connsiteX52" fmla="*/ 4446856 w 4553364"/>
              <a:gd name="connsiteY52" fmla="*/ 2067489 h 5549951"/>
              <a:gd name="connsiteX53" fmla="*/ 4436672 w 4553364"/>
              <a:gd name="connsiteY53" fmla="*/ 2117719 h 5549951"/>
              <a:gd name="connsiteX54" fmla="*/ 4429341 w 4553364"/>
              <a:gd name="connsiteY54" fmla="*/ 2167300 h 5549951"/>
              <a:gd name="connsiteX55" fmla="*/ 4373258 w 4553364"/>
              <a:gd name="connsiteY55" fmla="*/ 3223633 h 5549951"/>
              <a:gd name="connsiteX56" fmla="*/ 4360472 w 4553364"/>
              <a:gd name="connsiteY56" fmla="*/ 3477281 h 5549951"/>
              <a:gd name="connsiteX57" fmla="*/ 4349387 w 4553364"/>
              <a:gd name="connsiteY57" fmla="*/ 3639984 h 5549951"/>
              <a:gd name="connsiteX58" fmla="*/ 4258626 w 4553364"/>
              <a:gd name="connsiteY58" fmla="*/ 5278921 h 5549951"/>
              <a:gd name="connsiteX59" fmla="*/ 4263924 w 4553364"/>
              <a:gd name="connsiteY59" fmla="*/ 5315626 h 5549951"/>
              <a:gd name="connsiteX60" fmla="*/ 4267458 w 4553364"/>
              <a:gd name="connsiteY60" fmla="*/ 5350090 h 5549951"/>
              <a:gd name="connsiteX61" fmla="*/ 4270290 w 4553364"/>
              <a:gd name="connsiteY61" fmla="*/ 5450399 h 5549951"/>
              <a:gd name="connsiteX62" fmla="*/ 4251733 w 4553364"/>
              <a:gd name="connsiteY62" fmla="*/ 5484804 h 5549951"/>
              <a:gd name="connsiteX63" fmla="*/ 4247081 w 4553364"/>
              <a:gd name="connsiteY63" fmla="*/ 5487504 h 5549951"/>
              <a:gd name="connsiteX64" fmla="*/ 4243624 w 4553364"/>
              <a:gd name="connsiteY64" fmla="*/ 5549951 h 5549951"/>
              <a:gd name="connsiteX65" fmla="*/ 0 w 4553364"/>
              <a:gd name="connsiteY65" fmla="*/ 5293146 h 5549951"/>
              <a:gd name="connsiteX66" fmla="*/ 4241 w 4553364"/>
              <a:gd name="connsiteY66" fmla="*/ 5239903 h 5549951"/>
              <a:gd name="connsiteX67" fmla="*/ 8461 w 4553364"/>
              <a:gd name="connsiteY67" fmla="*/ 5233298 h 5549951"/>
              <a:gd name="connsiteX68" fmla="*/ 8730 w 4553364"/>
              <a:gd name="connsiteY68" fmla="*/ 5230552 h 5549951"/>
              <a:gd name="connsiteX69" fmla="*/ 9000 w 4553364"/>
              <a:gd name="connsiteY69" fmla="*/ 5227804 h 5549951"/>
              <a:gd name="connsiteX70" fmla="*/ 9537 w 4553364"/>
              <a:gd name="connsiteY70" fmla="*/ 5222308 h 5549951"/>
              <a:gd name="connsiteX71" fmla="*/ 9222 w 4553364"/>
              <a:gd name="connsiteY71" fmla="*/ 5216405 h 5549951"/>
              <a:gd name="connsiteX72" fmla="*/ 8638 w 4553364"/>
              <a:gd name="connsiteY72" fmla="*/ 5213249 h 5549951"/>
              <a:gd name="connsiteX73" fmla="*/ 8907 w 4553364"/>
              <a:gd name="connsiteY73" fmla="*/ 5210500 h 5549951"/>
              <a:gd name="connsiteX74" fmla="*/ 8591 w 4553364"/>
              <a:gd name="connsiteY74" fmla="*/ 5204597 h 5549951"/>
              <a:gd name="connsiteX75" fmla="*/ 8008 w 4553364"/>
              <a:gd name="connsiteY75" fmla="*/ 5201441 h 5549951"/>
              <a:gd name="connsiteX76" fmla="*/ 7378 w 4553364"/>
              <a:gd name="connsiteY76" fmla="*/ 5189632 h 5549951"/>
              <a:gd name="connsiteX77" fmla="*/ 6794 w 4553364"/>
              <a:gd name="connsiteY77" fmla="*/ 5186477 h 5549951"/>
              <a:gd name="connsiteX78" fmla="*/ 7062 w 4553364"/>
              <a:gd name="connsiteY78" fmla="*/ 5183728 h 5549951"/>
              <a:gd name="connsiteX79" fmla="*/ 5627 w 4553364"/>
              <a:gd name="connsiteY79" fmla="*/ 5180163 h 5549951"/>
              <a:gd name="connsiteX80" fmla="*/ 11039 w 4553364"/>
              <a:gd name="connsiteY80" fmla="*/ 5116566 h 5549951"/>
              <a:gd name="connsiteX81" fmla="*/ 78653 w 4553364"/>
              <a:gd name="connsiteY81" fmla="*/ 3839310 h 5549951"/>
              <a:gd name="connsiteX82" fmla="*/ 303343 w 4553364"/>
              <a:gd name="connsiteY82" fmla="*/ 0 h 5549951"/>
              <a:gd name="connsiteX0" fmla="*/ 303549 w 4553570"/>
              <a:gd name="connsiteY0" fmla="*/ 0 h 5549951"/>
              <a:gd name="connsiteX1" fmla="*/ 3305735 w 4553570"/>
              <a:gd name="connsiteY1" fmla="*/ 171842 h 5549951"/>
              <a:gd name="connsiteX2" fmla="*/ 4134546 w 4553570"/>
              <a:gd name="connsiteY2" fmla="*/ 226950 h 5549951"/>
              <a:gd name="connsiteX3" fmla="*/ 4507740 w 4553570"/>
              <a:gd name="connsiteY3" fmla="*/ 247374 h 5549951"/>
              <a:gd name="connsiteX4" fmla="*/ 4535619 w 4553570"/>
              <a:gd name="connsiteY4" fmla="*/ 269179 h 5549951"/>
              <a:gd name="connsiteX5" fmla="*/ 4533845 w 4553570"/>
              <a:gd name="connsiteY5" fmla="*/ 300930 h 5549951"/>
              <a:gd name="connsiteX6" fmla="*/ 4536767 w 4553570"/>
              <a:gd name="connsiteY6" fmla="*/ 302647 h 5549951"/>
              <a:gd name="connsiteX7" fmla="*/ 4553193 w 4553570"/>
              <a:gd name="connsiteY7" fmla="*/ 334222 h 5549951"/>
              <a:gd name="connsiteX8" fmla="*/ 4530932 w 4553570"/>
              <a:gd name="connsiteY8" fmla="*/ 391868 h 5549951"/>
              <a:gd name="connsiteX9" fmla="*/ 4527444 w 4553570"/>
              <a:gd name="connsiteY9" fmla="*/ 415489 h 5549951"/>
              <a:gd name="connsiteX10" fmla="*/ 4522339 w 4553570"/>
              <a:gd name="connsiteY10" fmla="*/ 506828 h 5549951"/>
              <a:gd name="connsiteX11" fmla="*/ 4521689 w 4553570"/>
              <a:gd name="connsiteY11" fmla="*/ 553245 h 5549951"/>
              <a:gd name="connsiteX12" fmla="*/ 4518590 w 4553570"/>
              <a:gd name="connsiteY12" fmla="*/ 581709 h 5549951"/>
              <a:gd name="connsiteX13" fmla="*/ 4517921 w 4553570"/>
              <a:gd name="connsiteY13" fmla="*/ 585890 h 5549951"/>
              <a:gd name="connsiteX14" fmla="*/ 4504984 w 4553570"/>
              <a:gd name="connsiteY14" fmla="*/ 817404 h 5549951"/>
              <a:gd name="connsiteX15" fmla="*/ 4506697 w 4553570"/>
              <a:gd name="connsiteY15" fmla="*/ 822238 h 5549951"/>
              <a:gd name="connsiteX16" fmla="*/ 4504546 w 4553570"/>
              <a:gd name="connsiteY16" fmla="*/ 846069 h 5549951"/>
              <a:gd name="connsiteX17" fmla="*/ 4502946 w 4553570"/>
              <a:gd name="connsiteY17" fmla="*/ 853854 h 5549951"/>
              <a:gd name="connsiteX18" fmla="*/ 4496708 w 4553570"/>
              <a:gd name="connsiteY18" fmla="*/ 965485 h 5549951"/>
              <a:gd name="connsiteX19" fmla="*/ 4498785 w 4553570"/>
              <a:gd name="connsiteY19" fmla="*/ 966385 h 5549951"/>
              <a:gd name="connsiteX20" fmla="*/ 4502904 w 4553570"/>
              <a:gd name="connsiteY20" fmla="*/ 1002567 h 5549951"/>
              <a:gd name="connsiteX21" fmla="*/ 4498106 w 4553570"/>
              <a:gd name="connsiteY21" fmla="*/ 1101094 h 5549951"/>
              <a:gd name="connsiteX22" fmla="*/ 4498001 w 4553570"/>
              <a:gd name="connsiteY22" fmla="*/ 1159389 h 5549951"/>
              <a:gd name="connsiteX23" fmla="*/ 4502304 w 4553570"/>
              <a:gd name="connsiteY23" fmla="*/ 1180505 h 5549951"/>
              <a:gd name="connsiteX24" fmla="*/ 4505394 w 4553570"/>
              <a:gd name="connsiteY24" fmla="*/ 1210687 h 5549951"/>
              <a:gd name="connsiteX25" fmla="*/ 4514211 w 4553570"/>
              <a:gd name="connsiteY25" fmla="*/ 1263157 h 5549951"/>
              <a:gd name="connsiteX26" fmla="*/ 4516488 w 4553570"/>
              <a:gd name="connsiteY26" fmla="*/ 1313374 h 5549951"/>
              <a:gd name="connsiteX27" fmla="*/ 4515608 w 4553570"/>
              <a:gd name="connsiteY27" fmla="*/ 1347004 h 5549951"/>
              <a:gd name="connsiteX28" fmla="*/ 4515145 w 4553570"/>
              <a:gd name="connsiteY28" fmla="*/ 1351864 h 5549951"/>
              <a:gd name="connsiteX29" fmla="*/ 4506026 w 4553570"/>
              <a:gd name="connsiteY29" fmla="*/ 1391762 h 5549951"/>
              <a:gd name="connsiteX30" fmla="*/ 4509290 w 4553570"/>
              <a:gd name="connsiteY30" fmla="*/ 1395707 h 5549951"/>
              <a:gd name="connsiteX31" fmla="*/ 4512132 w 4553570"/>
              <a:gd name="connsiteY31" fmla="*/ 1408524 h 5549951"/>
              <a:gd name="connsiteX32" fmla="*/ 4507391 w 4553570"/>
              <a:gd name="connsiteY32" fmla="*/ 1419109 h 5549951"/>
              <a:gd name="connsiteX33" fmla="*/ 4497207 w 4553570"/>
              <a:gd name="connsiteY33" fmla="*/ 1469337 h 5549951"/>
              <a:gd name="connsiteX34" fmla="*/ 4486310 w 4553570"/>
              <a:gd name="connsiteY34" fmla="*/ 1543038 h 5549951"/>
              <a:gd name="connsiteX35" fmla="*/ 4481429 w 4553570"/>
              <a:gd name="connsiteY35" fmla="*/ 1553997 h 5549951"/>
              <a:gd name="connsiteX36" fmla="*/ 4467001 w 4553570"/>
              <a:gd name="connsiteY36" fmla="*/ 1626071 h 5549951"/>
              <a:gd name="connsiteX37" fmla="*/ 4463286 w 4553570"/>
              <a:gd name="connsiteY37" fmla="*/ 1664103 h 5549951"/>
              <a:gd name="connsiteX38" fmla="*/ 4466946 w 4553570"/>
              <a:gd name="connsiteY38" fmla="*/ 1668558 h 5549951"/>
              <a:gd name="connsiteX39" fmla="*/ 4465296 w 4553570"/>
              <a:gd name="connsiteY39" fmla="*/ 1679756 h 5549951"/>
              <a:gd name="connsiteX40" fmla="*/ 4465708 w 4553570"/>
              <a:gd name="connsiteY40" fmla="*/ 1682815 h 5549951"/>
              <a:gd name="connsiteX41" fmla="*/ 4467219 w 4553570"/>
              <a:gd name="connsiteY41" fmla="*/ 1700268 h 5549951"/>
              <a:gd name="connsiteX42" fmla="*/ 4455749 w 4553570"/>
              <a:gd name="connsiteY42" fmla="*/ 1735163 h 5549951"/>
              <a:gd name="connsiteX43" fmla="*/ 4453689 w 4553570"/>
              <a:gd name="connsiteY43" fmla="*/ 1735289 h 5549951"/>
              <a:gd name="connsiteX44" fmla="*/ 4445191 w 4553570"/>
              <a:gd name="connsiteY44" fmla="*/ 1887374 h 5549951"/>
              <a:gd name="connsiteX45" fmla="*/ 4453882 w 4553570"/>
              <a:gd name="connsiteY45" fmla="*/ 1911536 h 5549951"/>
              <a:gd name="connsiteX46" fmla="*/ 4456160 w 4553570"/>
              <a:gd name="connsiteY46" fmla="*/ 1961755 h 5549951"/>
              <a:gd name="connsiteX47" fmla="*/ 4455279 w 4553570"/>
              <a:gd name="connsiteY47" fmla="*/ 1995384 h 5549951"/>
              <a:gd name="connsiteX48" fmla="*/ 4454817 w 4553570"/>
              <a:gd name="connsiteY48" fmla="*/ 2000244 h 5549951"/>
              <a:gd name="connsiteX49" fmla="*/ 4445697 w 4553570"/>
              <a:gd name="connsiteY49" fmla="*/ 2040142 h 5549951"/>
              <a:gd name="connsiteX50" fmla="*/ 4448962 w 4553570"/>
              <a:gd name="connsiteY50" fmla="*/ 2044087 h 5549951"/>
              <a:gd name="connsiteX51" fmla="*/ 4451803 w 4553570"/>
              <a:gd name="connsiteY51" fmla="*/ 2056904 h 5549951"/>
              <a:gd name="connsiteX52" fmla="*/ 4447062 w 4553570"/>
              <a:gd name="connsiteY52" fmla="*/ 2067489 h 5549951"/>
              <a:gd name="connsiteX53" fmla="*/ 4436878 w 4553570"/>
              <a:gd name="connsiteY53" fmla="*/ 2117719 h 5549951"/>
              <a:gd name="connsiteX54" fmla="*/ 4429547 w 4553570"/>
              <a:gd name="connsiteY54" fmla="*/ 2167300 h 5549951"/>
              <a:gd name="connsiteX55" fmla="*/ 4373464 w 4553570"/>
              <a:gd name="connsiteY55" fmla="*/ 3223633 h 5549951"/>
              <a:gd name="connsiteX56" fmla="*/ 4360678 w 4553570"/>
              <a:gd name="connsiteY56" fmla="*/ 3477281 h 5549951"/>
              <a:gd name="connsiteX57" fmla="*/ 4349593 w 4553570"/>
              <a:gd name="connsiteY57" fmla="*/ 3639984 h 5549951"/>
              <a:gd name="connsiteX58" fmla="*/ 4258832 w 4553570"/>
              <a:gd name="connsiteY58" fmla="*/ 5278921 h 5549951"/>
              <a:gd name="connsiteX59" fmla="*/ 4264130 w 4553570"/>
              <a:gd name="connsiteY59" fmla="*/ 5315626 h 5549951"/>
              <a:gd name="connsiteX60" fmla="*/ 4267664 w 4553570"/>
              <a:gd name="connsiteY60" fmla="*/ 5350090 h 5549951"/>
              <a:gd name="connsiteX61" fmla="*/ 4270496 w 4553570"/>
              <a:gd name="connsiteY61" fmla="*/ 5450399 h 5549951"/>
              <a:gd name="connsiteX62" fmla="*/ 4251939 w 4553570"/>
              <a:gd name="connsiteY62" fmla="*/ 5484804 h 5549951"/>
              <a:gd name="connsiteX63" fmla="*/ 4247287 w 4553570"/>
              <a:gd name="connsiteY63" fmla="*/ 5487504 h 5549951"/>
              <a:gd name="connsiteX64" fmla="*/ 4243830 w 4553570"/>
              <a:gd name="connsiteY64" fmla="*/ 5549951 h 5549951"/>
              <a:gd name="connsiteX65" fmla="*/ 0 w 4553570"/>
              <a:gd name="connsiteY65" fmla="*/ 5309929 h 5549951"/>
              <a:gd name="connsiteX66" fmla="*/ 4447 w 4553570"/>
              <a:gd name="connsiteY66" fmla="*/ 5239903 h 5549951"/>
              <a:gd name="connsiteX67" fmla="*/ 8667 w 4553570"/>
              <a:gd name="connsiteY67" fmla="*/ 5233298 h 5549951"/>
              <a:gd name="connsiteX68" fmla="*/ 8936 w 4553570"/>
              <a:gd name="connsiteY68" fmla="*/ 5230552 h 5549951"/>
              <a:gd name="connsiteX69" fmla="*/ 9206 w 4553570"/>
              <a:gd name="connsiteY69" fmla="*/ 5227804 h 5549951"/>
              <a:gd name="connsiteX70" fmla="*/ 9743 w 4553570"/>
              <a:gd name="connsiteY70" fmla="*/ 5222308 h 5549951"/>
              <a:gd name="connsiteX71" fmla="*/ 9428 w 4553570"/>
              <a:gd name="connsiteY71" fmla="*/ 5216405 h 5549951"/>
              <a:gd name="connsiteX72" fmla="*/ 8844 w 4553570"/>
              <a:gd name="connsiteY72" fmla="*/ 5213249 h 5549951"/>
              <a:gd name="connsiteX73" fmla="*/ 9113 w 4553570"/>
              <a:gd name="connsiteY73" fmla="*/ 5210500 h 5549951"/>
              <a:gd name="connsiteX74" fmla="*/ 8797 w 4553570"/>
              <a:gd name="connsiteY74" fmla="*/ 5204597 h 5549951"/>
              <a:gd name="connsiteX75" fmla="*/ 8214 w 4553570"/>
              <a:gd name="connsiteY75" fmla="*/ 5201441 h 5549951"/>
              <a:gd name="connsiteX76" fmla="*/ 7584 w 4553570"/>
              <a:gd name="connsiteY76" fmla="*/ 5189632 h 5549951"/>
              <a:gd name="connsiteX77" fmla="*/ 7000 w 4553570"/>
              <a:gd name="connsiteY77" fmla="*/ 5186477 h 5549951"/>
              <a:gd name="connsiteX78" fmla="*/ 7268 w 4553570"/>
              <a:gd name="connsiteY78" fmla="*/ 5183728 h 5549951"/>
              <a:gd name="connsiteX79" fmla="*/ 5833 w 4553570"/>
              <a:gd name="connsiteY79" fmla="*/ 5180163 h 5549951"/>
              <a:gd name="connsiteX80" fmla="*/ 11245 w 4553570"/>
              <a:gd name="connsiteY80" fmla="*/ 5116566 h 5549951"/>
              <a:gd name="connsiteX81" fmla="*/ 78859 w 4553570"/>
              <a:gd name="connsiteY81" fmla="*/ 3839310 h 5549951"/>
              <a:gd name="connsiteX82" fmla="*/ 303549 w 4553570"/>
              <a:gd name="connsiteY82" fmla="*/ 0 h 5549951"/>
              <a:gd name="connsiteX0" fmla="*/ 303617 w 4553638"/>
              <a:gd name="connsiteY0" fmla="*/ 0 h 5549951"/>
              <a:gd name="connsiteX1" fmla="*/ 3305803 w 4553638"/>
              <a:gd name="connsiteY1" fmla="*/ 171842 h 5549951"/>
              <a:gd name="connsiteX2" fmla="*/ 4134614 w 4553638"/>
              <a:gd name="connsiteY2" fmla="*/ 226950 h 5549951"/>
              <a:gd name="connsiteX3" fmla="*/ 4507808 w 4553638"/>
              <a:gd name="connsiteY3" fmla="*/ 247374 h 5549951"/>
              <a:gd name="connsiteX4" fmla="*/ 4535687 w 4553638"/>
              <a:gd name="connsiteY4" fmla="*/ 269179 h 5549951"/>
              <a:gd name="connsiteX5" fmla="*/ 4533913 w 4553638"/>
              <a:gd name="connsiteY5" fmla="*/ 300930 h 5549951"/>
              <a:gd name="connsiteX6" fmla="*/ 4536835 w 4553638"/>
              <a:gd name="connsiteY6" fmla="*/ 302647 h 5549951"/>
              <a:gd name="connsiteX7" fmla="*/ 4553261 w 4553638"/>
              <a:gd name="connsiteY7" fmla="*/ 334222 h 5549951"/>
              <a:gd name="connsiteX8" fmla="*/ 4531000 w 4553638"/>
              <a:gd name="connsiteY8" fmla="*/ 391868 h 5549951"/>
              <a:gd name="connsiteX9" fmla="*/ 4527512 w 4553638"/>
              <a:gd name="connsiteY9" fmla="*/ 415489 h 5549951"/>
              <a:gd name="connsiteX10" fmla="*/ 4522407 w 4553638"/>
              <a:gd name="connsiteY10" fmla="*/ 506828 h 5549951"/>
              <a:gd name="connsiteX11" fmla="*/ 4521757 w 4553638"/>
              <a:gd name="connsiteY11" fmla="*/ 553245 h 5549951"/>
              <a:gd name="connsiteX12" fmla="*/ 4518658 w 4553638"/>
              <a:gd name="connsiteY12" fmla="*/ 581709 h 5549951"/>
              <a:gd name="connsiteX13" fmla="*/ 4517989 w 4553638"/>
              <a:gd name="connsiteY13" fmla="*/ 585890 h 5549951"/>
              <a:gd name="connsiteX14" fmla="*/ 4505052 w 4553638"/>
              <a:gd name="connsiteY14" fmla="*/ 817404 h 5549951"/>
              <a:gd name="connsiteX15" fmla="*/ 4506765 w 4553638"/>
              <a:gd name="connsiteY15" fmla="*/ 822238 h 5549951"/>
              <a:gd name="connsiteX16" fmla="*/ 4504614 w 4553638"/>
              <a:gd name="connsiteY16" fmla="*/ 846069 h 5549951"/>
              <a:gd name="connsiteX17" fmla="*/ 4503014 w 4553638"/>
              <a:gd name="connsiteY17" fmla="*/ 853854 h 5549951"/>
              <a:gd name="connsiteX18" fmla="*/ 4496776 w 4553638"/>
              <a:gd name="connsiteY18" fmla="*/ 965485 h 5549951"/>
              <a:gd name="connsiteX19" fmla="*/ 4498853 w 4553638"/>
              <a:gd name="connsiteY19" fmla="*/ 966385 h 5549951"/>
              <a:gd name="connsiteX20" fmla="*/ 4502972 w 4553638"/>
              <a:gd name="connsiteY20" fmla="*/ 1002567 h 5549951"/>
              <a:gd name="connsiteX21" fmla="*/ 4498174 w 4553638"/>
              <a:gd name="connsiteY21" fmla="*/ 1101094 h 5549951"/>
              <a:gd name="connsiteX22" fmla="*/ 4498069 w 4553638"/>
              <a:gd name="connsiteY22" fmla="*/ 1159389 h 5549951"/>
              <a:gd name="connsiteX23" fmla="*/ 4502372 w 4553638"/>
              <a:gd name="connsiteY23" fmla="*/ 1180505 h 5549951"/>
              <a:gd name="connsiteX24" fmla="*/ 4505462 w 4553638"/>
              <a:gd name="connsiteY24" fmla="*/ 1210687 h 5549951"/>
              <a:gd name="connsiteX25" fmla="*/ 4514279 w 4553638"/>
              <a:gd name="connsiteY25" fmla="*/ 1263157 h 5549951"/>
              <a:gd name="connsiteX26" fmla="*/ 4516556 w 4553638"/>
              <a:gd name="connsiteY26" fmla="*/ 1313374 h 5549951"/>
              <a:gd name="connsiteX27" fmla="*/ 4515676 w 4553638"/>
              <a:gd name="connsiteY27" fmla="*/ 1347004 h 5549951"/>
              <a:gd name="connsiteX28" fmla="*/ 4515213 w 4553638"/>
              <a:gd name="connsiteY28" fmla="*/ 1351864 h 5549951"/>
              <a:gd name="connsiteX29" fmla="*/ 4506094 w 4553638"/>
              <a:gd name="connsiteY29" fmla="*/ 1391762 h 5549951"/>
              <a:gd name="connsiteX30" fmla="*/ 4509358 w 4553638"/>
              <a:gd name="connsiteY30" fmla="*/ 1395707 h 5549951"/>
              <a:gd name="connsiteX31" fmla="*/ 4512200 w 4553638"/>
              <a:gd name="connsiteY31" fmla="*/ 1408524 h 5549951"/>
              <a:gd name="connsiteX32" fmla="*/ 4507459 w 4553638"/>
              <a:gd name="connsiteY32" fmla="*/ 1419109 h 5549951"/>
              <a:gd name="connsiteX33" fmla="*/ 4497275 w 4553638"/>
              <a:gd name="connsiteY33" fmla="*/ 1469337 h 5549951"/>
              <a:gd name="connsiteX34" fmla="*/ 4486378 w 4553638"/>
              <a:gd name="connsiteY34" fmla="*/ 1543038 h 5549951"/>
              <a:gd name="connsiteX35" fmla="*/ 4481497 w 4553638"/>
              <a:gd name="connsiteY35" fmla="*/ 1553997 h 5549951"/>
              <a:gd name="connsiteX36" fmla="*/ 4467069 w 4553638"/>
              <a:gd name="connsiteY36" fmla="*/ 1626071 h 5549951"/>
              <a:gd name="connsiteX37" fmla="*/ 4463354 w 4553638"/>
              <a:gd name="connsiteY37" fmla="*/ 1664103 h 5549951"/>
              <a:gd name="connsiteX38" fmla="*/ 4467014 w 4553638"/>
              <a:gd name="connsiteY38" fmla="*/ 1668558 h 5549951"/>
              <a:gd name="connsiteX39" fmla="*/ 4465364 w 4553638"/>
              <a:gd name="connsiteY39" fmla="*/ 1679756 h 5549951"/>
              <a:gd name="connsiteX40" fmla="*/ 4465776 w 4553638"/>
              <a:gd name="connsiteY40" fmla="*/ 1682815 h 5549951"/>
              <a:gd name="connsiteX41" fmla="*/ 4467287 w 4553638"/>
              <a:gd name="connsiteY41" fmla="*/ 1700268 h 5549951"/>
              <a:gd name="connsiteX42" fmla="*/ 4455817 w 4553638"/>
              <a:gd name="connsiteY42" fmla="*/ 1735163 h 5549951"/>
              <a:gd name="connsiteX43" fmla="*/ 4453757 w 4553638"/>
              <a:gd name="connsiteY43" fmla="*/ 1735289 h 5549951"/>
              <a:gd name="connsiteX44" fmla="*/ 4445259 w 4553638"/>
              <a:gd name="connsiteY44" fmla="*/ 1887374 h 5549951"/>
              <a:gd name="connsiteX45" fmla="*/ 4453950 w 4553638"/>
              <a:gd name="connsiteY45" fmla="*/ 1911536 h 5549951"/>
              <a:gd name="connsiteX46" fmla="*/ 4456228 w 4553638"/>
              <a:gd name="connsiteY46" fmla="*/ 1961755 h 5549951"/>
              <a:gd name="connsiteX47" fmla="*/ 4455347 w 4553638"/>
              <a:gd name="connsiteY47" fmla="*/ 1995384 h 5549951"/>
              <a:gd name="connsiteX48" fmla="*/ 4454885 w 4553638"/>
              <a:gd name="connsiteY48" fmla="*/ 2000244 h 5549951"/>
              <a:gd name="connsiteX49" fmla="*/ 4445765 w 4553638"/>
              <a:gd name="connsiteY49" fmla="*/ 2040142 h 5549951"/>
              <a:gd name="connsiteX50" fmla="*/ 4449030 w 4553638"/>
              <a:gd name="connsiteY50" fmla="*/ 2044087 h 5549951"/>
              <a:gd name="connsiteX51" fmla="*/ 4451871 w 4553638"/>
              <a:gd name="connsiteY51" fmla="*/ 2056904 h 5549951"/>
              <a:gd name="connsiteX52" fmla="*/ 4447130 w 4553638"/>
              <a:gd name="connsiteY52" fmla="*/ 2067489 h 5549951"/>
              <a:gd name="connsiteX53" fmla="*/ 4436946 w 4553638"/>
              <a:gd name="connsiteY53" fmla="*/ 2117719 h 5549951"/>
              <a:gd name="connsiteX54" fmla="*/ 4429615 w 4553638"/>
              <a:gd name="connsiteY54" fmla="*/ 2167300 h 5549951"/>
              <a:gd name="connsiteX55" fmla="*/ 4373532 w 4553638"/>
              <a:gd name="connsiteY55" fmla="*/ 3223633 h 5549951"/>
              <a:gd name="connsiteX56" fmla="*/ 4360746 w 4553638"/>
              <a:gd name="connsiteY56" fmla="*/ 3477281 h 5549951"/>
              <a:gd name="connsiteX57" fmla="*/ 4349661 w 4553638"/>
              <a:gd name="connsiteY57" fmla="*/ 3639984 h 5549951"/>
              <a:gd name="connsiteX58" fmla="*/ 4258900 w 4553638"/>
              <a:gd name="connsiteY58" fmla="*/ 5278921 h 5549951"/>
              <a:gd name="connsiteX59" fmla="*/ 4264198 w 4553638"/>
              <a:gd name="connsiteY59" fmla="*/ 5315626 h 5549951"/>
              <a:gd name="connsiteX60" fmla="*/ 4267732 w 4553638"/>
              <a:gd name="connsiteY60" fmla="*/ 5350090 h 5549951"/>
              <a:gd name="connsiteX61" fmla="*/ 4270564 w 4553638"/>
              <a:gd name="connsiteY61" fmla="*/ 5450399 h 5549951"/>
              <a:gd name="connsiteX62" fmla="*/ 4252007 w 4553638"/>
              <a:gd name="connsiteY62" fmla="*/ 5484804 h 5549951"/>
              <a:gd name="connsiteX63" fmla="*/ 4247355 w 4553638"/>
              <a:gd name="connsiteY63" fmla="*/ 5487504 h 5549951"/>
              <a:gd name="connsiteX64" fmla="*/ 4243898 w 4553638"/>
              <a:gd name="connsiteY64" fmla="*/ 5549951 h 5549951"/>
              <a:gd name="connsiteX65" fmla="*/ 0 w 4553638"/>
              <a:gd name="connsiteY65" fmla="*/ 5315524 h 5549951"/>
              <a:gd name="connsiteX66" fmla="*/ 4515 w 4553638"/>
              <a:gd name="connsiteY66" fmla="*/ 5239903 h 5549951"/>
              <a:gd name="connsiteX67" fmla="*/ 8735 w 4553638"/>
              <a:gd name="connsiteY67" fmla="*/ 5233298 h 5549951"/>
              <a:gd name="connsiteX68" fmla="*/ 9004 w 4553638"/>
              <a:gd name="connsiteY68" fmla="*/ 5230552 h 5549951"/>
              <a:gd name="connsiteX69" fmla="*/ 9274 w 4553638"/>
              <a:gd name="connsiteY69" fmla="*/ 5227804 h 5549951"/>
              <a:gd name="connsiteX70" fmla="*/ 9811 w 4553638"/>
              <a:gd name="connsiteY70" fmla="*/ 5222308 h 5549951"/>
              <a:gd name="connsiteX71" fmla="*/ 9496 w 4553638"/>
              <a:gd name="connsiteY71" fmla="*/ 5216405 h 5549951"/>
              <a:gd name="connsiteX72" fmla="*/ 8912 w 4553638"/>
              <a:gd name="connsiteY72" fmla="*/ 5213249 h 5549951"/>
              <a:gd name="connsiteX73" fmla="*/ 9181 w 4553638"/>
              <a:gd name="connsiteY73" fmla="*/ 5210500 h 5549951"/>
              <a:gd name="connsiteX74" fmla="*/ 8865 w 4553638"/>
              <a:gd name="connsiteY74" fmla="*/ 5204597 h 5549951"/>
              <a:gd name="connsiteX75" fmla="*/ 8282 w 4553638"/>
              <a:gd name="connsiteY75" fmla="*/ 5201441 h 5549951"/>
              <a:gd name="connsiteX76" fmla="*/ 7652 w 4553638"/>
              <a:gd name="connsiteY76" fmla="*/ 5189632 h 5549951"/>
              <a:gd name="connsiteX77" fmla="*/ 7068 w 4553638"/>
              <a:gd name="connsiteY77" fmla="*/ 5186477 h 5549951"/>
              <a:gd name="connsiteX78" fmla="*/ 7336 w 4553638"/>
              <a:gd name="connsiteY78" fmla="*/ 5183728 h 5549951"/>
              <a:gd name="connsiteX79" fmla="*/ 5901 w 4553638"/>
              <a:gd name="connsiteY79" fmla="*/ 5180163 h 5549951"/>
              <a:gd name="connsiteX80" fmla="*/ 11313 w 4553638"/>
              <a:gd name="connsiteY80" fmla="*/ 5116566 h 5549951"/>
              <a:gd name="connsiteX81" fmla="*/ 78927 w 4553638"/>
              <a:gd name="connsiteY81" fmla="*/ 3839310 h 5549951"/>
              <a:gd name="connsiteX82" fmla="*/ 303617 w 4553638"/>
              <a:gd name="connsiteY82" fmla="*/ 0 h 5549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4553638" h="5549951">
                <a:moveTo>
                  <a:pt x="303617" y="0"/>
                </a:moveTo>
                <a:cubicBezTo>
                  <a:pt x="628364" y="31218"/>
                  <a:pt x="2667304" y="134017"/>
                  <a:pt x="3305803" y="171842"/>
                </a:cubicBezTo>
                <a:lnTo>
                  <a:pt x="4134614" y="226950"/>
                </a:lnTo>
                <a:lnTo>
                  <a:pt x="4507808" y="247374"/>
                </a:lnTo>
                <a:lnTo>
                  <a:pt x="4535687" y="269179"/>
                </a:lnTo>
                <a:cubicBezTo>
                  <a:pt x="4535096" y="279763"/>
                  <a:pt x="4534504" y="290346"/>
                  <a:pt x="4533913" y="300930"/>
                </a:cubicBezTo>
                <a:lnTo>
                  <a:pt x="4536835" y="302647"/>
                </a:lnTo>
                <a:cubicBezTo>
                  <a:pt x="4546433" y="304354"/>
                  <a:pt x="4555631" y="291327"/>
                  <a:pt x="4553261" y="334222"/>
                </a:cubicBezTo>
                <a:cubicBezTo>
                  <a:pt x="4542620" y="354710"/>
                  <a:pt x="4535606" y="373686"/>
                  <a:pt x="4531000" y="391868"/>
                </a:cubicBezTo>
                <a:lnTo>
                  <a:pt x="4527512" y="415489"/>
                </a:lnTo>
                <a:lnTo>
                  <a:pt x="4522407" y="506828"/>
                </a:lnTo>
                <a:cubicBezTo>
                  <a:pt x="4522190" y="522300"/>
                  <a:pt x="4521974" y="537773"/>
                  <a:pt x="4521757" y="553245"/>
                </a:cubicBezTo>
                <a:cubicBezTo>
                  <a:pt x="4521486" y="558170"/>
                  <a:pt x="4520392" y="568699"/>
                  <a:pt x="4518658" y="581709"/>
                </a:cubicBezTo>
                <a:lnTo>
                  <a:pt x="4517989" y="585890"/>
                </a:lnTo>
                <a:lnTo>
                  <a:pt x="4505052" y="817404"/>
                </a:lnTo>
                <a:lnTo>
                  <a:pt x="4506765" y="822238"/>
                </a:lnTo>
                <a:cubicBezTo>
                  <a:pt x="4507267" y="829783"/>
                  <a:pt x="4506186" y="837845"/>
                  <a:pt x="4504614" y="846069"/>
                </a:cubicBezTo>
                <a:lnTo>
                  <a:pt x="4503014" y="853854"/>
                </a:lnTo>
                <a:lnTo>
                  <a:pt x="4496776" y="965485"/>
                </a:lnTo>
                <a:lnTo>
                  <a:pt x="4498853" y="966385"/>
                </a:lnTo>
                <a:cubicBezTo>
                  <a:pt x="4500294" y="972743"/>
                  <a:pt x="4503085" y="980116"/>
                  <a:pt x="4502972" y="1002567"/>
                </a:cubicBezTo>
                <a:cubicBezTo>
                  <a:pt x="4492134" y="1029868"/>
                  <a:pt x="4512590" y="1067217"/>
                  <a:pt x="4498174" y="1101094"/>
                </a:cubicBezTo>
                <a:cubicBezTo>
                  <a:pt x="4494447" y="1113552"/>
                  <a:pt x="4492555" y="1152106"/>
                  <a:pt x="4498069" y="1159389"/>
                </a:cubicBezTo>
                <a:cubicBezTo>
                  <a:pt x="4498884" y="1167426"/>
                  <a:pt x="4496227" y="1176807"/>
                  <a:pt x="4502372" y="1180505"/>
                </a:cubicBezTo>
                <a:cubicBezTo>
                  <a:pt x="4509671" y="1186625"/>
                  <a:pt x="4496190" y="1214705"/>
                  <a:pt x="4505462" y="1210687"/>
                </a:cubicBezTo>
                <a:cubicBezTo>
                  <a:pt x="4496186" y="1230628"/>
                  <a:pt x="4511297" y="1246424"/>
                  <a:pt x="4514279" y="1263157"/>
                </a:cubicBezTo>
                <a:lnTo>
                  <a:pt x="4516556" y="1313374"/>
                </a:lnTo>
                <a:cubicBezTo>
                  <a:pt x="4516263" y="1324584"/>
                  <a:pt x="4515969" y="1335794"/>
                  <a:pt x="4515676" y="1347004"/>
                </a:cubicBezTo>
                <a:cubicBezTo>
                  <a:pt x="4515522" y="1348624"/>
                  <a:pt x="4515367" y="1350244"/>
                  <a:pt x="4515213" y="1351864"/>
                </a:cubicBezTo>
                <a:lnTo>
                  <a:pt x="4506094" y="1391762"/>
                </a:lnTo>
                <a:cubicBezTo>
                  <a:pt x="4507300" y="1392770"/>
                  <a:pt x="4508402" y="1394098"/>
                  <a:pt x="4509358" y="1395707"/>
                </a:cubicBezTo>
                <a:lnTo>
                  <a:pt x="4512200" y="1408524"/>
                </a:lnTo>
                <a:lnTo>
                  <a:pt x="4507459" y="1419109"/>
                </a:lnTo>
                <a:lnTo>
                  <a:pt x="4497275" y="1469337"/>
                </a:lnTo>
                <a:lnTo>
                  <a:pt x="4486378" y="1543038"/>
                </a:lnTo>
                <a:lnTo>
                  <a:pt x="4481497" y="1553997"/>
                </a:lnTo>
                <a:cubicBezTo>
                  <a:pt x="4475406" y="1579288"/>
                  <a:pt x="4478554" y="1610368"/>
                  <a:pt x="4467069" y="1626071"/>
                </a:cubicBezTo>
                <a:lnTo>
                  <a:pt x="4463354" y="1664103"/>
                </a:lnTo>
                <a:lnTo>
                  <a:pt x="4467014" y="1668558"/>
                </a:lnTo>
                <a:lnTo>
                  <a:pt x="4465364" y="1679756"/>
                </a:lnTo>
                <a:cubicBezTo>
                  <a:pt x="4465501" y="1680776"/>
                  <a:pt x="4465639" y="1681795"/>
                  <a:pt x="4465776" y="1682815"/>
                </a:cubicBezTo>
                <a:cubicBezTo>
                  <a:pt x="4466583" y="1688654"/>
                  <a:pt x="4467240" y="1694439"/>
                  <a:pt x="4467287" y="1700268"/>
                </a:cubicBezTo>
                <a:cubicBezTo>
                  <a:pt x="4452715" y="1697000"/>
                  <a:pt x="4458424" y="1726126"/>
                  <a:pt x="4455817" y="1735163"/>
                </a:cubicBezTo>
                <a:lnTo>
                  <a:pt x="4453757" y="1735289"/>
                </a:lnTo>
                <a:lnTo>
                  <a:pt x="4445259" y="1887374"/>
                </a:lnTo>
                <a:lnTo>
                  <a:pt x="4453950" y="1911536"/>
                </a:lnTo>
                <a:cubicBezTo>
                  <a:pt x="4454709" y="1928276"/>
                  <a:pt x="4455469" y="1945015"/>
                  <a:pt x="4456228" y="1961755"/>
                </a:cubicBezTo>
                <a:cubicBezTo>
                  <a:pt x="4455934" y="1972965"/>
                  <a:pt x="4455641" y="1984174"/>
                  <a:pt x="4455347" y="1995384"/>
                </a:cubicBezTo>
                <a:lnTo>
                  <a:pt x="4454885" y="2000244"/>
                </a:lnTo>
                <a:lnTo>
                  <a:pt x="4445765" y="2040142"/>
                </a:lnTo>
                <a:cubicBezTo>
                  <a:pt x="4446972" y="2041150"/>
                  <a:pt x="4448073" y="2042479"/>
                  <a:pt x="4449030" y="2044087"/>
                </a:cubicBezTo>
                <a:lnTo>
                  <a:pt x="4451871" y="2056904"/>
                </a:lnTo>
                <a:lnTo>
                  <a:pt x="4447130" y="2067489"/>
                </a:lnTo>
                <a:lnTo>
                  <a:pt x="4436946" y="2117719"/>
                </a:lnTo>
                <a:lnTo>
                  <a:pt x="4429615" y="2167300"/>
                </a:lnTo>
                <a:cubicBezTo>
                  <a:pt x="4410921" y="2519411"/>
                  <a:pt x="4377147" y="2876607"/>
                  <a:pt x="4373532" y="3223633"/>
                </a:cubicBezTo>
                <a:cubicBezTo>
                  <a:pt x="4370580" y="3302336"/>
                  <a:pt x="4363697" y="3398578"/>
                  <a:pt x="4360746" y="3477281"/>
                </a:cubicBezTo>
                <a:cubicBezTo>
                  <a:pt x="4367353" y="3471365"/>
                  <a:pt x="4356962" y="3621544"/>
                  <a:pt x="4349661" y="3639984"/>
                </a:cubicBezTo>
                <a:lnTo>
                  <a:pt x="4258900" y="5278921"/>
                </a:lnTo>
                <a:lnTo>
                  <a:pt x="4264198" y="5315626"/>
                </a:lnTo>
                <a:cubicBezTo>
                  <a:pt x="4269986" y="5323538"/>
                  <a:pt x="4266671" y="5327627"/>
                  <a:pt x="4267732" y="5350090"/>
                </a:cubicBezTo>
                <a:cubicBezTo>
                  <a:pt x="4268793" y="5372551"/>
                  <a:pt x="4252068" y="5406222"/>
                  <a:pt x="4270564" y="5450399"/>
                </a:cubicBezTo>
                <a:cubicBezTo>
                  <a:pt x="4270146" y="5457964"/>
                  <a:pt x="4260467" y="5476308"/>
                  <a:pt x="4252007" y="5484804"/>
                </a:cubicBezTo>
                <a:lnTo>
                  <a:pt x="4247355" y="5487504"/>
                </a:lnTo>
                <a:cubicBezTo>
                  <a:pt x="4246203" y="5508319"/>
                  <a:pt x="4248163" y="5526348"/>
                  <a:pt x="4243898" y="5549951"/>
                </a:cubicBezTo>
                <a:lnTo>
                  <a:pt x="0" y="5315524"/>
                </a:lnTo>
                <a:lnTo>
                  <a:pt x="4515" y="5239903"/>
                </a:lnTo>
                <a:lnTo>
                  <a:pt x="8735" y="5233298"/>
                </a:lnTo>
                <a:cubicBezTo>
                  <a:pt x="9265" y="5232196"/>
                  <a:pt x="8913" y="5231467"/>
                  <a:pt x="9004" y="5230552"/>
                </a:cubicBezTo>
                <a:lnTo>
                  <a:pt x="9274" y="5227804"/>
                </a:lnTo>
                <a:cubicBezTo>
                  <a:pt x="9452" y="5225973"/>
                  <a:pt x="9819" y="5223940"/>
                  <a:pt x="9811" y="5222308"/>
                </a:cubicBezTo>
                <a:cubicBezTo>
                  <a:pt x="9755" y="5211840"/>
                  <a:pt x="8673" y="5224803"/>
                  <a:pt x="9496" y="5216405"/>
                </a:cubicBezTo>
                <a:cubicBezTo>
                  <a:pt x="9302" y="5215352"/>
                  <a:pt x="8977" y="5214469"/>
                  <a:pt x="8912" y="5213249"/>
                </a:cubicBezTo>
                <a:cubicBezTo>
                  <a:pt x="8870" y="5212477"/>
                  <a:pt x="9221" y="5211272"/>
                  <a:pt x="9181" y="5210500"/>
                </a:cubicBezTo>
                <a:cubicBezTo>
                  <a:pt x="8800" y="5203355"/>
                  <a:pt x="8248" y="5210896"/>
                  <a:pt x="8865" y="5204597"/>
                </a:cubicBezTo>
                <a:lnTo>
                  <a:pt x="8282" y="5201441"/>
                </a:lnTo>
                <a:cubicBezTo>
                  <a:pt x="6867" y="5193798"/>
                  <a:pt x="6830" y="5198023"/>
                  <a:pt x="7652" y="5189632"/>
                </a:cubicBezTo>
                <a:cubicBezTo>
                  <a:pt x="7457" y="5188581"/>
                  <a:pt x="7134" y="5187696"/>
                  <a:pt x="7068" y="5186477"/>
                </a:cubicBezTo>
                <a:cubicBezTo>
                  <a:pt x="7026" y="5185706"/>
                  <a:pt x="7459" y="5184394"/>
                  <a:pt x="7336" y="5183728"/>
                </a:cubicBezTo>
                <a:cubicBezTo>
                  <a:pt x="7062" y="5182241"/>
                  <a:pt x="4888" y="5182665"/>
                  <a:pt x="5901" y="5180163"/>
                </a:cubicBezTo>
                <a:lnTo>
                  <a:pt x="11313" y="5116566"/>
                </a:lnTo>
                <a:lnTo>
                  <a:pt x="78927" y="3839310"/>
                </a:lnTo>
                <a:lnTo>
                  <a:pt x="303617" y="0"/>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2050" name="Picture 2" descr="inorganic chemistry - Number of atoms in NaCl unit cell ...">
            <a:extLst>
              <a:ext uri="{FF2B5EF4-FFF2-40B4-BE49-F238E27FC236}">
                <a16:creationId xmlns:a16="http://schemas.microsoft.com/office/drawing/2014/main" id="{B1CCCB66-4732-F604-7D57-59FDAA571D91}"/>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rot="171272">
            <a:off x="7684579" y="2214762"/>
            <a:ext cx="3582518" cy="2426867"/>
          </a:xfrm>
          <a:prstGeom prst="rect">
            <a:avLst/>
          </a:prstGeom>
          <a:noFill/>
          <a:extLst>
            <a:ext uri="{909E8E84-426E-40DD-AFC4-6F175D3DCCD1}">
              <a14:hiddenFill xmlns:a14="http://schemas.microsoft.com/office/drawing/2010/main">
                <a:solidFill>
                  <a:srgbClr val="FFFFFF"/>
                </a:solidFill>
              </a14:hiddenFill>
            </a:ext>
          </a:extLst>
        </p:spPr>
      </p:pic>
      <p:grpSp>
        <p:nvGrpSpPr>
          <p:cNvPr id="2061" name="Group 2060">
            <a:extLst>
              <a:ext uri="{FF2B5EF4-FFF2-40B4-BE49-F238E27FC236}">
                <a16:creationId xmlns:a16="http://schemas.microsoft.com/office/drawing/2014/main" id="{A02066EC-92CE-4F17-AB46-346119D15C6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74436" y="6388259"/>
            <a:ext cx="358083" cy="368964"/>
            <a:chOff x="4135740" y="1795926"/>
            <a:chExt cx="558732" cy="575710"/>
          </a:xfrm>
        </p:grpSpPr>
        <p:grpSp>
          <p:nvGrpSpPr>
            <p:cNvPr id="2062" name="Group 2061">
              <a:extLst>
                <a:ext uri="{FF2B5EF4-FFF2-40B4-BE49-F238E27FC236}">
                  <a16:creationId xmlns:a16="http://schemas.microsoft.com/office/drawing/2014/main" id="{48E4F93A-024D-4896-B535-C700CC6F24E1}"/>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4135740" y="1795926"/>
              <a:ext cx="558732" cy="575710"/>
              <a:chOff x="1028007" y="1706560"/>
              <a:chExt cx="575710" cy="575710"/>
            </a:xfrm>
          </p:grpSpPr>
          <p:cxnSp>
            <p:nvCxnSpPr>
              <p:cNvPr id="2064" name="Straight Connector 2063">
                <a:extLst>
                  <a:ext uri="{FF2B5EF4-FFF2-40B4-BE49-F238E27FC236}">
                    <a16:creationId xmlns:a16="http://schemas.microsoft.com/office/drawing/2014/main" id="{303ABF7D-0FD3-47CF-BF62-C8D9561F03F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28007" y="1994415"/>
                <a:ext cx="57571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65" name="Straight Connector 2064">
                <a:extLst>
                  <a:ext uri="{FF2B5EF4-FFF2-40B4-BE49-F238E27FC236}">
                    <a16:creationId xmlns:a16="http://schemas.microsoft.com/office/drawing/2014/main" id="{5656E970-02E8-4F91-8392-EC89484E440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6200000">
                <a:off x="1028007" y="1994415"/>
                <a:ext cx="57571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063" name="Oval 2062">
              <a:extLst>
                <a:ext uri="{FF2B5EF4-FFF2-40B4-BE49-F238E27FC236}">
                  <a16:creationId xmlns:a16="http://schemas.microsoft.com/office/drawing/2014/main" id="{3E8469CB-65C4-40BA-B613-75617EFBD0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36389" y="1946248"/>
              <a:ext cx="157434" cy="157434"/>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76" name="Freeform: Shape 2066">
            <a:extLst>
              <a:ext uri="{FF2B5EF4-FFF2-40B4-BE49-F238E27FC236}">
                <a16:creationId xmlns:a16="http://schemas.microsoft.com/office/drawing/2014/main" id="{5EC04BFF-C178-43B0-9567-EEA423F5C1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5652714">
            <a:off x="10760953" y="5365243"/>
            <a:ext cx="444795" cy="1868387"/>
          </a:xfrm>
          <a:custGeom>
            <a:avLst/>
            <a:gdLst>
              <a:gd name="connsiteX0" fmla="*/ 0 w 555597"/>
              <a:gd name="connsiteY0" fmla="*/ 83880 h 1999290"/>
              <a:gd name="connsiteX1" fmla="*/ 49282 w 555597"/>
              <a:gd name="connsiteY1" fmla="*/ 71215 h 1999290"/>
              <a:gd name="connsiteX2" fmla="*/ 174397 w 555597"/>
              <a:gd name="connsiteY2" fmla="*/ 45224 h 1999290"/>
              <a:gd name="connsiteX3" fmla="*/ 242049 w 555597"/>
              <a:gd name="connsiteY3" fmla="*/ 54744 h 1999290"/>
              <a:gd name="connsiteX4" fmla="*/ 326503 w 555597"/>
              <a:gd name="connsiteY4" fmla="*/ 39434 h 1999290"/>
              <a:gd name="connsiteX5" fmla="*/ 343350 w 555597"/>
              <a:gd name="connsiteY5" fmla="*/ 40491 h 1999290"/>
              <a:gd name="connsiteX6" fmla="*/ 349790 w 555597"/>
              <a:gd name="connsiteY6" fmla="*/ 52348 h 1999290"/>
              <a:gd name="connsiteX7" fmla="*/ 355722 w 555597"/>
              <a:gd name="connsiteY7" fmla="*/ 54552 h 1999290"/>
              <a:gd name="connsiteX8" fmla="*/ 374741 w 555597"/>
              <a:gd name="connsiteY8" fmla="*/ 39676 h 1999290"/>
              <a:gd name="connsiteX9" fmla="*/ 469664 w 555597"/>
              <a:gd name="connsiteY9" fmla="*/ 48453 h 1999290"/>
              <a:gd name="connsiteX10" fmla="*/ 521607 w 555597"/>
              <a:gd name="connsiteY10" fmla="*/ 10408 h 1999290"/>
              <a:gd name="connsiteX11" fmla="*/ 555597 w 555597"/>
              <a:gd name="connsiteY11" fmla="*/ 0 h 1999290"/>
              <a:gd name="connsiteX12" fmla="*/ 555597 w 555597"/>
              <a:gd name="connsiteY12" fmla="*/ 1995494 h 1999290"/>
              <a:gd name="connsiteX13" fmla="*/ 537215 w 555597"/>
              <a:gd name="connsiteY13" fmla="*/ 1991185 h 1999290"/>
              <a:gd name="connsiteX14" fmla="*/ 479386 w 555597"/>
              <a:gd name="connsiteY14" fmla="*/ 1992931 h 1999290"/>
              <a:gd name="connsiteX15" fmla="*/ 462617 w 555597"/>
              <a:gd name="connsiteY15" fmla="*/ 1999290 h 1999290"/>
              <a:gd name="connsiteX16" fmla="*/ 420522 w 555597"/>
              <a:gd name="connsiteY16" fmla="*/ 1999290 h 1999290"/>
              <a:gd name="connsiteX17" fmla="*/ 382909 w 555597"/>
              <a:gd name="connsiteY17" fmla="*/ 1988738 h 1999290"/>
              <a:gd name="connsiteX18" fmla="*/ 295360 w 555597"/>
              <a:gd name="connsiteY18" fmla="*/ 1977122 h 1999290"/>
              <a:gd name="connsiteX19" fmla="*/ 256969 w 555597"/>
              <a:gd name="connsiteY19" fmla="*/ 1970444 h 1999290"/>
              <a:gd name="connsiteX20" fmla="*/ 227096 w 555597"/>
              <a:gd name="connsiteY20" fmla="*/ 1951548 h 1999290"/>
              <a:gd name="connsiteX21" fmla="*/ 222890 w 555597"/>
              <a:gd name="connsiteY21" fmla="*/ 1935696 h 1999290"/>
              <a:gd name="connsiteX22" fmla="*/ 202274 w 555597"/>
              <a:gd name="connsiteY22" fmla="*/ 1929911 h 1999290"/>
              <a:gd name="connsiteX23" fmla="*/ 197448 w 555597"/>
              <a:gd name="connsiteY23" fmla="*/ 1925621 h 1999290"/>
              <a:gd name="connsiteX24" fmla="*/ 169099 w 555597"/>
              <a:gd name="connsiteY24" fmla="*/ 1903786 h 1999290"/>
              <a:gd name="connsiteX25" fmla="*/ 92344 w 555597"/>
              <a:gd name="connsiteY25" fmla="*/ 1925464 h 1999290"/>
              <a:gd name="connsiteX26" fmla="*/ 11266 w 555597"/>
              <a:gd name="connsiteY26" fmla="*/ 1895947 h 1999290"/>
              <a:gd name="connsiteX27" fmla="*/ 0 w 555597"/>
              <a:gd name="connsiteY27" fmla="*/ 1893933 h 19992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55597" h="1999290">
                <a:moveTo>
                  <a:pt x="0" y="83880"/>
                </a:moveTo>
                <a:lnTo>
                  <a:pt x="49282" y="71215"/>
                </a:lnTo>
                <a:cubicBezTo>
                  <a:pt x="91656" y="63184"/>
                  <a:pt x="135655" y="58277"/>
                  <a:pt x="174397" y="45224"/>
                </a:cubicBezTo>
                <a:cubicBezTo>
                  <a:pt x="225837" y="94025"/>
                  <a:pt x="195077" y="47856"/>
                  <a:pt x="242049" y="54744"/>
                </a:cubicBezTo>
                <a:lnTo>
                  <a:pt x="326503" y="39434"/>
                </a:lnTo>
                <a:lnTo>
                  <a:pt x="343350" y="40491"/>
                </a:lnTo>
                <a:lnTo>
                  <a:pt x="349790" y="52348"/>
                </a:lnTo>
                <a:lnTo>
                  <a:pt x="355722" y="54552"/>
                </a:lnTo>
                <a:lnTo>
                  <a:pt x="374741" y="39676"/>
                </a:lnTo>
                <a:cubicBezTo>
                  <a:pt x="402796" y="31662"/>
                  <a:pt x="441033" y="50452"/>
                  <a:pt x="469664" y="48453"/>
                </a:cubicBezTo>
                <a:cubicBezTo>
                  <a:pt x="478380" y="29604"/>
                  <a:pt x="496522" y="19255"/>
                  <a:pt x="521607" y="10408"/>
                </a:cubicBezTo>
                <a:lnTo>
                  <a:pt x="555597" y="0"/>
                </a:lnTo>
                <a:lnTo>
                  <a:pt x="555597" y="1995494"/>
                </a:lnTo>
                <a:lnTo>
                  <a:pt x="537215" y="1991185"/>
                </a:lnTo>
                <a:cubicBezTo>
                  <a:pt x="514565" y="1988101"/>
                  <a:pt x="490837" y="1988688"/>
                  <a:pt x="479386" y="1992931"/>
                </a:cubicBezTo>
                <a:lnTo>
                  <a:pt x="462617" y="1999290"/>
                </a:lnTo>
                <a:lnTo>
                  <a:pt x="420522" y="1999290"/>
                </a:lnTo>
                <a:lnTo>
                  <a:pt x="382909" y="1988738"/>
                </a:lnTo>
                <a:cubicBezTo>
                  <a:pt x="350860" y="1976654"/>
                  <a:pt x="320299" y="1963332"/>
                  <a:pt x="295360" y="1977122"/>
                </a:cubicBezTo>
                <a:cubicBezTo>
                  <a:pt x="281004" y="1978006"/>
                  <a:pt x="268406" y="1975325"/>
                  <a:pt x="256969" y="1970444"/>
                </a:cubicBezTo>
                <a:lnTo>
                  <a:pt x="227096" y="1951548"/>
                </a:lnTo>
                <a:lnTo>
                  <a:pt x="222890" y="1935696"/>
                </a:lnTo>
                <a:lnTo>
                  <a:pt x="202274" y="1929911"/>
                </a:lnTo>
                <a:lnTo>
                  <a:pt x="197448" y="1925621"/>
                </a:lnTo>
                <a:cubicBezTo>
                  <a:pt x="188240" y="1917376"/>
                  <a:pt x="178991" y="1909643"/>
                  <a:pt x="169099" y="1903786"/>
                </a:cubicBezTo>
                <a:cubicBezTo>
                  <a:pt x="158518" y="1969055"/>
                  <a:pt x="83191" y="1864739"/>
                  <a:pt x="92344" y="1925464"/>
                </a:cubicBezTo>
                <a:cubicBezTo>
                  <a:pt x="36140" y="1904645"/>
                  <a:pt x="59596" y="1967908"/>
                  <a:pt x="11266" y="1895947"/>
                </a:cubicBezTo>
                <a:lnTo>
                  <a:pt x="0" y="1893933"/>
                </a:lnTo>
                <a:close/>
              </a:path>
            </a:pathLst>
          </a:custGeom>
          <a:blipFill dpi="0" rotWithShape="1">
            <a:blip r:embed="rId3">
              <a:alphaModFix amt="84000"/>
            </a:blip>
            <a:srcRect/>
            <a:tile tx="0" ty="0" sx="100000" sy="100000" flip="none" algn="tl"/>
          </a:blipFill>
          <a:ln>
            <a:noFill/>
          </a:ln>
          <a:effectLst>
            <a:outerShdw blurRad="63500" dist="12700" dir="8100000" algn="tr" rotWithShape="0">
              <a:prstClr val="black">
                <a:alpha val="32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59883525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3102" name="Group 3101">
            <a:extLst>
              <a:ext uri="{FF2B5EF4-FFF2-40B4-BE49-F238E27FC236}">
                <a16:creationId xmlns:a16="http://schemas.microsoft.com/office/drawing/2014/main" id="{23F5135F-115E-423C-BE4A-B56C35DC9F3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74436" y="6388259"/>
            <a:ext cx="358083" cy="368964"/>
            <a:chOff x="4135740" y="1795926"/>
            <a:chExt cx="558732" cy="575710"/>
          </a:xfrm>
        </p:grpSpPr>
        <p:grpSp>
          <p:nvGrpSpPr>
            <p:cNvPr id="3103" name="Group 3102">
              <a:extLst>
                <a:ext uri="{FF2B5EF4-FFF2-40B4-BE49-F238E27FC236}">
                  <a16:creationId xmlns:a16="http://schemas.microsoft.com/office/drawing/2014/main" id="{82C1E318-0F1F-4920-8C7D-FBAC66631B5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4135740" y="1795926"/>
              <a:ext cx="558732" cy="575710"/>
              <a:chOff x="1028007" y="1706560"/>
              <a:chExt cx="575710" cy="575710"/>
            </a:xfrm>
          </p:grpSpPr>
          <p:cxnSp>
            <p:nvCxnSpPr>
              <p:cNvPr id="3105" name="Straight Connector 3104">
                <a:extLst>
                  <a:ext uri="{FF2B5EF4-FFF2-40B4-BE49-F238E27FC236}">
                    <a16:creationId xmlns:a16="http://schemas.microsoft.com/office/drawing/2014/main" id="{DE4A7237-B6EB-4FB7-8B68-7C27438D477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28007" y="1994415"/>
                <a:ext cx="57571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06" name="Straight Connector 3105">
                <a:extLst>
                  <a:ext uri="{FF2B5EF4-FFF2-40B4-BE49-F238E27FC236}">
                    <a16:creationId xmlns:a16="http://schemas.microsoft.com/office/drawing/2014/main" id="{84E00FDE-0838-4B5B-A782-6B6C92DB0A8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6200000">
                <a:off x="1028007" y="1994415"/>
                <a:ext cx="57571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104" name="Oval 3103">
              <a:extLst>
                <a:ext uri="{FF2B5EF4-FFF2-40B4-BE49-F238E27FC236}">
                  <a16:creationId xmlns:a16="http://schemas.microsoft.com/office/drawing/2014/main" id="{2BC1B2F3-8E83-4A70-B103-979C67EECE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36389" y="1946248"/>
              <a:ext cx="157434" cy="157434"/>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useBgFill="1">
        <p:nvSpPr>
          <p:cNvPr id="3108" name="Rectangle 3107">
            <a:extLst>
              <a:ext uri="{FF2B5EF4-FFF2-40B4-BE49-F238E27FC236}">
                <a16:creationId xmlns:a16="http://schemas.microsoft.com/office/drawing/2014/main" id="{6BA10EFB-A0C8-4F9F-AB14-5BDF29BF83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FA58863-2F8D-3AEB-964A-FE93EB16698C}"/>
              </a:ext>
            </a:extLst>
          </p:cNvPr>
          <p:cNvSpPr>
            <a:spLocks noGrp="1"/>
          </p:cNvSpPr>
          <p:nvPr>
            <p:ph type="title"/>
          </p:nvPr>
        </p:nvSpPr>
        <p:spPr>
          <a:xfrm>
            <a:off x="1219200" y="1132677"/>
            <a:ext cx="4547691" cy="3579024"/>
          </a:xfrm>
        </p:spPr>
        <p:txBody>
          <a:bodyPr vert="horz" lIns="91440" tIns="45720" rIns="91440" bIns="45720" rtlCol="0" anchor="t">
            <a:normAutofit/>
          </a:bodyPr>
          <a:lstStyle/>
          <a:p>
            <a:r>
              <a:rPr lang="en-US" sz="5400" dirty="0"/>
              <a:t>Derive the formula</a:t>
            </a:r>
            <a:endParaRPr lang="en-US" sz="5400"/>
          </a:p>
        </p:txBody>
      </p:sp>
      <p:pic>
        <p:nvPicPr>
          <p:cNvPr id="3074" name="Picture 2" descr="New Crystal">
            <a:extLst>
              <a:ext uri="{FF2B5EF4-FFF2-40B4-BE49-F238E27FC236}">
                <a16:creationId xmlns:a16="http://schemas.microsoft.com/office/drawing/2014/main" id="{73AE33EC-BF76-5056-E864-1CA329F390A0}"/>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096001" y="723900"/>
            <a:ext cx="5410200" cy="5410200"/>
          </a:xfrm>
          <a:prstGeom prst="rect">
            <a:avLst/>
          </a:prstGeom>
          <a:noFill/>
          <a:extLst>
            <a:ext uri="{909E8E84-426E-40DD-AFC4-6F175D3DCCD1}">
              <a14:hiddenFill xmlns:a14="http://schemas.microsoft.com/office/drawing/2010/main">
                <a:solidFill>
                  <a:srgbClr val="FFFFFF"/>
                </a:solidFill>
              </a14:hiddenFill>
            </a:ext>
          </a:extLst>
        </p:spPr>
      </p:pic>
      <p:grpSp>
        <p:nvGrpSpPr>
          <p:cNvPr id="3110" name="Group 3109">
            <a:extLst>
              <a:ext uri="{FF2B5EF4-FFF2-40B4-BE49-F238E27FC236}">
                <a16:creationId xmlns:a16="http://schemas.microsoft.com/office/drawing/2014/main" id="{74135E37-A761-481E-9A4F-0BE65EDC4D4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74436" y="6388259"/>
            <a:ext cx="358083" cy="368964"/>
            <a:chOff x="4135740" y="1795926"/>
            <a:chExt cx="558732" cy="575710"/>
          </a:xfrm>
        </p:grpSpPr>
        <p:grpSp>
          <p:nvGrpSpPr>
            <p:cNvPr id="3111" name="Group 3110">
              <a:extLst>
                <a:ext uri="{FF2B5EF4-FFF2-40B4-BE49-F238E27FC236}">
                  <a16:creationId xmlns:a16="http://schemas.microsoft.com/office/drawing/2014/main" id="{BE4B76E0-C306-4FD0-B2AC-668FA36E5B38}"/>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4135740" y="1795926"/>
              <a:ext cx="558732" cy="575710"/>
              <a:chOff x="1028007" y="1706560"/>
              <a:chExt cx="575710" cy="575710"/>
            </a:xfrm>
          </p:grpSpPr>
          <p:cxnSp>
            <p:nvCxnSpPr>
              <p:cNvPr id="3113" name="Straight Connector 3112">
                <a:extLst>
                  <a:ext uri="{FF2B5EF4-FFF2-40B4-BE49-F238E27FC236}">
                    <a16:creationId xmlns:a16="http://schemas.microsoft.com/office/drawing/2014/main" id="{E9F88490-F996-4801-8331-09F20E2E5C4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28007" y="1994415"/>
                <a:ext cx="57571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14" name="Straight Connector 3113">
                <a:extLst>
                  <a:ext uri="{FF2B5EF4-FFF2-40B4-BE49-F238E27FC236}">
                    <a16:creationId xmlns:a16="http://schemas.microsoft.com/office/drawing/2014/main" id="{3F57B529-A7FC-43A6-AC18-C4DE05357C6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6200000">
                <a:off x="1028007" y="1994415"/>
                <a:ext cx="57571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112" name="Oval 3111">
              <a:extLst>
                <a:ext uri="{FF2B5EF4-FFF2-40B4-BE49-F238E27FC236}">
                  <a16:creationId xmlns:a16="http://schemas.microsoft.com/office/drawing/2014/main" id="{D76CA3AA-8F67-44E8-AB53-70B6947C59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36389" y="1946248"/>
              <a:ext cx="157434" cy="157434"/>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46893140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44E77-2235-01DD-1A22-40B3E5054DD0}"/>
              </a:ext>
            </a:extLst>
          </p:cNvPr>
          <p:cNvSpPr>
            <a:spLocks noGrp="1"/>
          </p:cNvSpPr>
          <p:nvPr>
            <p:ph type="title"/>
          </p:nvPr>
        </p:nvSpPr>
        <p:spPr/>
        <p:txBody>
          <a:bodyPr/>
          <a:lstStyle/>
          <a:p>
            <a:r>
              <a:rPr lang="en-US" dirty="0"/>
              <a:t>Take Home Message</a:t>
            </a:r>
          </a:p>
        </p:txBody>
      </p:sp>
      <p:sp>
        <p:nvSpPr>
          <p:cNvPr id="3" name="Content Placeholder 2">
            <a:extLst>
              <a:ext uri="{FF2B5EF4-FFF2-40B4-BE49-F238E27FC236}">
                <a16:creationId xmlns:a16="http://schemas.microsoft.com/office/drawing/2014/main" id="{95DA9E91-99B6-CD14-2567-494D5584CAF6}"/>
              </a:ext>
            </a:extLst>
          </p:cNvPr>
          <p:cNvSpPr>
            <a:spLocks noGrp="1"/>
          </p:cNvSpPr>
          <p:nvPr>
            <p:ph idx="1"/>
          </p:nvPr>
        </p:nvSpPr>
        <p:spPr/>
        <p:txBody>
          <a:bodyPr>
            <a:normAutofit/>
          </a:bodyPr>
          <a:lstStyle/>
          <a:p>
            <a:r>
              <a:rPr lang="en-US" sz="2000" dirty="0"/>
              <a:t>Ionic Bonds are formed between metal and non-metal through cations and anions attraction</a:t>
            </a:r>
          </a:p>
          <a:p>
            <a:r>
              <a:rPr lang="en-US" sz="2000" dirty="0"/>
              <a:t>Ionic bond represents the TRANSFER of electrons.</a:t>
            </a:r>
          </a:p>
          <a:p>
            <a:r>
              <a:rPr lang="en-US" sz="2000" dirty="0"/>
              <a:t>Compounds containing ionic bonds are ionic compounds.</a:t>
            </a:r>
          </a:p>
          <a:p>
            <a:r>
              <a:rPr lang="en-US" sz="2000" dirty="0"/>
              <a:t>Ionic compounds can conduct electricity in molten and aqueous state.</a:t>
            </a:r>
          </a:p>
          <a:p>
            <a:r>
              <a:rPr lang="en-US" sz="2000" dirty="0"/>
              <a:t>We use empirical formula and formula mass for ionic compounds.</a:t>
            </a:r>
          </a:p>
        </p:txBody>
      </p:sp>
    </p:spTree>
    <p:extLst>
      <p:ext uri="{BB962C8B-B14F-4D97-AF65-F5344CB8AC3E}">
        <p14:creationId xmlns:p14="http://schemas.microsoft.com/office/powerpoint/2010/main" val="4150480365"/>
      </p:ext>
    </p:extLst>
  </p:cSld>
  <p:clrMapOvr>
    <a:masterClrMapping/>
  </p:clrMapOvr>
</p:sld>
</file>

<file path=ppt/theme/theme1.xml><?xml version="1.0" encoding="utf-8"?>
<a:theme xmlns:a="http://schemas.openxmlformats.org/drawingml/2006/main" name="StreetscapeVTI">
  <a:themeElements>
    <a:clrScheme name="AnalogousFromDarkSeedLeftStep">
      <a:dk1>
        <a:srgbClr val="000000"/>
      </a:dk1>
      <a:lt1>
        <a:srgbClr val="FFFFFF"/>
      </a:lt1>
      <a:dk2>
        <a:srgbClr val="213B33"/>
      </a:dk2>
      <a:lt2>
        <a:srgbClr val="E8E3E2"/>
      </a:lt2>
      <a:accent1>
        <a:srgbClr val="36AEC0"/>
      </a:accent1>
      <a:accent2>
        <a:srgbClr val="27B58C"/>
      </a:accent2>
      <a:accent3>
        <a:srgbClr val="33B65A"/>
      </a:accent3>
      <a:accent4>
        <a:srgbClr val="39B928"/>
      </a:accent4>
      <a:accent5>
        <a:srgbClr val="76B131"/>
      </a:accent5>
      <a:accent6>
        <a:srgbClr val="A2A924"/>
      </a:accent6>
      <a:hlink>
        <a:srgbClr val="539030"/>
      </a:hlink>
      <a:folHlink>
        <a:srgbClr val="7F7F7F"/>
      </a:folHlink>
    </a:clrScheme>
    <a:fontScheme name="Street">
      <a:majorFont>
        <a:latin typeface="Franklin Gothic Heavy"/>
        <a:ea typeface=""/>
        <a:cs typeface=""/>
      </a:majorFont>
      <a:minorFont>
        <a:latin typeface="Consola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treetscapeVTI" id="{B20F88EA-96D0-4E96-9207-A1488DAC5867}" vid="{3F7E5CFE-E584-4E58-A75E-141AC45B1490}"/>
    </a:ext>
  </a:extLst>
</a:theme>
</file>

<file path=docProps/app.xml><?xml version="1.0" encoding="utf-8"?>
<Properties xmlns="http://schemas.openxmlformats.org/officeDocument/2006/extended-properties" xmlns:vt="http://schemas.openxmlformats.org/officeDocument/2006/docPropsVTypes">
  <TotalTime>529</TotalTime>
  <Words>1672</Words>
  <Application>Microsoft Macintosh PowerPoint</Application>
  <PresentationFormat>Widescreen</PresentationFormat>
  <Paragraphs>234</Paragraphs>
  <Slides>38</Slides>
  <Notes>0</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38</vt:i4>
      </vt:variant>
    </vt:vector>
  </HeadingPairs>
  <TitlesOfParts>
    <vt:vector size="46" baseType="lpstr">
      <vt:lpstr>SimSun</vt:lpstr>
      <vt:lpstr>Arial</vt:lpstr>
      <vt:lpstr>Arial</vt:lpstr>
      <vt:lpstr>Consolas</vt:lpstr>
      <vt:lpstr>Franklin Gothic Heavy</vt:lpstr>
      <vt:lpstr>Symbol</vt:lpstr>
      <vt:lpstr>StreetscapeVTI</vt:lpstr>
      <vt:lpstr>MS_ClipArt_Gallery.2</vt:lpstr>
      <vt:lpstr>7.2 Ions and Ionic Bonds</vt:lpstr>
      <vt:lpstr>In this Class, we will</vt:lpstr>
      <vt:lpstr>Electron Configuration</vt:lpstr>
      <vt:lpstr>Draw the dot diagram</vt:lpstr>
      <vt:lpstr>Electron Configuration and Group Number</vt:lpstr>
      <vt:lpstr>PowerPoint Presentation</vt:lpstr>
      <vt:lpstr>Schrodinger Wave Equation</vt:lpstr>
      <vt:lpstr>Schrodinger Wave Equation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What are octet rules?</vt:lpstr>
      <vt:lpstr>Ions formation and Octet Rule</vt:lpstr>
      <vt:lpstr>Chemical Bonds</vt:lpstr>
      <vt:lpstr>Now let’s take a look at the ionic bond</vt:lpstr>
      <vt:lpstr>How electrons are TRANSFERRED?</vt:lpstr>
      <vt:lpstr>Practice</vt:lpstr>
      <vt:lpstr>A Conceptual Understanding</vt:lpstr>
      <vt:lpstr>Compounds containing ionic bond</vt:lpstr>
      <vt:lpstr>Practice</vt:lpstr>
      <vt:lpstr>Class Demo- Strong and Weak Electrolyte</vt:lpstr>
      <vt:lpstr>What is NaCl?</vt:lpstr>
      <vt:lpstr>Derive the formula</vt:lpstr>
      <vt:lpstr>Take Home Message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7.2 Ions and Ionic Bonds</dc:title>
  <dc:creator>Chen, Xinyu</dc:creator>
  <cp:lastModifiedBy>Chen, Xinyu</cp:lastModifiedBy>
  <cp:revision>4</cp:revision>
  <dcterms:created xsi:type="dcterms:W3CDTF">2022-11-23T01:13:15Z</dcterms:created>
  <dcterms:modified xsi:type="dcterms:W3CDTF">2025-11-24T00:27:35Z</dcterms:modified>
</cp:coreProperties>
</file>